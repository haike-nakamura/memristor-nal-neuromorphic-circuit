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9" r:id="rId3"/>
    <p:sldId id="283" r:id="rId4"/>
    <p:sldId id="284" r:id="rId5"/>
    <p:sldId id="285" r:id="rId6"/>
    <p:sldId id="280" r:id="rId7"/>
    <p:sldId id="286" r:id="rId8"/>
    <p:sldId id="287" r:id="rId9"/>
    <p:sldId id="288" r:id="rId10"/>
    <p:sldId id="289" r:id="rId11"/>
    <p:sldId id="291" r:id="rId12"/>
    <p:sldId id="292" r:id="rId13"/>
    <p:sldId id="294" r:id="rId14"/>
    <p:sldId id="297" r:id="rId15"/>
    <p:sldId id="282" r:id="rId16"/>
    <p:sldId id="295" r:id="rId17"/>
    <p:sldId id="296" r:id="rId18"/>
    <p:sldId id="27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沛溪 中村" initials="沛溪" lastIdx="1" clrIdx="0">
    <p:extLst>
      <p:ext uri="{19B8F6BF-5375-455C-9EA6-DF929625EA0E}">
        <p15:presenceInfo xmlns:p15="http://schemas.microsoft.com/office/powerpoint/2012/main" userId="4b6ad4d7a42030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0066"/>
    <a:srgbClr val="660033"/>
    <a:srgbClr val="FF99CC"/>
    <a:srgbClr val="FFCCFF"/>
    <a:srgbClr val="000000"/>
    <a:srgbClr val="00CCFF"/>
    <a:srgbClr val="FF7575"/>
    <a:srgbClr val="FF8989"/>
    <a:srgbClr val="000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71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沛溪 中村" userId="4b6ad4d7a42030dd" providerId="LiveId" clId="{353225E4-864F-467D-8322-849B9B0A9092}"/>
    <pc:docChg chg="undo redo custSel addSld delSld modSld sldOrd modMainMaster">
      <pc:chgData name="沛溪 中村" userId="4b6ad4d7a42030dd" providerId="LiveId" clId="{353225E4-864F-467D-8322-849B9B0A9092}" dt="2026-01-16T05:55:44.675" v="13307" actId="1076"/>
      <pc:docMkLst>
        <pc:docMk/>
      </pc:docMkLst>
      <pc:sldChg chg="addSp delSp modSp new mod setBg">
        <pc:chgData name="沛溪 中村" userId="4b6ad4d7a42030dd" providerId="LiveId" clId="{353225E4-864F-467D-8322-849B9B0A9092}" dt="2026-01-13T11:55:28.569" v="319"/>
        <pc:sldMkLst>
          <pc:docMk/>
          <pc:sldMk cId="567495197" sldId="256"/>
        </pc:sldMkLst>
        <pc:spChg chg="del">
          <ac:chgData name="沛溪 中村" userId="4b6ad4d7a42030dd" providerId="LiveId" clId="{353225E4-864F-467D-8322-849B9B0A9092}" dt="2026-01-13T11:38:48.526" v="1" actId="478"/>
          <ac:spMkLst>
            <pc:docMk/>
            <pc:sldMk cId="567495197" sldId="256"/>
            <ac:spMk id="2" creationId="{3507C230-F32F-4CBF-9157-EEDB1E8E213B}"/>
          </ac:spMkLst>
        </pc:spChg>
        <pc:spChg chg="del">
          <ac:chgData name="沛溪 中村" userId="4b6ad4d7a42030dd" providerId="LiveId" clId="{353225E4-864F-467D-8322-849B9B0A9092}" dt="2026-01-13T11:38:49.731" v="2" actId="478"/>
          <ac:spMkLst>
            <pc:docMk/>
            <pc:sldMk cId="567495197" sldId="256"/>
            <ac:spMk id="3" creationId="{4A53FE8B-9588-4119-91A6-4F2A0B98822E}"/>
          </ac:spMkLst>
        </pc:spChg>
        <pc:spChg chg="add mod">
          <ac:chgData name="沛溪 中村" userId="4b6ad4d7a42030dd" providerId="LiveId" clId="{353225E4-864F-467D-8322-849B9B0A9092}" dt="2026-01-13T11:53:33.633" v="291" actId="207"/>
          <ac:spMkLst>
            <pc:docMk/>
            <pc:sldMk cId="567495197" sldId="256"/>
            <ac:spMk id="4" creationId="{485999F7-05DF-4793-A1BA-59776A064A90}"/>
          </ac:spMkLst>
        </pc:spChg>
        <pc:spChg chg="add mod">
          <ac:chgData name="沛溪 中村" userId="4b6ad4d7a42030dd" providerId="LiveId" clId="{353225E4-864F-467D-8322-849B9B0A9092}" dt="2026-01-13T11:51:45.409" v="231" actId="1076"/>
          <ac:spMkLst>
            <pc:docMk/>
            <pc:sldMk cId="567495197" sldId="256"/>
            <ac:spMk id="5" creationId="{D125D484-8EF3-4744-8DB4-6AC4DC1E9BFF}"/>
          </ac:spMkLst>
        </pc:spChg>
        <pc:spChg chg="add mod">
          <ac:chgData name="沛溪 中村" userId="4b6ad4d7a42030dd" providerId="LiveId" clId="{353225E4-864F-467D-8322-849B9B0A9092}" dt="2026-01-13T11:51:49.252" v="232" actId="1076"/>
          <ac:spMkLst>
            <pc:docMk/>
            <pc:sldMk cId="567495197" sldId="256"/>
            <ac:spMk id="7" creationId="{71FFC770-4F84-41E7-81EC-C07101026A75}"/>
          </ac:spMkLst>
        </pc:spChg>
        <pc:spChg chg="add mod">
          <ac:chgData name="沛溪 中村" userId="4b6ad4d7a42030dd" providerId="LiveId" clId="{353225E4-864F-467D-8322-849B9B0A9092}" dt="2026-01-13T11:52:36.741" v="244" actId="1076"/>
          <ac:spMkLst>
            <pc:docMk/>
            <pc:sldMk cId="567495197" sldId="256"/>
            <ac:spMk id="8" creationId="{01943EB9-EBD7-4A9A-83A8-3A2C5B91BCDC}"/>
          </ac:spMkLst>
        </pc:spChg>
        <pc:spChg chg="add mod">
          <ac:chgData name="沛溪 中村" userId="4b6ad4d7a42030dd" providerId="LiveId" clId="{353225E4-864F-467D-8322-849B9B0A9092}" dt="2026-01-13T11:53:05.703" v="273" actId="1076"/>
          <ac:spMkLst>
            <pc:docMk/>
            <pc:sldMk cId="567495197" sldId="256"/>
            <ac:spMk id="9" creationId="{9F7F6DBD-D2D3-497C-AB94-617808ED62E3}"/>
          </ac:spMkLst>
        </pc:spChg>
        <pc:spChg chg="add mod">
          <ac:chgData name="沛溪 中村" userId="4b6ad4d7a42030dd" providerId="LiveId" clId="{353225E4-864F-467D-8322-849B9B0A9092}" dt="2026-01-13T11:53:28.771" v="290" actId="1076"/>
          <ac:spMkLst>
            <pc:docMk/>
            <pc:sldMk cId="567495197" sldId="256"/>
            <ac:spMk id="10" creationId="{93B870E4-AFA2-4381-B016-E62A516F7C42}"/>
          </ac:spMkLst>
        </pc:spChg>
        <pc:spChg chg="add mod ord">
          <ac:chgData name="沛溪 中村" userId="4b6ad4d7a42030dd" providerId="LiveId" clId="{353225E4-864F-467D-8322-849B9B0A9092}" dt="2026-01-13T11:54:59.396" v="312" actId="14100"/>
          <ac:spMkLst>
            <pc:docMk/>
            <pc:sldMk cId="567495197" sldId="256"/>
            <ac:spMk id="16" creationId="{A954B7F4-BA24-4D2E-AE93-B0CD461E0EFA}"/>
          </ac:spMkLst>
        </pc:spChg>
        <pc:cxnChg chg="add mod">
          <ac:chgData name="沛溪 中村" userId="4b6ad4d7a42030dd" providerId="LiveId" clId="{353225E4-864F-467D-8322-849B9B0A9092}" dt="2026-01-13T11:54:00.515" v="297" actId="14100"/>
          <ac:cxnSpMkLst>
            <pc:docMk/>
            <pc:sldMk cId="567495197" sldId="256"/>
            <ac:cxnSpMk id="12" creationId="{3F05A2EC-5B70-4C95-A4E4-B59144FF57B2}"/>
          </ac:cxnSpMkLst>
        </pc:cxnChg>
        <pc:cxnChg chg="add mod">
          <ac:chgData name="沛溪 中村" userId="4b6ad4d7a42030dd" providerId="LiveId" clId="{353225E4-864F-467D-8322-849B9B0A9092}" dt="2026-01-13T11:54:05.481" v="299" actId="1076"/>
          <ac:cxnSpMkLst>
            <pc:docMk/>
            <pc:sldMk cId="567495197" sldId="256"/>
            <ac:cxnSpMk id="15" creationId="{EC1CF351-9168-4DFE-8394-6CFF710CB80A}"/>
          </ac:cxnSpMkLst>
        </pc:cxnChg>
        <pc:cxnChg chg="add del mod">
          <ac:chgData name="沛溪 中村" userId="4b6ad4d7a42030dd" providerId="LiveId" clId="{353225E4-864F-467D-8322-849B9B0A9092}" dt="2026-01-13T11:55:14.113" v="314"/>
          <ac:cxnSpMkLst>
            <pc:docMk/>
            <pc:sldMk cId="567495197" sldId="256"/>
            <ac:cxnSpMk id="17" creationId="{A1F707DD-8A3C-4CF8-8812-E82C1B4F5B15}"/>
          </ac:cxnSpMkLst>
        </pc:cxnChg>
      </pc:sldChg>
      <pc:sldChg chg="add del setBg">
        <pc:chgData name="沛溪 中村" userId="4b6ad4d7a42030dd" providerId="LiveId" clId="{353225E4-864F-467D-8322-849B9B0A9092}" dt="2026-01-13T11:55:16.348" v="316"/>
        <pc:sldMkLst>
          <pc:docMk/>
          <pc:sldMk cId="1357487339" sldId="257"/>
        </pc:sldMkLst>
      </pc:sldChg>
      <pc:sldChg chg="addSp delSp modSp new mod setBg">
        <pc:chgData name="沛溪 中村" userId="4b6ad4d7a42030dd" providerId="LiveId" clId="{353225E4-864F-467D-8322-849B9B0A9092}" dt="2026-01-13T12:17:21.109" v="639" actId="1076"/>
        <pc:sldMkLst>
          <pc:docMk/>
          <pc:sldMk cId="3299538037" sldId="257"/>
        </pc:sldMkLst>
        <pc:spChg chg="del">
          <ac:chgData name="沛溪 中村" userId="4b6ad4d7a42030dd" providerId="LiveId" clId="{353225E4-864F-467D-8322-849B9B0A9092}" dt="2026-01-13T11:55:36.711" v="323" actId="478"/>
          <ac:spMkLst>
            <pc:docMk/>
            <pc:sldMk cId="3299538037" sldId="257"/>
            <ac:spMk id="2" creationId="{71363741-C0E3-4973-95D6-00B7F96EE5CF}"/>
          </ac:spMkLst>
        </pc:spChg>
        <pc:spChg chg="del">
          <ac:chgData name="沛溪 中村" userId="4b6ad4d7a42030dd" providerId="LiveId" clId="{353225E4-864F-467D-8322-849B9B0A9092}" dt="2026-01-13T11:55:37.501" v="324" actId="478"/>
          <ac:spMkLst>
            <pc:docMk/>
            <pc:sldMk cId="3299538037" sldId="257"/>
            <ac:spMk id="3" creationId="{78098B1E-BA15-408D-9151-1809E39AA510}"/>
          </ac:spMkLst>
        </pc:spChg>
        <pc:spChg chg="add mod">
          <ac:chgData name="沛溪 中村" userId="4b6ad4d7a42030dd" providerId="LiveId" clId="{353225E4-864F-467D-8322-849B9B0A9092}" dt="2026-01-13T12:15:43.982" v="617" actId="692"/>
          <ac:spMkLst>
            <pc:docMk/>
            <pc:sldMk cId="3299538037" sldId="257"/>
            <ac:spMk id="4" creationId="{62CE5753-F71F-425A-B03A-BC1B1B3BD257}"/>
          </ac:spMkLst>
        </pc:spChg>
        <pc:spChg chg="add mod">
          <ac:chgData name="沛溪 中村" userId="4b6ad4d7a42030dd" providerId="LiveId" clId="{353225E4-864F-467D-8322-849B9B0A9092}" dt="2026-01-13T12:16:14.246" v="620" actId="207"/>
          <ac:spMkLst>
            <pc:docMk/>
            <pc:sldMk cId="3299538037" sldId="257"/>
            <ac:spMk id="5" creationId="{A94F5FFE-7759-47A3-B547-0883BC342324}"/>
          </ac:spMkLst>
        </pc:spChg>
        <pc:spChg chg="mod">
          <ac:chgData name="沛溪 中村" userId="4b6ad4d7a42030dd" providerId="LiveId" clId="{353225E4-864F-467D-8322-849B9B0A9092}" dt="2026-01-13T11:57:41.765" v="403"/>
          <ac:spMkLst>
            <pc:docMk/>
            <pc:sldMk cId="3299538037" sldId="257"/>
            <ac:spMk id="8" creationId="{B9F31212-B251-429B-B245-4F7F2F790372}"/>
          </ac:spMkLst>
        </pc:spChg>
        <pc:spChg chg="mod">
          <ac:chgData name="沛溪 中村" userId="4b6ad4d7a42030dd" providerId="LiveId" clId="{353225E4-864F-467D-8322-849B9B0A9092}" dt="2026-01-13T11:57:41.765" v="403"/>
          <ac:spMkLst>
            <pc:docMk/>
            <pc:sldMk cId="3299538037" sldId="257"/>
            <ac:spMk id="9" creationId="{74CE9C89-F09F-44DF-880C-0972C1DC3111}"/>
          </ac:spMkLst>
        </pc:spChg>
        <pc:spChg chg="add del">
          <ac:chgData name="沛溪 中村" userId="4b6ad4d7a42030dd" providerId="LiveId" clId="{353225E4-864F-467D-8322-849B9B0A9092}" dt="2026-01-13T12:01:41.095" v="414" actId="22"/>
          <ac:spMkLst>
            <pc:docMk/>
            <pc:sldMk cId="3299538037" sldId="257"/>
            <ac:spMk id="11" creationId="{7664C0D3-EF07-47F6-9F9B-A4A6867F7C9F}"/>
          </ac:spMkLst>
        </pc:spChg>
        <pc:spChg chg="add mod">
          <ac:chgData name="沛溪 中村" userId="4b6ad4d7a42030dd" providerId="LiveId" clId="{353225E4-864F-467D-8322-849B9B0A9092}" dt="2026-01-13T12:16:14.246" v="620" actId="207"/>
          <ac:spMkLst>
            <pc:docMk/>
            <pc:sldMk cId="3299538037" sldId="257"/>
            <ac:spMk id="15" creationId="{2A528B43-642E-418B-BF37-C1D32B3140A5}"/>
          </ac:spMkLst>
        </pc:spChg>
        <pc:spChg chg="mod">
          <ac:chgData name="沛溪 中村" userId="4b6ad4d7a42030dd" providerId="LiveId" clId="{353225E4-864F-467D-8322-849B9B0A9092}" dt="2026-01-13T12:05:18.279" v="525" actId="207"/>
          <ac:spMkLst>
            <pc:docMk/>
            <pc:sldMk cId="3299538037" sldId="257"/>
            <ac:spMk id="20" creationId="{21F299EC-E2CD-4423-A15E-BCDEEE6FB284}"/>
          </ac:spMkLst>
        </pc:spChg>
        <pc:spChg chg="mod">
          <ac:chgData name="沛溪 中村" userId="4b6ad4d7a42030dd" providerId="LiveId" clId="{353225E4-864F-467D-8322-849B9B0A9092}" dt="2026-01-13T12:02:59.103" v="446"/>
          <ac:spMkLst>
            <pc:docMk/>
            <pc:sldMk cId="3299538037" sldId="257"/>
            <ac:spMk id="21" creationId="{B14D5851-9DCB-41F9-83D2-00367E02D0C9}"/>
          </ac:spMkLst>
        </pc:spChg>
        <pc:spChg chg="mod">
          <ac:chgData name="沛溪 中村" userId="4b6ad4d7a42030dd" providerId="LiveId" clId="{353225E4-864F-467D-8322-849B9B0A9092}" dt="2026-01-13T12:05:18.279" v="525" actId="207"/>
          <ac:spMkLst>
            <pc:docMk/>
            <pc:sldMk cId="3299538037" sldId="257"/>
            <ac:spMk id="22" creationId="{FB568A7E-2AC6-47E7-9ABA-4FC8430B58FD}"/>
          </ac:spMkLst>
        </pc:spChg>
        <pc:spChg chg="mod">
          <ac:chgData name="沛溪 中村" userId="4b6ad4d7a42030dd" providerId="LiveId" clId="{353225E4-864F-467D-8322-849B9B0A9092}" dt="2026-01-13T12:03:45.028" v="497" actId="20577"/>
          <ac:spMkLst>
            <pc:docMk/>
            <pc:sldMk cId="3299538037" sldId="257"/>
            <ac:spMk id="26" creationId="{9755E394-6A7A-40E1-B726-E8E7C4A99A75}"/>
          </ac:spMkLst>
        </pc:spChg>
        <pc:spChg chg="mod">
          <ac:chgData name="沛溪 中村" userId="4b6ad4d7a42030dd" providerId="LiveId" clId="{353225E4-864F-467D-8322-849B9B0A9092}" dt="2026-01-13T12:03:17.051" v="461"/>
          <ac:spMkLst>
            <pc:docMk/>
            <pc:sldMk cId="3299538037" sldId="257"/>
            <ac:spMk id="27" creationId="{B3AD275C-1ED9-41E9-961D-D521A19112D0}"/>
          </ac:spMkLst>
        </pc:spChg>
        <pc:spChg chg="mod">
          <ac:chgData name="沛溪 中村" userId="4b6ad4d7a42030dd" providerId="LiveId" clId="{353225E4-864F-467D-8322-849B9B0A9092}" dt="2026-01-13T12:03:32.634" v="466" actId="20577"/>
          <ac:spMkLst>
            <pc:docMk/>
            <pc:sldMk cId="3299538037" sldId="257"/>
            <ac:spMk id="28" creationId="{125F6056-2CB4-405B-984F-09DB5DB43E01}"/>
          </ac:spMkLst>
        </pc:spChg>
        <pc:spChg chg="mod">
          <ac:chgData name="沛溪 中村" userId="4b6ad4d7a42030dd" providerId="LiveId" clId="{353225E4-864F-467D-8322-849B9B0A9092}" dt="2026-01-13T12:03:48.846" v="511" actId="20577"/>
          <ac:spMkLst>
            <pc:docMk/>
            <pc:sldMk cId="3299538037" sldId="257"/>
            <ac:spMk id="32" creationId="{FDB5F439-5E7A-43D2-8592-4A9CC09DBFA8}"/>
          </ac:spMkLst>
        </pc:spChg>
        <pc:spChg chg="mod">
          <ac:chgData name="沛溪 中村" userId="4b6ad4d7a42030dd" providerId="LiveId" clId="{353225E4-864F-467D-8322-849B9B0A9092}" dt="2026-01-13T12:03:22.082" v="464"/>
          <ac:spMkLst>
            <pc:docMk/>
            <pc:sldMk cId="3299538037" sldId="257"/>
            <ac:spMk id="33" creationId="{446304F8-7963-4B1C-B0F0-524F65194842}"/>
          </ac:spMkLst>
        </pc:spChg>
        <pc:spChg chg="mod">
          <ac:chgData name="沛溪 中村" userId="4b6ad4d7a42030dd" providerId="LiveId" clId="{353225E4-864F-467D-8322-849B9B0A9092}" dt="2026-01-13T12:03:50.635" v="512" actId="20577"/>
          <ac:spMkLst>
            <pc:docMk/>
            <pc:sldMk cId="3299538037" sldId="257"/>
            <ac:spMk id="34" creationId="{792C9C69-F65C-462C-8730-F35CE8F98E27}"/>
          </ac:spMkLst>
        </pc:spChg>
        <pc:spChg chg="add del">
          <ac:chgData name="沛溪 中村" userId="4b6ad4d7a42030dd" providerId="LiveId" clId="{353225E4-864F-467D-8322-849B9B0A9092}" dt="2026-01-13T12:16:50.400" v="628" actId="22"/>
          <ac:spMkLst>
            <pc:docMk/>
            <pc:sldMk cId="3299538037" sldId="257"/>
            <ac:spMk id="70" creationId="{71E563C7-3A80-46D6-90F2-B3B23F40F09A}"/>
          </ac:spMkLst>
        </pc:spChg>
        <pc:spChg chg="add del">
          <ac:chgData name="沛溪 中村" userId="4b6ad4d7a42030dd" providerId="LiveId" clId="{353225E4-864F-467D-8322-849B9B0A9092}" dt="2026-01-13T12:16:51.707" v="630" actId="22"/>
          <ac:spMkLst>
            <pc:docMk/>
            <pc:sldMk cId="3299538037" sldId="257"/>
            <ac:spMk id="72" creationId="{6E9AF80F-8CA1-4CA2-8DAC-B63E73CD335E}"/>
          </ac:spMkLst>
        </pc:spChg>
        <pc:grpChg chg="add mod">
          <ac:chgData name="沛溪 中村" userId="4b6ad4d7a42030dd" providerId="LiveId" clId="{353225E4-864F-467D-8322-849B9B0A9092}" dt="2026-01-13T12:02:27.309" v="433" actId="164"/>
          <ac:grpSpMkLst>
            <pc:docMk/>
            <pc:sldMk cId="3299538037" sldId="257"/>
            <ac:grpSpMk id="6" creationId="{C6AE43CA-2D08-461F-A7C5-912BD4B3BB03}"/>
          </ac:grpSpMkLst>
        </pc:grpChg>
        <pc:grpChg chg="add del mod">
          <ac:chgData name="沛溪 中村" userId="4b6ad4d7a42030dd" providerId="LiveId" clId="{353225E4-864F-467D-8322-849B9B0A9092}" dt="2026-01-13T11:57:54.011" v="408" actId="478"/>
          <ac:grpSpMkLst>
            <pc:docMk/>
            <pc:sldMk cId="3299538037" sldId="257"/>
            <ac:grpSpMk id="7" creationId="{7D76AADD-31FD-4CF1-AC1F-330611A6587D}"/>
          </ac:grpSpMkLst>
        </pc:grpChg>
        <pc:grpChg chg="add mod">
          <ac:chgData name="沛溪 中村" userId="4b6ad4d7a42030dd" providerId="LiveId" clId="{353225E4-864F-467D-8322-849B9B0A9092}" dt="2026-01-13T12:04:30.606" v="516" actId="1076"/>
          <ac:grpSpMkLst>
            <pc:docMk/>
            <pc:sldMk cId="3299538037" sldId="257"/>
            <ac:grpSpMk id="16" creationId="{C48D1DFF-FED1-474C-9662-B6C8215465E9}"/>
          </ac:grpSpMkLst>
        </pc:grpChg>
        <pc:grpChg chg="add mod">
          <ac:chgData name="沛溪 中村" userId="4b6ad4d7a42030dd" providerId="LiveId" clId="{353225E4-864F-467D-8322-849B9B0A9092}" dt="2026-01-13T12:03:01.836" v="447" actId="1076"/>
          <ac:grpSpMkLst>
            <pc:docMk/>
            <pc:sldMk cId="3299538037" sldId="257"/>
            <ac:grpSpMk id="17" creationId="{767139E7-FB11-472A-8A6B-FB12757AED56}"/>
          </ac:grpSpMkLst>
        </pc:grpChg>
        <pc:grpChg chg="mod">
          <ac:chgData name="沛溪 中村" userId="4b6ad4d7a42030dd" providerId="LiveId" clId="{353225E4-864F-467D-8322-849B9B0A9092}" dt="2026-01-13T12:02:59.103" v="446"/>
          <ac:grpSpMkLst>
            <pc:docMk/>
            <pc:sldMk cId="3299538037" sldId="257"/>
            <ac:grpSpMk id="18" creationId="{49CD10DB-6748-40FB-B491-750705A80A03}"/>
          </ac:grpSpMkLst>
        </pc:grpChg>
        <pc:grpChg chg="add mod">
          <ac:chgData name="沛溪 中村" userId="4b6ad4d7a42030dd" providerId="LiveId" clId="{353225E4-864F-467D-8322-849B9B0A9092}" dt="2026-01-13T12:03:21.692" v="463" actId="1076"/>
          <ac:grpSpMkLst>
            <pc:docMk/>
            <pc:sldMk cId="3299538037" sldId="257"/>
            <ac:grpSpMk id="23" creationId="{4DE905A7-1DE4-4C07-8FE5-04FB3D574FE7}"/>
          </ac:grpSpMkLst>
        </pc:grpChg>
        <pc:grpChg chg="mod">
          <ac:chgData name="沛溪 中村" userId="4b6ad4d7a42030dd" providerId="LiveId" clId="{353225E4-864F-467D-8322-849B9B0A9092}" dt="2026-01-13T12:03:17.051" v="461"/>
          <ac:grpSpMkLst>
            <pc:docMk/>
            <pc:sldMk cId="3299538037" sldId="257"/>
            <ac:grpSpMk id="24" creationId="{5223C794-B253-456E-984F-744D25364304}"/>
          </ac:grpSpMkLst>
        </pc:grpChg>
        <pc:grpChg chg="add mod">
          <ac:chgData name="沛溪 中村" userId="4b6ad4d7a42030dd" providerId="LiveId" clId="{353225E4-864F-467D-8322-849B9B0A9092}" dt="2026-01-13T12:03:26.026" v="465" actId="1076"/>
          <ac:grpSpMkLst>
            <pc:docMk/>
            <pc:sldMk cId="3299538037" sldId="257"/>
            <ac:grpSpMk id="29" creationId="{D4E80694-393A-4AD2-88C4-8FDB77D2AEAE}"/>
          </ac:grpSpMkLst>
        </pc:grpChg>
        <pc:grpChg chg="mod">
          <ac:chgData name="沛溪 中村" userId="4b6ad4d7a42030dd" providerId="LiveId" clId="{353225E4-864F-467D-8322-849B9B0A9092}" dt="2026-01-13T12:03:22.082" v="464"/>
          <ac:grpSpMkLst>
            <pc:docMk/>
            <pc:sldMk cId="3299538037" sldId="257"/>
            <ac:grpSpMk id="30" creationId="{A8FF4CE7-CF51-40DD-A886-7B61ABDFEC96}"/>
          </ac:grpSpMkLst>
        </pc:grpChg>
        <pc:picChg chg="add del mod">
          <ac:chgData name="沛溪 中村" userId="4b6ad4d7a42030dd" providerId="LiveId" clId="{353225E4-864F-467D-8322-849B9B0A9092}" dt="2026-01-13T12:11:28.690" v="545" actId="478"/>
          <ac:picMkLst>
            <pc:docMk/>
            <pc:sldMk cId="3299538037" sldId="257"/>
            <ac:picMk id="13" creationId="{3B56E872-4F61-4966-AF0E-32D0656C2231}"/>
          </ac:picMkLst>
        </pc:picChg>
        <pc:picChg chg="mod">
          <ac:chgData name="沛溪 中村" userId="4b6ad4d7a42030dd" providerId="LiveId" clId="{353225E4-864F-467D-8322-849B9B0A9092}" dt="2026-01-13T12:11:36.857" v="547" actId="1076"/>
          <ac:picMkLst>
            <pc:docMk/>
            <pc:sldMk cId="3299538037" sldId="257"/>
            <ac:picMk id="19" creationId="{BD8667EB-D62E-446B-B2D6-02B762FA097B}"/>
          </ac:picMkLst>
        </pc:picChg>
        <pc:picChg chg="del mod">
          <ac:chgData name="沛溪 中村" userId="4b6ad4d7a42030dd" providerId="LiveId" clId="{353225E4-864F-467D-8322-849B9B0A9092}" dt="2026-01-13T12:12:04.528" v="548" actId="478"/>
          <ac:picMkLst>
            <pc:docMk/>
            <pc:sldMk cId="3299538037" sldId="257"/>
            <ac:picMk id="25" creationId="{56AFB835-F718-4183-B55D-2CEC9C45FD5E}"/>
          </ac:picMkLst>
        </pc:picChg>
        <pc:picChg chg="del mod">
          <ac:chgData name="沛溪 中村" userId="4b6ad4d7a42030dd" providerId="LiveId" clId="{353225E4-864F-467D-8322-849B9B0A9092}" dt="2026-01-13T12:12:47.107" v="551" actId="478"/>
          <ac:picMkLst>
            <pc:docMk/>
            <pc:sldMk cId="3299538037" sldId="257"/>
            <ac:picMk id="31" creationId="{1D8280C0-6E0E-41F3-BE25-4F8809FF7514}"/>
          </ac:picMkLst>
        </pc:picChg>
        <pc:picChg chg="add del mod">
          <ac:chgData name="沛溪 中村" userId="4b6ad4d7a42030dd" providerId="LiveId" clId="{353225E4-864F-467D-8322-849B9B0A9092}" dt="2026-01-13T12:06:17.259" v="536"/>
          <ac:picMkLst>
            <pc:docMk/>
            <pc:sldMk cId="3299538037" sldId="257"/>
            <ac:picMk id="38" creationId="{FC1EE6E6-9780-4D0C-9B01-8A2F66D7E5A5}"/>
          </ac:picMkLst>
        </pc:picChg>
        <pc:picChg chg="add del mod">
          <ac:chgData name="沛溪 中村" userId="4b6ad4d7a42030dd" providerId="LiveId" clId="{353225E4-864F-467D-8322-849B9B0A9092}" dt="2026-01-13T12:09:29.518" v="542" actId="478"/>
          <ac:picMkLst>
            <pc:docMk/>
            <pc:sldMk cId="3299538037" sldId="257"/>
            <ac:picMk id="40" creationId="{3B3BDC6B-4EA5-42AE-AEFC-66FEBD138DC7}"/>
          </ac:picMkLst>
        </pc:picChg>
        <pc:picChg chg="add del mod">
          <ac:chgData name="沛溪 中村" userId="4b6ad4d7a42030dd" providerId="LiveId" clId="{353225E4-864F-467D-8322-849B9B0A9092}" dt="2026-01-13T12:16:17.359" v="621" actId="478"/>
          <ac:picMkLst>
            <pc:docMk/>
            <pc:sldMk cId="3299538037" sldId="257"/>
            <ac:picMk id="42" creationId="{8FD15056-5E9F-4530-B1B0-7EFD789779B6}"/>
          </ac:picMkLst>
        </pc:picChg>
        <pc:picChg chg="add mod">
          <ac:chgData name="沛溪 中村" userId="4b6ad4d7a42030dd" providerId="LiveId" clId="{353225E4-864F-467D-8322-849B9B0A9092}" dt="2026-01-13T12:12:10.738" v="550" actId="1076"/>
          <ac:picMkLst>
            <pc:docMk/>
            <pc:sldMk cId="3299538037" sldId="257"/>
            <ac:picMk id="44" creationId="{AA619368-4AF0-4BAC-A9D2-016FA7957E68}"/>
          </ac:picMkLst>
        </pc:picChg>
        <pc:picChg chg="add mod">
          <ac:chgData name="沛溪 中村" userId="4b6ad4d7a42030dd" providerId="LiveId" clId="{353225E4-864F-467D-8322-849B9B0A9092}" dt="2026-01-13T12:12:56.893" v="555" actId="1076"/>
          <ac:picMkLst>
            <pc:docMk/>
            <pc:sldMk cId="3299538037" sldId="257"/>
            <ac:picMk id="46" creationId="{3F38CBE5-B325-4D15-A40A-245D3842989C}"/>
          </ac:picMkLst>
        </pc:picChg>
        <pc:picChg chg="add del mod">
          <ac:chgData name="沛溪 中村" userId="4b6ad4d7a42030dd" providerId="LiveId" clId="{353225E4-864F-467D-8322-849B9B0A9092}" dt="2026-01-13T12:16:30.477" v="623"/>
          <ac:picMkLst>
            <pc:docMk/>
            <pc:sldMk cId="3299538037" sldId="257"/>
            <ac:picMk id="66" creationId="{E1E7CF84-D19F-4F1A-B378-5EDAEAD08C1B}"/>
          </ac:picMkLst>
        </pc:picChg>
        <pc:picChg chg="add del mod">
          <ac:chgData name="沛溪 中村" userId="4b6ad4d7a42030dd" providerId="LiveId" clId="{353225E4-864F-467D-8322-849B9B0A9092}" dt="2026-01-13T12:17:04.941" v="633" actId="21"/>
          <ac:picMkLst>
            <pc:docMk/>
            <pc:sldMk cId="3299538037" sldId="257"/>
            <ac:picMk id="68" creationId="{09AB2D8E-1D8B-4CB1-9985-7D2724B9FEFC}"/>
          </ac:picMkLst>
        </pc:picChg>
        <pc:picChg chg="add mod">
          <ac:chgData name="沛溪 中村" userId="4b6ad4d7a42030dd" providerId="LiveId" clId="{353225E4-864F-467D-8322-849B9B0A9092}" dt="2026-01-13T12:17:21.109" v="639" actId="1076"/>
          <ac:picMkLst>
            <pc:docMk/>
            <pc:sldMk cId="3299538037" sldId="257"/>
            <ac:picMk id="74" creationId="{F01B2C4B-C716-40FD-B472-3AA118BD9113}"/>
          </ac:picMkLst>
        </pc:picChg>
        <pc:cxnChg chg="add del">
          <ac:chgData name="沛溪 中村" userId="4b6ad4d7a42030dd" providerId="LiveId" clId="{353225E4-864F-467D-8322-849B9B0A9092}" dt="2026-01-13T12:05:38.130" v="529" actId="478"/>
          <ac:cxnSpMkLst>
            <pc:docMk/>
            <pc:sldMk cId="3299538037" sldId="257"/>
            <ac:cxnSpMk id="36" creationId="{9356CD0A-4E31-4664-A5B3-95FBB807A8D7}"/>
          </ac:cxnSpMkLst>
        </pc:cxnChg>
        <pc:cxnChg chg="add mod ord">
          <ac:chgData name="沛溪 中村" userId="4b6ad4d7a42030dd" providerId="LiveId" clId="{353225E4-864F-467D-8322-849B9B0A9092}" dt="2026-01-13T12:14:45.239" v="595" actId="692"/>
          <ac:cxnSpMkLst>
            <pc:docMk/>
            <pc:sldMk cId="3299538037" sldId="257"/>
            <ac:cxnSpMk id="48" creationId="{302D6684-3025-41A5-A869-CD95CEFEDE70}"/>
          </ac:cxnSpMkLst>
        </pc:cxnChg>
        <pc:cxnChg chg="add del mod">
          <ac:chgData name="沛溪 中村" userId="4b6ad4d7a42030dd" providerId="LiveId" clId="{353225E4-864F-467D-8322-849B9B0A9092}" dt="2026-01-13T12:13:29.118" v="560"/>
          <ac:cxnSpMkLst>
            <pc:docMk/>
            <pc:sldMk cId="3299538037" sldId="257"/>
            <ac:cxnSpMk id="50" creationId="{FEB7A069-4A25-4510-8691-12090A6B7FA8}"/>
          </ac:cxnSpMkLst>
        </pc:cxnChg>
        <pc:cxnChg chg="add mod ord">
          <ac:chgData name="沛溪 中村" userId="4b6ad4d7a42030dd" providerId="LiveId" clId="{353225E4-864F-467D-8322-849B9B0A9092}" dt="2026-01-13T12:15:13.915" v="611" actId="14100"/>
          <ac:cxnSpMkLst>
            <pc:docMk/>
            <pc:sldMk cId="3299538037" sldId="257"/>
            <ac:cxnSpMk id="54" creationId="{9875D3D3-23FE-4E72-97E0-C3AD5ADF0184}"/>
          </ac:cxnSpMkLst>
        </pc:cxnChg>
        <pc:cxnChg chg="add mod">
          <ac:chgData name="沛溪 中村" userId="4b6ad4d7a42030dd" providerId="LiveId" clId="{353225E4-864F-467D-8322-849B9B0A9092}" dt="2026-01-13T12:15:19.569" v="613" actId="1076"/>
          <ac:cxnSpMkLst>
            <pc:docMk/>
            <pc:sldMk cId="3299538037" sldId="257"/>
            <ac:cxnSpMk id="56" creationId="{E627F3CB-D19E-4372-A510-CAEBB266E5A7}"/>
          </ac:cxnSpMkLst>
        </pc:cxnChg>
        <pc:cxnChg chg="add mod ord">
          <ac:chgData name="沛溪 中村" userId="4b6ad4d7a42030dd" providerId="LiveId" clId="{353225E4-864F-467D-8322-849B9B0A9092}" dt="2026-01-13T12:15:16.370" v="612" actId="14100"/>
          <ac:cxnSpMkLst>
            <pc:docMk/>
            <pc:sldMk cId="3299538037" sldId="257"/>
            <ac:cxnSpMk id="59" creationId="{007B5ECC-D1C3-4CD1-AC32-72414C03504D}"/>
          </ac:cxnSpMkLst>
        </pc:cxnChg>
        <pc:cxnChg chg="add del mod">
          <ac:chgData name="沛溪 中村" userId="4b6ad4d7a42030dd" providerId="LiveId" clId="{353225E4-864F-467D-8322-849B9B0A9092}" dt="2026-01-13T12:14:52.899" v="602" actId="478"/>
          <ac:cxnSpMkLst>
            <pc:docMk/>
            <pc:sldMk cId="3299538037" sldId="257"/>
            <ac:cxnSpMk id="60" creationId="{2B3401E9-63DA-443E-9E0B-D515D18E95DC}"/>
          </ac:cxnSpMkLst>
        </pc:cxnChg>
        <pc:cxnChg chg="add mod ord">
          <ac:chgData name="沛溪 中村" userId="4b6ad4d7a42030dd" providerId="LiveId" clId="{353225E4-864F-467D-8322-849B9B0A9092}" dt="2026-01-13T12:15:08.924" v="610" actId="167"/>
          <ac:cxnSpMkLst>
            <pc:docMk/>
            <pc:sldMk cId="3299538037" sldId="257"/>
            <ac:cxnSpMk id="61" creationId="{EB3C9446-EDD0-452E-A411-C53E0BFF4800}"/>
          </ac:cxnSpMkLst>
        </pc:cxnChg>
      </pc:sldChg>
      <pc:sldChg chg="delSp add del mod">
        <pc:chgData name="沛溪 中村" userId="4b6ad4d7a42030dd" providerId="LiveId" clId="{353225E4-864F-467D-8322-849B9B0A9092}" dt="2026-01-13T12:46:50.649" v="2548" actId="47"/>
        <pc:sldMkLst>
          <pc:docMk/>
          <pc:sldMk cId="1178221437" sldId="258"/>
        </pc:sldMkLst>
        <pc:spChg chg="del">
          <ac:chgData name="沛溪 中村" userId="4b6ad4d7a42030dd" providerId="LiveId" clId="{353225E4-864F-467D-8322-849B9B0A9092}" dt="2026-01-13T11:55:32.567" v="321" actId="478"/>
          <ac:spMkLst>
            <pc:docMk/>
            <pc:sldMk cId="1178221437" sldId="258"/>
            <ac:spMk id="2" creationId="{71363741-C0E3-4973-95D6-00B7F96EE5CF}"/>
          </ac:spMkLst>
        </pc:spChg>
        <pc:spChg chg="del">
          <ac:chgData name="沛溪 中村" userId="4b6ad4d7a42030dd" providerId="LiveId" clId="{353225E4-864F-467D-8322-849B9B0A9092}" dt="2026-01-13T11:55:33.782" v="322" actId="478"/>
          <ac:spMkLst>
            <pc:docMk/>
            <pc:sldMk cId="1178221437" sldId="258"/>
            <ac:spMk id="3" creationId="{78098B1E-BA15-408D-9151-1809E39AA510}"/>
          </ac:spMkLst>
        </pc:spChg>
      </pc:sldChg>
      <pc:sldChg chg="modSp add del mod ord">
        <pc:chgData name="沛溪 中村" userId="4b6ad4d7a42030dd" providerId="LiveId" clId="{353225E4-864F-467D-8322-849B9B0A9092}" dt="2026-01-13T12:17:17.782" v="638"/>
        <pc:sldMkLst>
          <pc:docMk/>
          <pc:sldMk cId="4118616141" sldId="259"/>
        </pc:sldMkLst>
        <pc:picChg chg="mod">
          <ac:chgData name="沛溪 中村" userId="4b6ad4d7a42030dd" providerId="LiveId" clId="{353225E4-864F-467D-8322-849B9B0A9092}" dt="2026-01-13T12:17:16.662" v="636" actId="1076"/>
          <ac:picMkLst>
            <pc:docMk/>
            <pc:sldMk cId="4118616141" sldId="259"/>
            <ac:picMk id="42" creationId="{8FD15056-5E9F-4530-B1B0-7EFD789779B6}"/>
          </ac:picMkLst>
        </pc:picChg>
      </pc:sldChg>
      <pc:sldChg chg="modSp add mod">
        <pc:chgData name="沛溪 中村" userId="4b6ad4d7a42030dd" providerId="LiveId" clId="{353225E4-864F-467D-8322-849B9B0A9092}" dt="2026-01-13T12:18:16.201" v="647" actId="14826"/>
        <pc:sldMkLst>
          <pc:docMk/>
          <pc:sldMk cId="76436427" sldId="260"/>
        </pc:sldMkLst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0" creationId="{21F299EC-E2CD-4423-A15E-BCDEEE6FB284}"/>
          </ac:spMkLst>
        </pc:spChg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1" creationId="{B14D5851-9DCB-41F9-83D2-00367E02D0C9}"/>
          </ac:spMkLst>
        </pc:spChg>
        <pc:spChg chg="mod">
          <ac:chgData name="沛溪 中村" userId="4b6ad4d7a42030dd" providerId="LiveId" clId="{353225E4-864F-467D-8322-849B9B0A9092}" dt="2026-01-13T12:18:16.201" v="647" actId="14826"/>
          <ac:spMkLst>
            <pc:docMk/>
            <pc:sldMk cId="76436427" sldId="260"/>
            <ac:spMk id="22" creationId="{FB568A7E-2AC6-47E7-9ABA-4FC8430B58FD}"/>
          </ac:spMkLst>
        </pc:spChg>
        <pc:grpChg chg="mod">
          <ac:chgData name="沛溪 中村" userId="4b6ad4d7a42030dd" providerId="LiveId" clId="{353225E4-864F-467D-8322-849B9B0A9092}" dt="2026-01-13T12:18:16.201" v="647" actId="14826"/>
          <ac:grpSpMkLst>
            <pc:docMk/>
            <pc:sldMk cId="76436427" sldId="260"/>
            <ac:grpSpMk id="17" creationId="{767139E7-FB11-472A-8A6B-FB12757AED56}"/>
          </ac:grpSpMkLst>
        </pc:grpChg>
        <pc:grpChg chg="mod">
          <ac:chgData name="沛溪 中村" userId="4b6ad4d7a42030dd" providerId="LiveId" clId="{353225E4-864F-467D-8322-849B9B0A9092}" dt="2026-01-13T12:18:16.201" v="647" actId="14826"/>
          <ac:grpSpMkLst>
            <pc:docMk/>
            <pc:sldMk cId="76436427" sldId="260"/>
            <ac:grpSpMk id="18" creationId="{49CD10DB-6748-40FB-B491-750705A80A03}"/>
          </ac:grpSpMkLst>
        </pc:grpChg>
        <pc:picChg chg="mod">
          <ac:chgData name="沛溪 中村" userId="4b6ad4d7a42030dd" providerId="LiveId" clId="{353225E4-864F-467D-8322-849B9B0A9092}" dt="2026-01-13T12:18:16.201" v="647" actId="14826"/>
          <ac:picMkLst>
            <pc:docMk/>
            <pc:sldMk cId="76436427" sldId="260"/>
            <ac:picMk id="19" creationId="{BD8667EB-D62E-446B-B2D6-02B762FA097B}"/>
          </ac:picMkLst>
        </pc:picChg>
        <pc:cxnChg chg="mod">
          <ac:chgData name="沛溪 中村" userId="4b6ad4d7a42030dd" providerId="LiveId" clId="{353225E4-864F-467D-8322-849B9B0A9092}" dt="2026-01-13T12:17:30.678" v="643" actId="692"/>
          <ac:cxnSpMkLst>
            <pc:docMk/>
            <pc:sldMk cId="76436427" sldId="260"/>
            <ac:cxnSpMk id="48" creationId="{302D6684-3025-41A5-A869-CD95CEFEDE70}"/>
          </ac:cxnSpMkLst>
        </pc:cxnChg>
      </pc:sldChg>
      <pc:sldChg chg="add del">
        <pc:chgData name="沛溪 中村" userId="4b6ad4d7a42030dd" providerId="LiveId" clId="{353225E4-864F-467D-8322-849B9B0A9092}" dt="2026-01-13T12:17:24.469" v="640" actId="47"/>
        <pc:sldMkLst>
          <pc:docMk/>
          <pc:sldMk cId="375189303" sldId="260"/>
        </pc:sldMkLst>
      </pc:sldChg>
      <pc:sldChg chg="modSp add mod">
        <pc:chgData name="沛溪 中村" userId="4b6ad4d7a42030dd" providerId="LiveId" clId="{353225E4-864F-467D-8322-849B9B0A9092}" dt="2026-01-13T12:18:49.140" v="652" actId="692"/>
        <pc:sldMkLst>
          <pc:docMk/>
          <pc:sldMk cId="1182989881" sldId="261"/>
        </pc:sldMkLst>
        <pc:spChg chg="mod">
          <ac:chgData name="沛溪 中村" userId="4b6ad4d7a42030dd" providerId="LiveId" clId="{353225E4-864F-467D-8322-849B9B0A9092}" dt="2026-01-13T12:18:42.210" v="651" actId="207"/>
          <ac:spMkLst>
            <pc:docMk/>
            <pc:sldMk cId="1182989881" sldId="261"/>
            <ac:spMk id="26" creationId="{9755E394-6A7A-40E1-B726-E8E7C4A99A75}"/>
          </ac:spMkLst>
        </pc:spChg>
        <pc:spChg chg="mod">
          <ac:chgData name="沛溪 中村" userId="4b6ad4d7a42030dd" providerId="LiveId" clId="{353225E4-864F-467D-8322-849B9B0A9092}" dt="2026-01-13T12:18:49.140" v="652" actId="692"/>
          <ac:spMkLst>
            <pc:docMk/>
            <pc:sldMk cId="1182989881" sldId="261"/>
            <ac:spMk id="27" creationId="{B3AD275C-1ED9-41E9-961D-D521A19112D0}"/>
          </ac:spMkLst>
        </pc:spChg>
        <pc:spChg chg="mod">
          <ac:chgData name="沛溪 中村" userId="4b6ad4d7a42030dd" providerId="LiveId" clId="{353225E4-864F-467D-8322-849B9B0A9092}" dt="2026-01-13T12:18:42.210" v="651" actId="207"/>
          <ac:spMkLst>
            <pc:docMk/>
            <pc:sldMk cId="1182989881" sldId="261"/>
            <ac:spMk id="28" creationId="{125F6056-2CB4-405B-984F-09DB5DB43E01}"/>
          </ac:spMkLst>
        </pc:spChg>
        <pc:picChg chg="mod">
          <ac:chgData name="沛溪 中村" userId="4b6ad4d7a42030dd" providerId="LiveId" clId="{353225E4-864F-467D-8322-849B9B0A9092}" dt="2026-01-13T12:18:37.483" v="650" actId="14826"/>
          <ac:picMkLst>
            <pc:docMk/>
            <pc:sldMk cId="1182989881" sldId="261"/>
            <ac:picMk id="44" creationId="{AA619368-4AF0-4BAC-A9D2-016FA7957E68}"/>
          </ac:picMkLst>
        </pc:pic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4" creationId="{9875D3D3-23FE-4E72-97E0-C3AD5ADF0184}"/>
          </ac:cxnSpMkLst>
        </pc:cxn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6" creationId="{E627F3CB-D19E-4372-A510-CAEBB266E5A7}"/>
          </ac:cxnSpMkLst>
        </pc:cxnChg>
        <pc:cxnChg chg="mod">
          <ac:chgData name="沛溪 中村" userId="4b6ad4d7a42030dd" providerId="LiveId" clId="{353225E4-864F-467D-8322-849B9B0A9092}" dt="2026-01-13T12:18:26.732" v="649" actId="692"/>
          <ac:cxnSpMkLst>
            <pc:docMk/>
            <pc:sldMk cId="1182989881" sldId="261"/>
            <ac:cxnSpMk id="59" creationId="{007B5ECC-D1C3-4CD1-AC32-72414C03504D}"/>
          </ac:cxnSpMkLst>
        </pc:cxnChg>
      </pc:sldChg>
      <pc:sldChg chg="add del">
        <pc:chgData name="沛溪 中村" userId="4b6ad4d7a42030dd" providerId="LiveId" clId="{353225E4-864F-467D-8322-849B9B0A9092}" dt="2026-01-13T12:17:25.135" v="641" actId="47"/>
        <pc:sldMkLst>
          <pc:docMk/>
          <pc:sldMk cId="3848017193" sldId="261"/>
        </pc:sldMkLst>
      </pc:sldChg>
      <pc:sldChg chg="addSp modSp add mod">
        <pc:chgData name="沛溪 中村" userId="4b6ad4d7a42030dd" providerId="LiveId" clId="{353225E4-864F-467D-8322-849B9B0A9092}" dt="2026-01-14T13:38:32.873" v="12047" actId="2711"/>
        <pc:sldMkLst>
          <pc:docMk/>
          <pc:sldMk cId="2903389945" sldId="262"/>
        </pc:sldMkLst>
        <pc:spChg chg="add mod">
          <ac:chgData name="沛溪 中村" userId="4b6ad4d7a42030dd" providerId="LiveId" clId="{353225E4-864F-467D-8322-849B9B0A9092}" dt="2026-01-13T12:20:20.670" v="721" actId="1076"/>
          <ac:spMkLst>
            <pc:docMk/>
            <pc:sldMk cId="2903389945" sldId="262"/>
            <ac:spMk id="2" creationId="{529201A5-D1E3-46D0-BB18-C33BB318D456}"/>
          </ac:spMkLst>
        </pc:spChg>
        <pc:spChg chg="add mod">
          <ac:chgData name="沛溪 中村" userId="4b6ad4d7a42030dd" providerId="LiveId" clId="{353225E4-864F-467D-8322-849B9B0A9092}" dt="2026-01-13T12:21:57.097" v="797" actId="1076"/>
          <ac:spMkLst>
            <pc:docMk/>
            <pc:sldMk cId="2903389945" sldId="262"/>
            <ac:spMk id="3" creationId="{7E288859-9B22-4438-AA66-09082DCE6083}"/>
          </ac:spMkLst>
        </pc:spChg>
        <pc:spChg chg="add mod">
          <ac:chgData name="沛溪 中村" userId="4b6ad4d7a42030dd" providerId="LiveId" clId="{353225E4-864F-467D-8322-849B9B0A9092}" dt="2026-01-13T12:22:16.291" v="817" actId="1076"/>
          <ac:spMkLst>
            <pc:docMk/>
            <pc:sldMk cId="2903389945" sldId="262"/>
            <ac:spMk id="4" creationId="{702210D9-1875-417B-97C8-736B3BC5C669}"/>
          </ac:spMkLst>
        </pc:spChg>
        <pc:spChg chg="add mod ord">
          <ac:chgData name="沛溪 中村" userId="4b6ad4d7a42030dd" providerId="LiveId" clId="{353225E4-864F-467D-8322-849B9B0A9092}" dt="2026-01-13T12:21:54.514" v="796" actId="692"/>
          <ac:spMkLst>
            <pc:docMk/>
            <pc:sldMk cId="2903389945" sldId="262"/>
            <ac:spMk id="5" creationId="{3D195604-6E68-48B8-9C23-6B19CBE01A8A}"/>
          </ac:spMkLst>
        </pc:spChg>
        <pc:spChg chg="add mod ord">
          <ac:chgData name="沛溪 中村" userId="4b6ad4d7a42030dd" providerId="LiveId" clId="{353225E4-864F-467D-8322-849B9B0A9092}" dt="2026-01-14T13:38:15.463" v="12041" actId="1076"/>
          <ac:spMkLst>
            <pc:docMk/>
            <pc:sldMk cId="2903389945" sldId="262"/>
            <ac:spMk id="6" creationId="{5A8DD637-03F4-4C31-8BBA-0C2B0C1C0C61}"/>
          </ac:spMkLst>
        </pc:spChg>
        <pc:spChg chg="add mod">
          <ac:chgData name="沛溪 中村" userId="4b6ad4d7a42030dd" providerId="LiveId" clId="{353225E4-864F-467D-8322-849B9B0A9092}" dt="2026-01-14T13:38:29.753" v="12046" actId="2711"/>
          <ac:spMkLst>
            <pc:docMk/>
            <pc:sldMk cId="2903389945" sldId="262"/>
            <ac:spMk id="7" creationId="{CAD25DCA-EDF1-48C7-B6D6-C2ABBD1C5BDE}"/>
          </ac:spMkLst>
        </pc:spChg>
        <pc:spChg chg="add mod">
          <ac:chgData name="沛溪 中村" userId="4b6ad4d7a42030dd" providerId="LiveId" clId="{353225E4-864F-467D-8322-849B9B0A9092}" dt="2026-01-14T13:38:32.873" v="12047" actId="2711"/>
          <ac:spMkLst>
            <pc:docMk/>
            <pc:sldMk cId="2903389945" sldId="262"/>
            <ac:spMk id="8" creationId="{3766C356-255F-47BB-8B4E-49C7A2F626E7}"/>
          </ac:spMkLst>
        </pc:spChg>
      </pc:sldChg>
      <pc:sldChg chg="addSp delSp modSp add mod">
        <pc:chgData name="沛溪 中村" userId="4b6ad4d7a42030dd" providerId="LiveId" clId="{353225E4-864F-467D-8322-849B9B0A9092}" dt="2026-01-16T05:52:02.535" v="13165" actId="20577"/>
        <pc:sldMkLst>
          <pc:docMk/>
          <pc:sldMk cId="1813256592" sldId="263"/>
        </pc:sldMkLst>
        <pc:spChg chg="del">
          <ac:chgData name="沛溪 中村" userId="4b6ad4d7a42030dd" providerId="LiveId" clId="{353225E4-864F-467D-8322-849B9B0A9092}" dt="2026-01-13T12:27:46.541" v="1487" actId="478"/>
          <ac:spMkLst>
            <pc:docMk/>
            <pc:sldMk cId="1813256592" sldId="263"/>
            <ac:spMk id="3" creationId="{7E288859-9B22-4438-AA66-09082DCE6083}"/>
          </ac:spMkLst>
        </pc:spChg>
        <pc:spChg chg="del">
          <ac:chgData name="沛溪 中村" userId="4b6ad4d7a42030dd" providerId="LiveId" clId="{353225E4-864F-467D-8322-849B9B0A9092}" dt="2026-01-13T12:27:49.189" v="1489" actId="478"/>
          <ac:spMkLst>
            <pc:docMk/>
            <pc:sldMk cId="1813256592" sldId="263"/>
            <ac:spMk id="4" creationId="{702210D9-1875-417B-97C8-736B3BC5C669}"/>
          </ac:spMkLst>
        </pc:spChg>
        <pc:spChg chg="del">
          <ac:chgData name="沛溪 中村" userId="4b6ad4d7a42030dd" providerId="LiveId" clId="{353225E4-864F-467D-8322-849B9B0A9092}" dt="2026-01-13T12:27:45.394" v="1486" actId="478"/>
          <ac:spMkLst>
            <pc:docMk/>
            <pc:sldMk cId="1813256592" sldId="263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3T12:27:49.598" v="1490" actId="478"/>
          <ac:spMkLst>
            <pc:docMk/>
            <pc:sldMk cId="1813256592" sldId="263"/>
            <ac:spMk id="6" creationId="{5A8DD637-03F4-4C31-8BBA-0C2B0C1C0C61}"/>
          </ac:spMkLst>
        </pc:spChg>
        <pc:spChg chg="del">
          <ac:chgData name="沛溪 中村" userId="4b6ad4d7a42030dd" providerId="LiveId" clId="{353225E4-864F-467D-8322-849B9B0A9092}" dt="2026-01-13T12:27:47.660" v="1488" actId="478"/>
          <ac:spMkLst>
            <pc:docMk/>
            <pc:sldMk cId="1813256592" sldId="263"/>
            <ac:spMk id="7" creationId="{CAD25DCA-EDF1-48C7-B6D6-C2ABBD1C5BDE}"/>
          </ac:spMkLst>
        </pc:spChg>
        <pc:spChg chg="add mod">
          <ac:chgData name="沛溪 中村" userId="4b6ad4d7a42030dd" providerId="LiveId" clId="{353225E4-864F-467D-8322-849B9B0A9092}" dt="2026-01-16T05:52:02.535" v="13165" actId="20577"/>
          <ac:spMkLst>
            <pc:docMk/>
            <pc:sldMk cId="1813256592" sldId="263"/>
            <ac:spMk id="7" creationId="{F9B3C64C-B0FE-42AA-99FA-FDDF08919466}"/>
          </ac:spMkLst>
        </pc:spChg>
        <pc:spChg chg="del">
          <ac:chgData name="沛溪 中村" userId="4b6ad4d7a42030dd" providerId="LiveId" clId="{353225E4-864F-467D-8322-849B9B0A9092}" dt="2026-01-13T12:27:50.562" v="1491" actId="478"/>
          <ac:spMkLst>
            <pc:docMk/>
            <pc:sldMk cId="1813256592" sldId="263"/>
            <ac:spMk id="8" creationId="{3766C356-255F-47BB-8B4E-49C7A2F626E7}"/>
          </ac:spMkLst>
        </pc:spChg>
        <pc:spChg chg="add mod ord">
          <ac:chgData name="沛溪 中村" userId="4b6ad4d7a42030dd" providerId="LiveId" clId="{353225E4-864F-467D-8322-849B9B0A9092}" dt="2026-01-16T05:51:56.657" v="13163" actId="1076"/>
          <ac:spMkLst>
            <pc:docMk/>
            <pc:sldMk cId="1813256592" sldId="263"/>
            <ac:spMk id="11" creationId="{B12064B1-187A-4AE6-B3E0-73D319EC27A9}"/>
          </ac:spMkLst>
        </pc:spChg>
        <pc:spChg chg="add mod">
          <ac:chgData name="沛溪 中村" userId="4b6ad4d7a42030dd" providerId="LiveId" clId="{353225E4-864F-467D-8322-849B9B0A9092}" dt="2026-01-16T05:50:26.943" v="13045" actId="1076"/>
          <ac:spMkLst>
            <pc:docMk/>
            <pc:sldMk cId="1813256592" sldId="263"/>
            <ac:spMk id="14" creationId="{62035740-A158-440C-8C28-DB59AE8F0B16}"/>
          </ac:spMkLst>
        </pc:spChg>
        <pc:picChg chg="add mod">
          <ac:chgData name="沛溪 中村" userId="4b6ad4d7a42030dd" providerId="LiveId" clId="{353225E4-864F-467D-8322-849B9B0A9092}" dt="2026-01-13T12:29:34.349" v="1521" actId="1076"/>
          <ac:picMkLst>
            <pc:docMk/>
            <pc:sldMk cId="1813256592" sldId="263"/>
            <ac:picMk id="10" creationId="{00408EAB-D660-4160-9171-37FF4D424089}"/>
          </ac:picMkLst>
        </pc:picChg>
        <pc:picChg chg="add mod">
          <ac:chgData name="沛溪 中村" userId="4b6ad4d7a42030dd" providerId="LiveId" clId="{353225E4-864F-467D-8322-849B9B0A9092}" dt="2026-01-16T05:50:25.021" v="13044" actId="1076"/>
          <ac:picMkLst>
            <pc:docMk/>
            <pc:sldMk cId="1813256592" sldId="263"/>
            <ac:picMk id="13" creationId="{15BD1663-F9D6-4821-A599-B484139730AC}"/>
          </ac:picMkLst>
        </pc:picChg>
      </pc:sldChg>
      <pc:sldChg chg="addSp delSp modSp add mod">
        <pc:chgData name="沛溪 中村" userId="4b6ad4d7a42030dd" providerId="LiveId" clId="{353225E4-864F-467D-8322-849B9B0A9092}" dt="2026-01-13T12:34:55.355" v="1864" actId="20577"/>
        <pc:sldMkLst>
          <pc:docMk/>
          <pc:sldMk cId="2362338169" sldId="264"/>
        </pc:sldMkLst>
        <pc:spChg chg="mod">
          <ac:chgData name="沛溪 中村" userId="4b6ad4d7a42030dd" providerId="LiveId" clId="{353225E4-864F-467D-8322-849B9B0A9092}" dt="2026-01-13T12:31:40.859" v="1769" actId="20577"/>
          <ac:spMkLst>
            <pc:docMk/>
            <pc:sldMk cId="2362338169" sldId="264"/>
            <ac:spMk id="2" creationId="{529201A5-D1E3-46D0-BB18-C33BB318D456}"/>
          </ac:spMkLst>
        </pc:spChg>
        <pc:spChg chg="add del mod">
          <ac:chgData name="沛溪 中村" userId="4b6ad4d7a42030dd" providerId="LiveId" clId="{353225E4-864F-467D-8322-849B9B0A9092}" dt="2026-01-13T12:31:37.208" v="1767" actId="478"/>
          <ac:spMkLst>
            <pc:docMk/>
            <pc:sldMk cId="2362338169" sldId="264"/>
            <ac:spMk id="3" creationId="{7E288859-9B22-4438-AA66-09082DCE6083}"/>
          </ac:spMkLst>
        </pc:spChg>
        <pc:spChg chg="del">
          <ac:chgData name="沛溪 中村" userId="4b6ad4d7a42030dd" providerId="LiveId" clId="{353225E4-864F-467D-8322-849B9B0A9092}" dt="2026-01-13T12:31:43.924" v="1771" actId="478"/>
          <ac:spMkLst>
            <pc:docMk/>
            <pc:sldMk cId="2362338169" sldId="264"/>
            <ac:spMk id="4" creationId="{702210D9-1875-417B-97C8-736B3BC5C669}"/>
          </ac:spMkLst>
        </pc:spChg>
        <pc:spChg chg="mod">
          <ac:chgData name="沛溪 中村" userId="4b6ad4d7a42030dd" providerId="LiveId" clId="{353225E4-864F-467D-8322-849B9B0A9092}" dt="2026-01-13T12:34:12.197" v="1846" actId="14100"/>
          <ac:spMkLst>
            <pc:docMk/>
            <pc:sldMk cId="2362338169" sldId="264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3T12:32:23.930" v="1779" actId="478"/>
          <ac:spMkLst>
            <pc:docMk/>
            <pc:sldMk cId="2362338169" sldId="264"/>
            <ac:spMk id="6" creationId="{5A8DD637-03F4-4C31-8BBA-0C2B0C1C0C61}"/>
          </ac:spMkLst>
        </pc:spChg>
        <pc:spChg chg="del">
          <ac:chgData name="沛溪 中村" userId="4b6ad4d7a42030dd" providerId="LiveId" clId="{353225E4-864F-467D-8322-849B9B0A9092}" dt="2026-01-13T12:31:42.617" v="1770" actId="478"/>
          <ac:spMkLst>
            <pc:docMk/>
            <pc:sldMk cId="2362338169" sldId="264"/>
            <ac:spMk id="7" creationId="{CAD25DCA-EDF1-48C7-B6D6-C2ABBD1C5BDE}"/>
          </ac:spMkLst>
        </pc:spChg>
        <pc:spChg chg="del">
          <ac:chgData name="沛溪 中村" userId="4b6ad4d7a42030dd" providerId="LiveId" clId="{353225E4-864F-467D-8322-849B9B0A9092}" dt="2026-01-13T12:31:44.838" v="1772" actId="478"/>
          <ac:spMkLst>
            <pc:docMk/>
            <pc:sldMk cId="2362338169" sldId="264"/>
            <ac:spMk id="8" creationId="{3766C356-255F-47BB-8B4E-49C7A2F626E7}"/>
          </ac:spMkLst>
        </pc:spChg>
        <pc:spChg chg="add mod">
          <ac:chgData name="沛溪 中村" userId="4b6ad4d7a42030dd" providerId="LiveId" clId="{353225E4-864F-467D-8322-849B9B0A9092}" dt="2026-01-13T12:34:55.355" v="1864" actId="20577"/>
          <ac:spMkLst>
            <pc:docMk/>
            <pc:sldMk cId="2362338169" sldId="264"/>
            <ac:spMk id="9" creationId="{36DA8502-1CE8-4AA0-B92D-076064896069}"/>
          </ac:spMkLst>
        </pc:spChg>
      </pc:sldChg>
      <pc:sldChg chg="addSp delSp modSp add del mod">
        <pc:chgData name="沛溪 中村" userId="4b6ad4d7a42030dd" providerId="LiveId" clId="{353225E4-864F-467D-8322-849B9B0A9092}" dt="2026-01-13T12:50:41.896" v="2571" actId="47"/>
        <pc:sldMkLst>
          <pc:docMk/>
          <pc:sldMk cId="2749632878" sldId="265"/>
        </pc:sldMkLst>
        <pc:spChg chg="add mod">
          <ac:chgData name="沛溪 中村" userId="4b6ad4d7a42030dd" providerId="LiveId" clId="{353225E4-864F-467D-8322-849B9B0A9092}" dt="2026-01-13T12:45:11.251" v="2439" actId="1076"/>
          <ac:spMkLst>
            <pc:docMk/>
            <pc:sldMk cId="2749632878" sldId="265"/>
            <ac:spMk id="3" creationId="{5F05EB7E-D734-4854-BAB3-0DF540E3D0E2}"/>
          </ac:spMkLst>
        </pc:spChg>
        <pc:spChg chg="add mod">
          <ac:chgData name="沛溪 中村" userId="4b6ad4d7a42030dd" providerId="LiveId" clId="{353225E4-864F-467D-8322-849B9B0A9092}" dt="2026-01-13T12:45:52.085" v="2466" actId="1076"/>
          <ac:spMkLst>
            <pc:docMk/>
            <pc:sldMk cId="2749632878" sldId="265"/>
            <ac:spMk id="4" creationId="{3E77F559-B366-4D61-8CF2-5FEB2C68C0F4}"/>
          </ac:spMkLst>
        </pc:spChg>
        <pc:spChg chg="mod">
          <ac:chgData name="沛溪 中村" userId="4b6ad4d7a42030dd" providerId="LiveId" clId="{353225E4-864F-467D-8322-849B9B0A9092}" dt="2026-01-13T12:45:07.427" v="2438" actId="1076"/>
          <ac:spMkLst>
            <pc:docMk/>
            <pc:sldMk cId="2749632878" sldId="265"/>
            <ac:spMk id="5" creationId="{3D195604-6E68-48B8-9C23-6B19CBE01A8A}"/>
          </ac:spMkLst>
        </pc:spChg>
        <pc:spChg chg="add del mod">
          <ac:chgData name="沛溪 中村" userId="4b6ad4d7a42030dd" providerId="LiveId" clId="{353225E4-864F-467D-8322-849B9B0A9092}" dt="2026-01-13T12:41:09.903" v="2146" actId="478"/>
          <ac:spMkLst>
            <pc:docMk/>
            <pc:sldMk cId="2749632878" sldId="265"/>
            <ac:spMk id="7" creationId="{5EC7AFE2-1CE6-4814-A635-6D9883DD83DB}"/>
          </ac:spMkLst>
        </pc:spChg>
        <pc:spChg chg="add mod">
          <ac:chgData name="沛溪 中村" userId="4b6ad4d7a42030dd" providerId="LiveId" clId="{353225E4-864F-467D-8322-849B9B0A9092}" dt="2026-01-13T12:46:37.189" v="2545" actId="1076"/>
          <ac:spMkLst>
            <pc:docMk/>
            <pc:sldMk cId="2749632878" sldId="265"/>
            <ac:spMk id="8" creationId="{DC72027D-A87C-4F2D-B2E7-93D162EA8E5B}"/>
          </ac:spMkLst>
        </pc:spChg>
        <pc:spChg chg="mod">
          <ac:chgData name="沛溪 中村" userId="4b6ad4d7a42030dd" providerId="LiveId" clId="{353225E4-864F-467D-8322-849B9B0A9092}" dt="2026-01-13T12:35:15.087" v="1866" actId="20577"/>
          <ac:spMkLst>
            <pc:docMk/>
            <pc:sldMk cId="2749632878" sldId="265"/>
            <ac:spMk id="9" creationId="{36DA8502-1CE8-4AA0-B92D-076064896069}"/>
          </ac:spMkLst>
        </pc:spChg>
      </pc:sldChg>
      <pc:sldChg chg="addSp delSp modSp add del mod">
        <pc:chgData name="沛溪 中村" userId="4b6ad4d7a42030dd" providerId="LiveId" clId="{353225E4-864F-467D-8322-849B9B0A9092}" dt="2026-01-14T12:18:19.989" v="3419" actId="47"/>
        <pc:sldMkLst>
          <pc:docMk/>
          <pc:sldMk cId="2897531879" sldId="266"/>
        </pc:sldMkLst>
        <pc:spChg chg="mod">
          <ac:chgData name="沛溪 中村" userId="4b6ad4d7a42030dd" providerId="LiveId" clId="{353225E4-864F-467D-8322-849B9B0A9092}" dt="2026-01-13T12:46:40.896" v="2546" actId="20577"/>
          <ac:spMkLst>
            <pc:docMk/>
            <pc:sldMk cId="2897531879" sldId="266"/>
            <ac:spMk id="2" creationId="{529201A5-D1E3-46D0-BB18-C33BB318D456}"/>
          </ac:spMkLst>
        </pc:spChg>
        <pc:spChg chg="del">
          <ac:chgData name="沛溪 中村" userId="4b6ad4d7a42030dd" providerId="LiveId" clId="{353225E4-864F-467D-8322-849B9B0A9092}" dt="2026-01-13T12:45:46.414" v="2464" actId="478"/>
          <ac:spMkLst>
            <pc:docMk/>
            <pc:sldMk cId="2897531879" sldId="266"/>
            <ac:spMk id="3" creationId="{5F05EB7E-D734-4854-BAB3-0DF540E3D0E2}"/>
          </ac:spMkLst>
        </pc:spChg>
        <pc:spChg chg="add mod">
          <ac:chgData name="沛溪 中村" userId="4b6ad4d7a42030dd" providerId="LiveId" clId="{353225E4-864F-467D-8322-849B9B0A9092}" dt="2026-01-14T12:09:55.163" v="2914" actId="20577"/>
          <ac:spMkLst>
            <pc:docMk/>
            <pc:sldMk cId="2897531879" sldId="266"/>
            <ac:spMk id="3" creationId="{EDEC7225-D682-44F5-B2E0-ADDEC8B0C5EA}"/>
          </ac:spMkLst>
        </pc:spChg>
        <pc:spChg chg="del">
          <ac:chgData name="沛溪 中村" userId="4b6ad4d7a42030dd" providerId="LiveId" clId="{353225E4-864F-467D-8322-849B9B0A9092}" dt="2026-01-13T12:45:44.431" v="2463" actId="478"/>
          <ac:spMkLst>
            <pc:docMk/>
            <pc:sldMk cId="2897531879" sldId="266"/>
            <ac:spMk id="4" creationId="{3E77F559-B366-4D61-8CF2-5FEB2C68C0F4}"/>
          </ac:spMkLst>
        </pc:spChg>
        <pc:spChg chg="del">
          <ac:chgData name="沛溪 中村" userId="4b6ad4d7a42030dd" providerId="LiveId" clId="{353225E4-864F-467D-8322-849B9B0A9092}" dt="2026-01-13T12:45:47.620" v="2465" actId="478"/>
          <ac:spMkLst>
            <pc:docMk/>
            <pc:sldMk cId="2897531879" sldId="266"/>
            <ac:spMk id="8" creationId="{DC72027D-A87C-4F2D-B2E7-93D162EA8E5B}"/>
          </ac:spMkLst>
        </pc:spChg>
      </pc:sldChg>
      <pc:sldChg chg="addSp modSp add mod">
        <pc:chgData name="沛溪 中村" userId="4b6ad4d7a42030dd" providerId="LiveId" clId="{353225E4-864F-467D-8322-849B9B0A9092}" dt="2026-01-14T13:38:02.573" v="12039" actId="1076"/>
        <pc:sldMkLst>
          <pc:docMk/>
          <pc:sldMk cId="2426827196" sldId="267"/>
        </pc:sldMkLst>
        <pc:spChg chg="mod">
          <ac:chgData name="沛溪 中村" userId="4b6ad4d7a42030dd" providerId="LiveId" clId="{353225E4-864F-467D-8322-849B9B0A9092}" dt="2026-01-13T16:38:36.526" v="2573" actId="20577"/>
          <ac:spMkLst>
            <pc:docMk/>
            <pc:sldMk cId="2426827196" sldId="267"/>
            <ac:spMk id="2" creationId="{529201A5-D1E3-46D0-BB18-C33BB318D456}"/>
          </ac:spMkLst>
        </pc:spChg>
        <pc:spChg chg="mod">
          <ac:chgData name="沛溪 中村" userId="4b6ad4d7a42030dd" providerId="LiveId" clId="{353225E4-864F-467D-8322-849B9B0A9092}" dt="2026-01-14T13:27:45.015" v="11026" actId="1076"/>
          <ac:spMkLst>
            <pc:docMk/>
            <pc:sldMk cId="2426827196" sldId="267"/>
            <ac:spMk id="5" creationId="{3D195604-6E68-48B8-9C23-6B19CBE01A8A}"/>
          </ac:spMkLst>
        </pc:spChg>
        <pc:spChg chg="add mod">
          <ac:chgData name="沛溪 中村" userId="4b6ad4d7a42030dd" providerId="LiveId" clId="{353225E4-864F-467D-8322-849B9B0A9092}" dt="2026-01-14T13:38:02.573" v="12039" actId="1076"/>
          <ac:spMkLst>
            <pc:docMk/>
            <pc:sldMk cId="2426827196" sldId="267"/>
            <ac:spMk id="6" creationId="{35E8ACB5-A52F-40D2-983A-9D5F6D5CC63E}"/>
          </ac:spMkLst>
        </pc:spChg>
      </pc:sldChg>
      <pc:sldChg chg="modSp add mod">
        <pc:chgData name="沛溪 中村" userId="4b6ad4d7a42030dd" providerId="LiveId" clId="{353225E4-864F-467D-8322-849B9B0A9092}" dt="2026-01-14T13:39:19.279" v="12076" actId="20577"/>
        <pc:sldMkLst>
          <pc:docMk/>
          <pc:sldMk cId="256574873" sldId="268"/>
        </pc:sldMkLst>
        <pc:spChg chg="mod">
          <ac:chgData name="沛溪 中村" userId="4b6ad4d7a42030dd" providerId="LiveId" clId="{353225E4-864F-467D-8322-849B9B0A9092}" dt="2026-01-14T13:39:03.102" v="12066" actId="2711"/>
          <ac:spMkLst>
            <pc:docMk/>
            <pc:sldMk cId="256574873" sldId="268"/>
            <ac:spMk id="3" creationId="{5F05EB7E-D734-4854-BAB3-0DF540E3D0E2}"/>
          </ac:spMkLst>
        </pc:spChg>
        <pc:spChg chg="mod">
          <ac:chgData name="沛溪 中村" userId="4b6ad4d7a42030dd" providerId="LiveId" clId="{353225E4-864F-467D-8322-849B9B0A9092}" dt="2026-01-14T13:39:19.279" v="12076" actId="20577"/>
          <ac:spMkLst>
            <pc:docMk/>
            <pc:sldMk cId="256574873" sldId="268"/>
            <ac:spMk id="8" creationId="{DC72027D-A87C-4F2D-B2E7-93D162EA8E5B}"/>
          </ac:spMkLst>
        </pc:spChg>
      </pc:sldChg>
      <pc:sldChg chg="addSp delSp modSp add mod addCm delCm">
        <pc:chgData name="沛溪 中村" userId="4b6ad4d7a42030dd" providerId="LiveId" clId="{353225E4-864F-467D-8322-849B9B0A9092}" dt="2026-01-14T12:41:42.852" v="9539" actId="14861"/>
        <pc:sldMkLst>
          <pc:docMk/>
          <pc:sldMk cId="2446941514" sldId="269"/>
        </pc:sldMkLst>
        <pc:spChg chg="mod ord">
          <ac:chgData name="沛溪 中村" userId="4b6ad4d7a42030dd" providerId="LiveId" clId="{353225E4-864F-467D-8322-849B9B0A9092}" dt="2026-01-14T12:40:34.202" v="9316" actId="1076"/>
          <ac:spMkLst>
            <pc:docMk/>
            <pc:sldMk cId="2446941514" sldId="269"/>
            <ac:spMk id="3" creationId="{EDEC7225-D682-44F5-B2E0-ADDEC8B0C5EA}"/>
          </ac:spMkLst>
        </pc:spChg>
        <pc:spChg chg="mod">
          <ac:chgData name="沛溪 中村" userId="4b6ad4d7a42030dd" providerId="LiveId" clId="{353225E4-864F-467D-8322-849B9B0A9092}" dt="2026-01-14T12:39:51.480" v="9277" actId="14861"/>
          <ac:spMkLst>
            <pc:docMk/>
            <pc:sldMk cId="2446941514" sldId="269"/>
            <ac:spMk id="5" creationId="{3D195604-6E68-48B8-9C23-6B19CBE01A8A}"/>
          </ac:spMkLst>
        </pc:spChg>
        <pc:spChg chg="add mod">
          <ac:chgData name="沛溪 中村" userId="4b6ad4d7a42030dd" providerId="LiveId" clId="{353225E4-864F-467D-8322-849B9B0A9092}" dt="2026-01-14T12:16:32.372" v="3284" actId="1076"/>
          <ac:spMkLst>
            <pc:docMk/>
            <pc:sldMk cId="2446941514" sldId="269"/>
            <ac:spMk id="7" creationId="{B2E8A292-E360-4A7F-A3B2-BA2DD4680CEE}"/>
          </ac:spMkLst>
        </pc:spChg>
        <pc:spChg chg="add mod">
          <ac:chgData name="沛溪 中村" userId="4b6ad4d7a42030dd" providerId="LiveId" clId="{353225E4-864F-467D-8322-849B9B0A9092}" dt="2026-01-14T12:16:07.899" v="3247" actId="1076"/>
          <ac:spMkLst>
            <pc:docMk/>
            <pc:sldMk cId="2446941514" sldId="269"/>
            <ac:spMk id="13" creationId="{9A1E7AE3-F9ED-4F16-BA05-C9A561BB1172}"/>
          </ac:spMkLst>
        </pc:spChg>
        <pc:spChg chg="add mod">
          <ac:chgData name="沛溪 中村" userId="4b6ad4d7a42030dd" providerId="LiveId" clId="{353225E4-864F-467D-8322-849B9B0A9092}" dt="2026-01-14T12:38:46.086" v="8679" actId="2085"/>
          <ac:spMkLst>
            <pc:docMk/>
            <pc:sldMk cId="2446941514" sldId="269"/>
            <ac:spMk id="14" creationId="{343A194C-CCC3-46C9-B1CE-A412A01F2F9A}"/>
          </ac:spMkLst>
        </pc:spChg>
        <pc:spChg chg="add del mod ord">
          <ac:chgData name="沛溪 中村" userId="4b6ad4d7a42030dd" providerId="LiveId" clId="{353225E4-864F-467D-8322-849B9B0A9092}" dt="2026-01-14T12:20:26.425" v="3555" actId="478"/>
          <ac:spMkLst>
            <pc:docMk/>
            <pc:sldMk cId="2446941514" sldId="269"/>
            <ac:spMk id="15" creationId="{2D6A9C53-9A34-437B-AB3D-894493B9A719}"/>
          </ac:spMkLst>
        </pc:spChg>
        <pc:spChg chg="add del mod ord">
          <ac:chgData name="沛溪 中村" userId="4b6ad4d7a42030dd" providerId="LiveId" clId="{353225E4-864F-467D-8322-849B9B0A9092}" dt="2026-01-14T12:24:51.820" v="3989" actId="478"/>
          <ac:spMkLst>
            <pc:docMk/>
            <pc:sldMk cId="2446941514" sldId="269"/>
            <ac:spMk id="16" creationId="{9C149782-160E-4FBC-A042-4052461C67DA}"/>
          </ac:spMkLst>
        </pc:spChg>
        <pc:spChg chg="add del mod ord">
          <ac:chgData name="沛溪 中村" userId="4b6ad4d7a42030dd" providerId="LiveId" clId="{353225E4-864F-467D-8322-849B9B0A9092}" dt="2026-01-14T12:36:22.396" v="8087" actId="478"/>
          <ac:spMkLst>
            <pc:docMk/>
            <pc:sldMk cId="2446941514" sldId="269"/>
            <ac:spMk id="18" creationId="{DD36A310-1296-4F22-AFEA-1E8D3471B8F1}"/>
          </ac:spMkLst>
        </pc:spChg>
        <pc:spChg chg="add mod">
          <ac:chgData name="沛溪 中村" userId="4b6ad4d7a42030dd" providerId="LiveId" clId="{353225E4-864F-467D-8322-849B9B0A9092}" dt="2026-01-14T12:41:23.780" v="9470" actId="14100"/>
          <ac:spMkLst>
            <pc:docMk/>
            <pc:sldMk cId="2446941514" sldId="269"/>
            <ac:spMk id="19" creationId="{44C31F42-6F93-47EE-A380-64F14FA0DF9B}"/>
          </ac:spMkLst>
        </pc:spChg>
        <pc:grpChg chg="add mod">
          <ac:chgData name="沛溪 中村" userId="4b6ad4d7a42030dd" providerId="LiveId" clId="{353225E4-864F-467D-8322-849B9B0A9092}" dt="2026-01-14T12:41:42.852" v="9539" actId="14861"/>
          <ac:grpSpMkLst>
            <pc:docMk/>
            <pc:sldMk cId="2446941514" sldId="269"/>
            <ac:grpSpMk id="17" creationId="{9A00214C-E020-49B5-A252-0D1E2B94848C}"/>
          </ac:grpSpMkLst>
        </pc:grpChg>
        <pc:picChg chg="add mod ord">
          <ac:chgData name="沛溪 中村" userId="4b6ad4d7a42030dd" providerId="LiveId" clId="{353225E4-864F-467D-8322-849B9B0A9092}" dt="2026-01-14T12:39:40.949" v="9195" actId="14861"/>
          <ac:picMkLst>
            <pc:docMk/>
            <pc:sldMk cId="2446941514" sldId="269"/>
            <ac:picMk id="6" creationId="{95D9428D-8AE7-4CF8-B8F6-F17C6F053126}"/>
          </ac:picMkLst>
        </pc:picChg>
        <pc:picChg chg="add mod">
          <ac:chgData name="沛溪 中村" userId="4b6ad4d7a42030dd" providerId="LiveId" clId="{353225E4-864F-467D-8322-849B9B0A9092}" dt="2026-01-14T12:41:39.026" v="9538" actId="14861"/>
          <ac:picMkLst>
            <pc:docMk/>
            <pc:sldMk cId="2446941514" sldId="269"/>
            <ac:picMk id="10" creationId="{A1CDA1D2-4B20-436C-8AA9-7FABA28F9F3C}"/>
          </ac:picMkLst>
        </pc:picChg>
        <pc:picChg chg="add mod">
          <ac:chgData name="沛溪 中村" userId="4b6ad4d7a42030dd" providerId="LiveId" clId="{353225E4-864F-467D-8322-849B9B0A9092}" dt="2026-01-14T12:40:29.236" v="9313" actId="14861"/>
          <ac:picMkLst>
            <pc:docMk/>
            <pc:sldMk cId="2446941514" sldId="269"/>
            <ac:picMk id="12" creationId="{FFFA5350-3296-4738-B314-8F39F2F75E1E}"/>
          </ac:picMkLst>
        </pc:picChg>
      </pc:sldChg>
      <pc:sldChg chg="modSp add mod">
        <pc:chgData name="沛溪 中村" userId="4b6ad4d7a42030dd" providerId="LiveId" clId="{353225E4-864F-467D-8322-849B9B0A9092}" dt="2026-01-14T13:26:55.256" v="11020" actId="20577"/>
        <pc:sldMkLst>
          <pc:docMk/>
          <pc:sldMk cId="521492738" sldId="270"/>
        </pc:sldMkLst>
        <pc:spChg chg="mod">
          <ac:chgData name="沛溪 中村" userId="4b6ad4d7a42030dd" providerId="LiveId" clId="{353225E4-864F-467D-8322-849B9B0A9092}" dt="2026-01-14T13:26:55.256" v="11020" actId="20577"/>
          <ac:spMkLst>
            <pc:docMk/>
            <pc:sldMk cId="521492738" sldId="270"/>
            <ac:spMk id="3" creationId="{EDEC7225-D682-44F5-B2E0-ADDEC8B0C5EA}"/>
          </ac:spMkLst>
        </pc:spChg>
      </pc:sldChg>
      <pc:sldChg chg="add del">
        <pc:chgData name="沛溪 中村" userId="4b6ad4d7a42030dd" providerId="LiveId" clId="{353225E4-864F-467D-8322-849B9B0A9092}" dt="2026-01-14T13:23:14.903" v="10570" actId="47"/>
        <pc:sldMkLst>
          <pc:docMk/>
          <pc:sldMk cId="416638404" sldId="271"/>
        </pc:sldMkLst>
      </pc:sldChg>
      <pc:sldChg chg="addSp delSp modSp add mod">
        <pc:chgData name="沛溪 中村" userId="4b6ad4d7a42030dd" providerId="LiveId" clId="{353225E4-864F-467D-8322-849B9B0A9092}" dt="2026-01-15T11:47:13.193" v="13036" actId="14861"/>
        <pc:sldMkLst>
          <pc:docMk/>
          <pc:sldMk cId="2326410795" sldId="272"/>
        </pc:sldMkLst>
        <pc:spChg chg="mod">
          <ac:chgData name="沛溪 中村" userId="4b6ad4d7a42030dd" providerId="LiveId" clId="{353225E4-864F-467D-8322-849B9B0A9092}" dt="2026-01-14T12:51:37.220" v="9696" actId="1076"/>
          <ac:spMkLst>
            <pc:docMk/>
            <pc:sldMk cId="2326410795" sldId="272"/>
            <ac:spMk id="3" creationId="{EDEC7225-D682-44F5-B2E0-ADDEC8B0C5EA}"/>
          </ac:spMkLst>
        </pc:spChg>
        <pc:spChg chg="add del mod">
          <ac:chgData name="沛溪 中村" userId="4b6ad4d7a42030dd" providerId="LiveId" clId="{353225E4-864F-467D-8322-849B9B0A9092}" dt="2026-01-14T12:49:29.200" v="9620" actId="478"/>
          <ac:spMkLst>
            <pc:docMk/>
            <pc:sldMk cId="2326410795" sldId="272"/>
            <ac:spMk id="8" creationId="{C9B297FF-5019-4A04-8F56-37CA0ED0811F}"/>
          </ac:spMkLst>
        </pc:spChg>
        <pc:spChg chg="add mod">
          <ac:chgData name="沛溪 中村" userId="4b6ad4d7a42030dd" providerId="LiveId" clId="{353225E4-864F-467D-8322-849B9B0A9092}" dt="2026-01-14T12:51:40.216" v="9698" actId="1076"/>
          <ac:spMkLst>
            <pc:docMk/>
            <pc:sldMk cId="2326410795" sldId="272"/>
            <ac:spMk id="10" creationId="{214899B9-72BF-4E8D-85F5-FA860B93E2AB}"/>
          </ac:spMkLst>
        </pc:spChg>
        <pc:spChg chg="add mod">
          <ac:chgData name="沛溪 中村" userId="4b6ad4d7a42030dd" providerId="LiveId" clId="{353225E4-864F-467D-8322-849B9B0A9092}" dt="2026-01-14T12:51:42.983" v="9699" actId="1076"/>
          <ac:spMkLst>
            <pc:docMk/>
            <pc:sldMk cId="2326410795" sldId="272"/>
            <ac:spMk id="12" creationId="{763CB90E-59C3-4DF3-BEFD-BA929A213318}"/>
          </ac:spMkLst>
        </pc:spChg>
        <pc:spChg chg="add mod">
          <ac:chgData name="沛溪 中村" userId="4b6ad4d7a42030dd" providerId="LiveId" clId="{353225E4-864F-467D-8322-849B9B0A9092}" dt="2026-01-14T12:51:44.889" v="9700" actId="1076"/>
          <ac:spMkLst>
            <pc:docMk/>
            <pc:sldMk cId="2326410795" sldId="272"/>
            <ac:spMk id="14" creationId="{69130291-6BE5-479A-B883-9E7A6F3D5526}"/>
          </ac:spMkLst>
        </pc:spChg>
        <pc:spChg chg="add mod">
          <ac:chgData name="沛溪 中村" userId="4b6ad4d7a42030dd" providerId="LiveId" clId="{353225E4-864F-467D-8322-849B9B0A9092}" dt="2026-01-14T12:51:49.784" v="9701" actId="1076"/>
          <ac:spMkLst>
            <pc:docMk/>
            <pc:sldMk cId="2326410795" sldId="272"/>
            <ac:spMk id="15" creationId="{BEDAB009-8409-4473-9B78-610E5A2F1DF6}"/>
          </ac:spMkLst>
        </pc:spChg>
        <pc:picChg chg="add mod">
          <ac:chgData name="沛溪 中村" userId="4b6ad4d7a42030dd" providerId="LiveId" clId="{353225E4-864F-467D-8322-849B9B0A9092}" dt="2026-01-15T11:47:13.193" v="13036" actId="14861"/>
          <ac:picMkLst>
            <pc:docMk/>
            <pc:sldMk cId="2326410795" sldId="272"/>
            <ac:picMk id="6" creationId="{A77BD436-7763-4DD2-90D9-8F356005BA80}"/>
          </ac:picMkLst>
        </pc:picChg>
      </pc:sldChg>
      <pc:sldChg chg="addSp delSp modSp add mod">
        <pc:chgData name="沛溪 中村" userId="4b6ad4d7a42030dd" providerId="LiveId" clId="{353225E4-864F-467D-8322-849B9B0A9092}" dt="2026-01-14T13:22:49.912" v="10559" actId="1076"/>
        <pc:sldMkLst>
          <pc:docMk/>
          <pc:sldMk cId="1791989760" sldId="273"/>
        </pc:sldMkLst>
        <pc:spChg chg="add del">
          <ac:chgData name="沛溪 中村" userId="4b6ad4d7a42030dd" providerId="LiveId" clId="{353225E4-864F-467D-8322-849B9B0A9092}" dt="2026-01-14T12:52:17.439" v="9708" actId="478"/>
          <ac:spMkLst>
            <pc:docMk/>
            <pc:sldMk cId="1791989760" sldId="273"/>
            <ac:spMk id="5" creationId="{3D195604-6E68-48B8-9C23-6B19CBE01A8A}"/>
          </ac:spMkLst>
        </pc:spChg>
        <pc:spChg chg="del">
          <ac:chgData name="沛溪 中村" userId="4b6ad4d7a42030dd" providerId="LiveId" clId="{353225E4-864F-467D-8322-849B9B0A9092}" dt="2026-01-14T12:52:14.131" v="9705" actId="478"/>
          <ac:spMkLst>
            <pc:docMk/>
            <pc:sldMk cId="1791989760" sldId="273"/>
            <ac:spMk id="10" creationId="{214899B9-72BF-4E8D-85F5-FA860B93E2AB}"/>
          </ac:spMkLst>
        </pc:spChg>
        <pc:spChg chg="add mod">
          <ac:chgData name="沛溪 中村" userId="4b6ad4d7a42030dd" providerId="LiveId" clId="{353225E4-864F-467D-8322-849B9B0A9092}" dt="2026-01-14T12:53:18.848" v="9836" actId="1076"/>
          <ac:spMkLst>
            <pc:docMk/>
            <pc:sldMk cId="1791989760" sldId="273"/>
            <ac:spMk id="11" creationId="{B7237602-5BE2-40DB-B3B7-8FD1884E0FC7}"/>
          </ac:spMkLst>
        </pc:spChg>
        <pc:spChg chg="del">
          <ac:chgData name="沛溪 中村" userId="4b6ad4d7a42030dd" providerId="LiveId" clId="{353225E4-864F-467D-8322-849B9B0A9092}" dt="2026-01-14T12:52:15.261" v="9706" actId="478"/>
          <ac:spMkLst>
            <pc:docMk/>
            <pc:sldMk cId="1791989760" sldId="273"/>
            <ac:spMk id="12" creationId="{763CB90E-59C3-4DF3-BEFD-BA929A213318}"/>
          </ac:spMkLst>
        </pc:spChg>
        <pc:spChg chg="del">
          <ac:chgData name="沛溪 中村" userId="4b6ad4d7a42030dd" providerId="LiveId" clId="{353225E4-864F-467D-8322-849B9B0A9092}" dt="2026-01-14T12:52:18.484" v="9709" actId="478"/>
          <ac:spMkLst>
            <pc:docMk/>
            <pc:sldMk cId="1791989760" sldId="273"/>
            <ac:spMk id="14" creationId="{69130291-6BE5-479A-B883-9E7A6F3D5526}"/>
          </ac:spMkLst>
        </pc:spChg>
        <pc:spChg chg="del">
          <ac:chgData name="沛溪 中村" userId="4b6ad4d7a42030dd" providerId="LiveId" clId="{353225E4-864F-467D-8322-849B9B0A9092}" dt="2026-01-14T12:52:12.700" v="9704" actId="478"/>
          <ac:spMkLst>
            <pc:docMk/>
            <pc:sldMk cId="1791989760" sldId="273"/>
            <ac:spMk id="15" creationId="{BEDAB009-8409-4473-9B78-610E5A2F1DF6}"/>
          </ac:spMkLst>
        </pc:spChg>
        <pc:spChg chg="add mod">
          <ac:chgData name="沛溪 中村" userId="4b6ad4d7a42030dd" providerId="LiveId" clId="{353225E4-864F-467D-8322-849B9B0A9092}" dt="2026-01-14T13:22:49.912" v="10559" actId="1076"/>
          <ac:spMkLst>
            <pc:docMk/>
            <pc:sldMk cId="1791989760" sldId="273"/>
            <ac:spMk id="16" creationId="{B0968806-435B-4835-814D-3DB818ED5ED3}"/>
          </ac:spMkLst>
        </pc:spChg>
        <pc:graphicFrameChg chg="add mod modGraphic">
          <ac:chgData name="沛溪 中村" userId="4b6ad4d7a42030dd" providerId="LiveId" clId="{353225E4-864F-467D-8322-849B9B0A9092}" dt="2026-01-14T13:22:20.282" v="10444" actId="14100"/>
          <ac:graphicFrameMkLst>
            <pc:docMk/>
            <pc:sldMk cId="1791989760" sldId="273"/>
            <ac:graphicFrameMk id="8" creationId="{C3947F52-4151-4B56-9913-F196459034BC}"/>
          </ac:graphicFrameMkLst>
        </pc:graphicFrameChg>
        <pc:picChg chg="del">
          <ac:chgData name="沛溪 中村" userId="4b6ad4d7a42030dd" providerId="LiveId" clId="{353225E4-864F-467D-8322-849B9B0A9092}" dt="2026-01-14T12:52:11.534" v="9703" actId="478"/>
          <ac:picMkLst>
            <pc:docMk/>
            <pc:sldMk cId="1791989760" sldId="273"/>
            <ac:picMk id="6" creationId="{A77BD436-7763-4DD2-90D9-8F356005BA80}"/>
          </ac:picMkLst>
        </pc:picChg>
      </pc:sldChg>
      <pc:sldChg chg="add del">
        <pc:chgData name="沛溪 中村" userId="4b6ad4d7a42030dd" providerId="LiveId" clId="{353225E4-864F-467D-8322-849B9B0A9092}" dt="2026-01-14T13:27:03.606" v="11022"/>
        <pc:sldMkLst>
          <pc:docMk/>
          <pc:sldMk cId="498082996" sldId="274"/>
        </pc:sldMkLst>
      </pc:sldChg>
      <pc:sldChg chg="modSp add mod">
        <pc:chgData name="沛溪 中村" userId="4b6ad4d7a42030dd" providerId="LiveId" clId="{353225E4-864F-467D-8322-849B9B0A9092}" dt="2026-01-15T10:44:19.948" v="12078" actId="20577"/>
        <pc:sldMkLst>
          <pc:docMk/>
          <pc:sldMk cId="1322873592" sldId="274"/>
        </pc:sldMkLst>
        <pc:spChg chg="mod">
          <ac:chgData name="沛溪 中村" userId="4b6ad4d7a42030dd" providerId="LiveId" clId="{353225E4-864F-467D-8322-849B9B0A9092}" dt="2026-01-15T10:44:19.948" v="12078" actId="20577"/>
          <ac:spMkLst>
            <pc:docMk/>
            <pc:sldMk cId="1322873592" sldId="274"/>
            <ac:spMk id="3" creationId="{EDEC7225-D682-44F5-B2E0-ADDEC8B0C5EA}"/>
          </ac:spMkLst>
        </pc:spChg>
      </pc:sldChg>
      <pc:sldChg chg="addSp delSp modSp add mod">
        <pc:chgData name="沛溪 中村" userId="4b6ad4d7a42030dd" providerId="LiveId" clId="{353225E4-864F-467D-8322-849B9B0A9092}" dt="2026-01-15T11:46:57.086" v="13028" actId="20577"/>
        <pc:sldMkLst>
          <pc:docMk/>
          <pc:sldMk cId="458015549" sldId="275"/>
        </pc:sldMkLst>
        <pc:spChg chg="mod">
          <ac:chgData name="沛溪 中村" userId="4b6ad4d7a42030dd" providerId="LiveId" clId="{353225E4-864F-467D-8322-849B9B0A9092}" dt="2026-01-15T11:44:23.643" v="12947" actId="1076"/>
          <ac:spMkLst>
            <pc:docMk/>
            <pc:sldMk cId="458015549" sldId="275"/>
            <ac:spMk id="5" creationId="{3D195604-6E68-48B8-9C23-6B19CBE01A8A}"/>
          </ac:spMkLst>
        </pc:spChg>
        <pc:spChg chg="mod">
          <ac:chgData name="沛溪 中村" userId="4b6ad4d7a42030dd" providerId="LiveId" clId="{353225E4-864F-467D-8322-849B9B0A9092}" dt="2026-01-15T11:46:57.086" v="13028" actId="20577"/>
          <ac:spMkLst>
            <pc:docMk/>
            <pc:sldMk cId="458015549" sldId="275"/>
            <ac:spMk id="6" creationId="{35E8ACB5-A52F-40D2-983A-9D5F6D5CC63E}"/>
          </ac:spMkLst>
        </pc:spChg>
        <pc:spChg chg="add mod">
          <ac:chgData name="沛溪 中村" userId="4b6ad4d7a42030dd" providerId="LiveId" clId="{353225E4-864F-467D-8322-849B9B0A9092}" dt="2026-01-15T11:44:20.285" v="12944" actId="1076"/>
          <ac:spMkLst>
            <pc:docMk/>
            <pc:sldMk cId="458015549" sldId="275"/>
            <ac:spMk id="15" creationId="{41415CC0-16FE-448B-AC2A-16825EAC7F73}"/>
          </ac:spMkLst>
        </pc:spChg>
        <pc:spChg chg="add mod">
          <ac:chgData name="沛溪 中村" userId="4b6ad4d7a42030dd" providerId="LiveId" clId="{353225E4-864F-467D-8322-849B9B0A9092}" dt="2026-01-15T11:45:24.498" v="12979" actId="20577"/>
          <ac:spMkLst>
            <pc:docMk/>
            <pc:sldMk cId="458015549" sldId="275"/>
            <ac:spMk id="16" creationId="{AFF78B1D-71BD-44E0-9EE1-6355B0AF5FBE}"/>
          </ac:spMkLst>
        </pc:spChg>
        <pc:spChg chg="add mod">
          <ac:chgData name="沛溪 中村" userId="4b6ad4d7a42030dd" providerId="LiveId" clId="{353225E4-864F-467D-8322-849B9B0A9092}" dt="2026-01-15T11:45:38.195" v="12987" actId="14100"/>
          <ac:spMkLst>
            <pc:docMk/>
            <pc:sldMk cId="458015549" sldId="275"/>
            <ac:spMk id="17" creationId="{DB62B0A1-76E6-47A0-B566-2A00221C3984}"/>
          </ac:spMkLst>
        </pc:spChg>
        <pc:spChg chg="add mod">
          <ac:chgData name="沛溪 中村" userId="4b6ad4d7a42030dd" providerId="LiveId" clId="{353225E4-864F-467D-8322-849B9B0A9092}" dt="2026-01-15T11:45:35.341" v="12986" actId="14100"/>
          <ac:spMkLst>
            <pc:docMk/>
            <pc:sldMk cId="458015549" sldId="275"/>
            <ac:spMk id="22" creationId="{31A03AA8-A95C-468C-B270-BA2286B687E1}"/>
          </ac:spMkLst>
        </pc:spChg>
        <pc:spChg chg="add mod">
          <ac:chgData name="沛溪 中村" userId="4b6ad4d7a42030dd" providerId="LiveId" clId="{353225E4-864F-467D-8322-849B9B0A9092}" dt="2026-01-15T11:46:02.852" v="13023" actId="1076"/>
          <ac:spMkLst>
            <pc:docMk/>
            <pc:sldMk cId="458015549" sldId="275"/>
            <ac:spMk id="23" creationId="{B37E9E7D-94E3-476D-9368-3E577448145F}"/>
          </ac:spMkLst>
        </pc:spChg>
        <pc:picChg chg="add mod modCrop">
          <ac:chgData name="沛溪 中村" userId="4b6ad4d7a42030dd" providerId="LiveId" clId="{353225E4-864F-467D-8322-849B9B0A9092}" dt="2026-01-15T11:44:10.316" v="12939" actId="1076"/>
          <ac:picMkLst>
            <pc:docMk/>
            <pc:sldMk cId="458015549" sldId="275"/>
            <ac:picMk id="4" creationId="{8A81B80D-241E-4C77-8DC6-100B22C84786}"/>
          </ac:picMkLst>
        </pc:picChg>
        <pc:picChg chg="add mod modCrop">
          <ac:chgData name="沛溪 中村" userId="4b6ad4d7a42030dd" providerId="LiveId" clId="{353225E4-864F-467D-8322-849B9B0A9092}" dt="2026-01-15T11:44:11.550" v="12940" actId="1076"/>
          <ac:picMkLst>
            <pc:docMk/>
            <pc:sldMk cId="458015549" sldId="275"/>
            <ac:picMk id="8" creationId="{FBBD54A5-D67C-4D20-8777-3E2ABE6BCFBE}"/>
          </ac:picMkLst>
        </pc:picChg>
        <pc:picChg chg="add mod">
          <ac:chgData name="沛溪 中村" userId="4b6ad4d7a42030dd" providerId="LiveId" clId="{353225E4-864F-467D-8322-849B9B0A9092}" dt="2026-01-15T11:45:07.596" v="12969" actId="1076"/>
          <ac:picMkLst>
            <pc:docMk/>
            <pc:sldMk cId="458015549" sldId="275"/>
            <ac:picMk id="11" creationId="{0E7272FF-573B-4E50-8205-62D72418B58E}"/>
          </ac:picMkLst>
        </pc:picChg>
        <pc:picChg chg="add mod">
          <ac:chgData name="沛溪 中村" userId="4b6ad4d7a42030dd" providerId="LiveId" clId="{353225E4-864F-467D-8322-849B9B0A9092}" dt="2026-01-15T11:45:20.926" v="12977" actId="14861"/>
          <ac:picMkLst>
            <pc:docMk/>
            <pc:sldMk cId="458015549" sldId="275"/>
            <ac:picMk id="19" creationId="{EC522C52-C311-41B8-8E44-1318BB0FC2C1}"/>
          </ac:picMkLst>
        </pc:picChg>
        <pc:picChg chg="add del">
          <ac:chgData name="沛溪 中村" userId="4b6ad4d7a42030dd" providerId="LiveId" clId="{353225E4-864F-467D-8322-849B9B0A9092}" dt="2026-01-15T11:45:26.016" v="12981" actId="22"/>
          <ac:picMkLst>
            <pc:docMk/>
            <pc:sldMk cId="458015549" sldId="275"/>
            <ac:picMk id="21" creationId="{42D2783F-4C11-411B-B6A9-E5043BD09EA5}"/>
          </ac:picMkLst>
        </pc:picChg>
        <pc:cxnChg chg="add mod">
          <ac:chgData name="沛溪 中村" userId="4b6ad4d7a42030dd" providerId="LiveId" clId="{353225E4-864F-467D-8322-849B9B0A9092}" dt="2026-01-15T11:44:06.115" v="12937" actId="1076"/>
          <ac:cxnSpMkLst>
            <pc:docMk/>
            <pc:sldMk cId="458015549" sldId="275"/>
            <ac:cxnSpMk id="13" creationId="{0691A1D0-39E4-4F61-921B-B0F2C949EFA1}"/>
          </ac:cxnSpMkLst>
        </pc:cxnChg>
      </pc:sldChg>
      <pc:sldChg chg="modSp add mod">
        <pc:chgData name="沛溪 中村" userId="4b6ad4d7a42030dd" providerId="LiveId" clId="{353225E4-864F-467D-8322-849B9B0A9092}" dt="2026-01-15T10:48:14.114" v="12177" actId="2711"/>
        <pc:sldMkLst>
          <pc:docMk/>
          <pc:sldMk cId="1118418003" sldId="276"/>
        </pc:sldMkLst>
        <pc:spChg chg="mod">
          <ac:chgData name="沛溪 中村" userId="4b6ad4d7a42030dd" providerId="LiveId" clId="{353225E4-864F-467D-8322-849B9B0A9092}" dt="2026-01-15T10:48:14.114" v="12177" actId="2711"/>
          <ac:spMkLst>
            <pc:docMk/>
            <pc:sldMk cId="1118418003" sldId="276"/>
            <ac:spMk id="3" creationId="{EDEC7225-D682-44F5-B2E0-ADDEC8B0C5EA}"/>
          </ac:spMkLst>
        </pc:spChg>
      </pc:sldChg>
      <pc:sldChg chg="addSp delSp modSp add mod">
        <pc:chgData name="沛溪 中村" userId="4b6ad4d7a42030dd" providerId="LiveId" clId="{353225E4-864F-467D-8322-849B9B0A9092}" dt="2026-01-15T11:38:15.656" v="12815" actId="1076"/>
        <pc:sldMkLst>
          <pc:docMk/>
          <pc:sldMk cId="3277357486" sldId="277"/>
        </pc:sldMkLst>
        <pc:spChg chg="mod">
          <ac:chgData name="沛溪 中村" userId="4b6ad4d7a42030dd" providerId="LiveId" clId="{353225E4-864F-467D-8322-849B9B0A9092}" dt="2026-01-15T10:48:31.835" v="12182" actId="113"/>
          <ac:spMkLst>
            <pc:docMk/>
            <pc:sldMk cId="3277357486" sldId="277"/>
            <ac:spMk id="3" creationId="{EDEC7225-D682-44F5-B2E0-ADDEC8B0C5EA}"/>
          </ac:spMkLst>
        </pc:spChg>
        <pc:spChg chg="add del mod">
          <ac:chgData name="沛溪 中村" userId="4b6ad4d7a42030dd" providerId="LiveId" clId="{353225E4-864F-467D-8322-849B9B0A9092}" dt="2026-01-15T10:47:38.647" v="12170" actId="478"/>
          <ac:spMkLst>
            <pc:docMk/>
            <pc:sldMk cId="3277357486" sldId="277"/>
            <ac:spMk id="7" creationId="{24147965-4298-4F2C-9DBC-23DA95208ADA}"/>
          </ac:spMkLst>
        </pc:spChg>
        <pc:spChg chg="mod">
          <ac:chgData name="沛溪 中村" userId="4b6ad4d7a42030dd" providerId="LiveId" clId="{353225E4-864F-467D-8322-849B9B0A9092}" dt="2026-01-15T11:33:17.804" v="12654" actId="1076"/>
          <ac:spMkLst>
            <pc:docMk/>
            <pc:sldMk cId="3277357486" sldId="277"/>
            <ac:spMk id="9" creationId="{36DA8502-1CE8-4AA0-B92D-076064896069}"/>
          </ac:spMkLst>
        </pc:spChg>
        <pc:spChg chg="add mod">
          <ac:chgData name="沛溪 中村" userId="4b6ad4d7a42030dd" providerId="LiveId" clId="{353225E4-864F-467D-8322-849B9B0A9092}" dt="2026-01-15T11:34:00.791" v="12680" actId="1076"/>
          <ac:spMkLst>
            <pc:docMk/>
            <pc:sldMk cId="3277357486" sldId="277"/>
            <ac:spMk id="11" creationId="{0AC2D86F-02F7-43BE-B1BC-3C95C84E3392}"/>
          </ac:spMkLst>
        </pc:spChg>
        <pc:spChg chg="add mod">
          <ac:chgData name="沛溪 中村" userId="4b6ad4d7a42030dd" providerId="LiveId" clId="{353225E4-864F-467D-8322-849B9B0A9092}" dt="2026-01-15T11:38:15.656" v="12815" actId="1076"/>
          <ac:spMkLst>
            <pc:docMk/>
            <pc:sldMk cId="3277357486" sldId="277"/>
            <ac:spMk id="16" creationId="{AEE59DDF-AA97-4B89-B145-FFDE4B14BA61}"/>
          </ac:spMkLst>
        </pc:spChg>
        <pc:spChg chg="add mod">
          <ac:chgData name="沛溪 中村" userId="4b6ad4d7a42030dd" providerId="LiveId" clId="{353225E4-864F-467D-8322-849B9B0A9092}" dt="2026-01-15T11:38:12.294" v="12814" actId="2711"/>
          <ac:spMkLst>
            <pc:docMk/>
            <pc:sldMk cId="3277357486" sldId="277"/>
            <ac:spMk id="19" creationId="{2AAB3290-EAA3-412A-97AE-C9E932EC7F6B}"/>
          </ac:spMkLst>
        </pc:spChg>
        <pc:spChg chg="add del">
          <ac:chgData name="沛溪 中村" userId="4b6ad4d7a42030dd" providerId="LiveId" clId="{353225E4-864F-467D-8322-849B9B0A9092}" dt="2026-01-15T11:35:10.099" v="12709" actId="22"/>
          <ac:spMkLst>
            <pc:docMk/>
            <pc:sldMk cId="3277357486" sldId="277"/>
            <ac:spMk id="23" creationId="{37BD8A35-CA3C-4B7C-A2EC-36324D090703}"/>
          </ac:spMkLst>
        </pc:spChg>
        <pc:spChg chg="add mod ord">
          <ac:chgData name="沛溪 中村" userId="4b6ad4d7a42030dd" providerId="LiveId" clId="{353225E4-864F-467D-8322-849B9B0A9092}" dt="2026-01-15T11:37:12.496" v="12779" actId="166"/>
          <ac:spMkLst>
            <pc:docMk/>
            <pc:sldMk cId="3277357486" sldId="277"/>
            <ac:spMk id="25" creationId="{EC216A3A-863D-4F26-BD19-BFEDA277963A}"/>
          </ac:spMkLst>
        </pc:spChg>
        <pc:spChg chg="add mod">
          <ac:chgData name="沛溪 中村" userId="4b6ad4d7a42030dd" providerId="LiveId" clId="{353225E4-864F-467D-8322-849B9B0A9092}" dt="2026-01-15T11:36:24.598" v="12752" actId="692"/>
          <ac:spMkLst>
            <pc:docMk/>
            <pc:sldMk cId="3277357486" sldId="277"/>
            <ac:spMk id="26" creationId="{817DFD02-4612-44C8-A9FA-926F0BEE0BF7}"/>
          </ac:spMkLst>
        </pc:spChg>
        <pc:spChg chg="add mod">
          <ac:chgData name="沛溪 中村" userId="4b6ad4d7a42030dd" providerId="LiveId" clId="{353225E4-864F-467D-8322-849B9B0A9092}" dt="2026-01-15T11:37:58.381" v="12812" actId="207"/>
          <ac:spMkLst>
            <pc:docMk/>
            <pc:sldMk cId="3277357486" sldId="277"/>
            <ac:spMk id="29" creationId="{36C09853-869F-4971-8376-0895952B0D4A}"/>
          </ac:spMkLst>
        </pc:spChg>
        <pc:picChg chg="add del mod">
          <ac:chgData name="沛溪 中村" userId="4b6ad4d7a42030dd" providerId="LiveId" clId="{353225E4-864F-467D-8322-849B9B0A9092}" dt="2026-01-15T10:49:17.219" v="12187" actId="478"/>
          <ac:picMkLst>
            <pc:docMk/>
            <pc:sldMk cId="3277357486" sldId="277"/>
            <ac:picMk id="8" creationId="{5BBAE7AE-1B09-447C-BDFA-1800B2BB10BC}"/>
          </ac:picMkLst>
        </pc:picChg>
        <pc:picChg chg="add mod">
          <ac:chgData name="沛溪 中村" userId="4b6ad4d7a42030dd" providerId="LiveId" clId="{353225E4-864F-467D-8322-849B9B0A9092}" dt="2026-01-15T11:33:45.604" v="12674" actId="1076"/>
          <ac:picMkLst>
            <pc:docMk/>
            <pc:sldMk cId="3277357486" sldId="277"/>
            <ac:picMk id="10" creationId="{433755D7-F930-40BC-B859-EC1FB51B1B95}"/>
          </ac:picMkLst>
        </pc:picChg>
        <pc:picChg chg="add mod">
          <ac:chgData name="沛溪 中村" userId="4b6ad4d7a42030dd" providerId="LiveId" clId="{353225E4-864F-467D-8322-849B9B0A9092}" dt="2026-01-15T11:33:42.769" v="12673" actId="1076"/>
          <ac:picMkLst>
            <pc:docMk/>
            <pc:sldMk cId="3277357486" sldId="277"/>
            <ac:picMk id="13" creationId="{E2D9B80D-69D7-4665-8C55-7E44F1A1DC64}"/>
          </ac:picMkLst>
        </pc:picChg>
        <pc:picChg chg="add mod">
          <ac:chgData name="沛溪 中村" userId="4b6ad4d7a42030dd" providerId="LiveId" clId="{353225E4-864F-467D-8322-849B9B0A9092}" dt="2026-01-15T11:33:58.019" v="12679" actId="14100"/>
          <ac:picMkLst>
            <pc:docMk/>
            <pc:sldMk cId="3277357486" sldId="277"/>
            <ac:picMk id="15" creationId="{D9E8B399-BC70-44E7-BA02-DB356E4F3CF6}"/>
          </ac:picMkLst>
        </pc:picChg>
        <pc:picChg chg="add del mod">
          <ac:chgData name="沛溪 中村" userId="4b6ad4d7a42030dd" providerId="LiveId" clId="{353225E4-864F-467D-8322-849B9B0A9092}" dt="2026-01-15T11:27:14.189" v="12498" actId="478"/>
          <ac:picMkLst>
            <pc:docMk/>
            <pc:sldMk cId="3277357486" sldId="277"/>
            <ac:picMk id="18" creationId="{3A9D0F7B-76B0-49B9-B85D-49CF172AE62A}"/>
          </ac:picMkLst>
        </pc:picChg>
        <pc:picChg chg="add mod">
          <ac:chgData name="沛溪 中村" userId="4b6ad4d7a42030dd" providerId="LiveId" clId="{353225E4-864F-467D-8322-849B9B0A9092}" dt="2026-01-15T11:36:04.554" v="12737" actId="1076"/>
          <ac:picMkLst>
            <pc:docMk/>
            <pc:sldMk cId="3277357486" sldId="277"/>
            <ac:picMk id="20" creationId="{2FE5E321-59B1-41D2-B36B-2E7DD3211EB6}"/>
          </ac:picMkLst>
        </pc:picChg>
        <pc:picChg chg="add del mod">
          <ac:chgData name="沛溪 中村" userId="4b6ad4d7a42030dd" providerId="LiveId" clId="{353225E4-864F-467D-8322-849B9B0A9092}" dt="2026-01-15T11:35:07.414" v="12707" actId="478"/>
          <ac:picMkLst>
            <pc:docMk/>
            <pc:sldMk cId="3277357486" sldId="277"/>
            <ac:picMk id="21" creationId="{2F3B4A35-6FD2-42FD-AC36-43595FC0BCF7}"/>
          </ac:picMkLst>
        </pc:picChg>
        <pc:cxnChg chg="add mod">
          <ac:chgData name="沛溪 中村" userId="4b6ad4d7a42030dd" providerId="LiveId" clId="{353225E4-864F-467D-8322-849B9B0A9092}" dt="2026-01-15T11:38:03.995" v="12813" actId="14100"/>
          <ac:cxnSpMkLst>
            <pc:docMk/>
            <pc:sldMk cId="3277357486" sldId="277"/>
            <ac:cxnSpMk id="28" creationId="{14E3E9CC-EA23-4426-842D-0F3994B51E80}"/>
          </ac:cxnSpMkLst>
        </pc:cxnChg>
      </pc:sldChg>
      <pc:sldChg chg="addSp delSp modSp add mod">
        <pc:chgData name="沛溪 中村" userId="4b6ad4d7a42030dd" providerId="LiveId" clId="{353225E4-864F-467D-8322-849B9B0A9092}" dt="2026-01-16T05:54:50.293" v="13253" actId="22"/>
        <pc:sldMkLst>
          <pc:docMk/>
          <pc:sldMk cId="1695220979" sldId="278"/>
        </pc:sldMkLst>
        <pc:spChg chg="add del">
          <ac:chgData name="沛溪 中村" userId="4b6ad4d7a42030dd" providerId="LiveId" clId="{353225E4-864F-467D-8322-849B9B0A9092}" dt="2026-01-16T05:52:30.226" v="13174" actId="478"/>
          <ac:spMkLst>
            <pc:docMk/>
            <pc:sldMk cId="1695220979" sldId="278"/>
            <ac:spMk id="5" creationId="{3D195604-6E68-48B8-9C23-6B19CBE01A8A}"/>
          </ac:spMkLst>
        </pc:spChg>
        <pc:spChg chg="mod">
          <ac:chgData name="沛溪 中村" userId="4b6ad4d7a42030dd" providerId="LiveId" clId="{353225E4-864F-467D-8322-849B9B0A9092}" dt="2026-01-16T05:54:40.598" v="13251" actId="1076"/>
          <ac:spMkLst>
            <pc:docMk/>
            <pc:sldMk cId="1695220979" sldId="278"/>
            <ac:spMk id="6" creationId="{35E8ACB5-A52F-40D2-983A-9D5F6D5CC63E}"/>
          </ac:spMkLst>
        </pc:spChg>
        <pc:spChg chg="del">
          <ac:chgData name="沛溪 中村" userId="4b6ad4d7a42030dd" providerId="LiveId" clId="{353225E4-864F-467D-8322-849B9B0A9092}" dt="2026-01-16T05:52:24.815" v="13168" actId="478"/>
          <ac:spMkLst>
            <pc:docMk/>
            <pc:sldMk cId="1695220979" sldId="278"/>
            <ac:spMk id="15" creationId="{41415CC0-16FE-448B-AC2A-16825EAC7F73}"/>
          </ac:spMkLst>
        </pc:spChg>
        <pc:spChg chg="del">
          <ac:chgData name="沛溪 中村" userId="4b6ad4d7a42030dd" providerId="LiveId" clId="{353225E4-864F-467D-8322-849B9B0A9092}" dt="2026-01-16T05:52:31.636" v="13176" actId="478"/>
          <ac:spMkLst>
            <pc:docMk/>
            <pc:sldMk cId="1695220979" sldId="278"/>
            <ac:spMk id="16" creationId="{AFF78B1D-71BD-44E0-9EE1-6355B0AF5FBE}"/>
          </ac:spMkLst>
        </pc:spChg>
        <pc:spChg chg="del">
          <ac:chgData name="沛溪 中村" userId="4b6ad4d7a42030dd" providerId="LiveId" clId="{353225E4-864F-467D-8322-849B9B0A9092}" dt="2026-01-16T05:52:32.840" v="13177" actId="478"/>
          <ac:spMkLst>
            <pc:docMk/>
            <pc:sldMk cId="1695220979" sldId="278"/>
            <ac:spMk id="17" creationId="{DB62B0A1-76E6-47A0-B566-2A00221C3984}"/>
          </ac:spMkLst>
        </pc:spChg>
        <pc:spChg chg="del">
          <ac:chgData name="沛溪 中村" userId="4b6ad4d7a42030dd" providerId="LiveId" clId="{353225E4-864F-467D-8322-849B9B0A9092}" dt="2026-01-16T05:52:34.664" v="13179" actId="478"/>
          <ac:spMkLst>
            <pc:docMk/>
            <pc:sldMk cId="1695220979" sldId="278"/>
            <ac:spMk id="22" creationId="{31A03AA8-A95C-468C-B270-BA2286B687E1}"/>
          </ac:spMkLst>
        </pc:spChg>
        <pc:spChg chg="del">
          <ac:chgData name="沛溪 中村" userId="4b6ad4d7a42030dd" providerId="LiveId" clId="{353225E4-864F-467D-8322-849B9B0A9092}" dt="2026-01-16T05:52:36.653" v="13181" actId="478"/>
          <ac:spMkLst>
            <pc:docMk/>
            <pc:sldMk cId="1695220979" sldId="278"/>
            <ac:spMk id="23" creationId="{B37E9E7D-94E3-476D-9368-3E577448145F}"/>
          </ac:spMkLst>
        </pc:spChg>
        <pc:picChg chg="del">
          <ac:chgData name="沛溪 中村" userId="4b6ad4d7a42030dd" providerId="LiveId" clId="{353225E4-864F-467D-8322-849B9B0A9092}" dt="2026-01-16T05:52:30.895" v="13175" actId="478"/>
          <ac:picMkLst>
            <pc:docMk/>
            <pc:sldMk cId="1695220979" sldId="278"/>
            <ac:picMk id="4" creationId="{8A81B80D-241E-4C77-8DC6-100B22C84786}"/>
          </ac:picMkLst>
        </pc:picChg>
        <pc:picChg chg="add mod">
          <ac:chgData name="沛溪 中村" userId="4b6ad4d7a42030dd" providerId="LiveId" clId="{353225E4-864F-467D-8322-849B9B0A9092}" dt="2026-01-16T05:54:38.767" v="13250" actId="1076"/>
          <ac:picMkLst>
            <pc:docMk/>
            <pc:sldMk cId="1695220979" sldId="278"/>
            <ac:picMk id="7" creationId="{1DF2925F-F1E4-4DF4-AA1A-7FB356D1BE06}"/>
          </ac:picMkLst>
        </pc:picChg>
        <pc:picChg chg="del">
          <ac:chgData name="沛溪 中村" userId="4b6ad4d7a42030dd" providerId="LiveId" clId="{353225E4-864F-467D-8322-849B9B0A9092}" dt="2026-01-16T05:52:25.276" v="13169" actId="478"/>
          <ac:picMkLst>
            <pc:docMk/>
            <pc:sldMk cId="1695220979" sldId="278"/>
            <ac:picMk id="8" creationId="{FBBD54A5-D67C-4D20-8777-3E2ABE6BCFBE}"/>
          </ac:picMkLst>
        </pc:picChg>
        <pc:picChg chg="del">
          <ac:chgData name="沛溪 中村" userId="4b6ad4d7a42030dd" providerId="LiveId" clId="{353225E4-864F-467D-8322-849B9B0A9092}" dt="2026-01-16T05:52:35.382" v="13180" actId="478"/>
          <ac:picMkLst>
            <pc:docMk/>
            <pc:sldMk cId="1695220979" sldId="278"/>
            <ac:picMk id="11" creationId="{0E7272FF-573B-4E50-8205-62D72418B58E}"/>
          </ac:picMkLst>
        </pc:picChg>
        <pc:picChg chg="add del">
          <ac:chgData name="沛溪 中村" userId="4b6ad4d7a42030dd" providerId="LiveId" clId="{353225E4-864F-467D-8322-849B9B0A9092}" dt="2026-01-16T05:54:50.293" v="13253" actId="22"/>
          <ac:picMkLst>
            <pc:docMk/>
            <pc:sldMk cId="1695220979" sldId="278"/>
            <ac:picMk id="12" creationId="{384BBC2C-1C0D-461D-B6FD-77AC9025246D}"/>
          </ac:picMkLst>
        </pc:picChg>
        <pc:picChg chg="del">
          <ac:chgData name="沛溪 中村" userId="4b6ad4d7a42030dd" providerId="LiveId" clId="{353225E4-864F-467D-8322-849B9B0A9092}" dt="2026-01-16T05:52:34.113" v="13178" actId="478"/>
          <ac:picMkLst>
            <pc:docMk/>
            <pc:sldMk cId="1695220979" sldId="278"/>
            <ac:picMk id="19" creationId="{EC522C52-C311-41B8-8E44-1318BB0FC2C1}"/>
          </ac:picMkLst>
        </pc:picChg>
        <pc:cxnChg chg="del">
          <ac:chgData name="沛溪 中村" userId="4b6ad4d7a42030dd" providerId="LiveId" clId="{353225E4-864F-467D-8322-849B9B0A9092}" dt="2026-01-16T05:52:28.694" v="13172" actId="478"/>
          <ac:cxnSpMkLst>
            <pc:docMk/>
            <pc:sldMk cId="1695220979" sldId="278"/>
            <ac:cxnSpMk id="13" creationId="{0691A1D0-39E4-4F61-921B-B0F2C949EFA1}"/>
          </ac:cxnSpMkLst>
        </pc:cxnChg>
      </pc:sldChg>
      <pc:sldChg chg="addSp delSp modSp add del mod">
        <pc:chgData name="沛溪 中村" userId="4b6ad4d7a42030dd" providerId="LiveId" clId="{353225E4-864F-467D-8322-849B9B0A9092}" dt="2026-01-15T11:34:53.773" v="12706" actId="47"/>
        <pc:sldMkLst>
          <pc:docMk/>
          <pc:sldMk cId="2276226896" sldId="278"/>
        </pc:sldMkLst>
        <pc:spChg chg="del">
          <ac:chgData name="沛溪 中村" userId="4b6ad4d7a42030dd" providerId="LiveId" clId="{353225E4-864F-467D-8322-849B9B0A9092}" dt="2026-01-15T11:28:25.839" v="12537" actId="478"/>
          <ac:spMkLst>
            <pc:docMk/>
            <pc:sldMk cId="2276226896" sldId="278"/>
            <ac:spMk id="11" creationId="{0AC2D86F-02F7-43BE-B1BC-3C95C84E3392}"/>
          </ac:spMkLst>
        </pc:spChg>
        <pc:spChg chg="del mod">
          <ac:chgData name="沛溪 中村" userId="4b6ad4d7a42030dd" providerId="LiveId" clId="{353225E4-864F-467D-8322-849B9B0A9092}" dt="2026-01-15T11:28:27.539" v="12540" actId="478"/>
          <ac:spMkLst>
            <pc:docMk/>
            <pc:sldMk cId="2276226896" sldId="278"/>
            <ac:spMk id="16" creationId="{AEE59DDF-AA97-4B89-B145-FFDE4B14BA61}"/>
          </ac:spMkLst>
        </pc:spChg>
        <pc:spChg chg="add mod">
          <ac:chgData name="沛溪 中村" userId="4b6ad4d7a42030dd" providerId="LiveId" clId="{353225E4-864F-467D-8322-849B9B0A9092}" dt="2026-01-15T11:32:41.785" v="12649" actId="1076"/>
          <ac:spMkLst>
            <pc:docMk/>
            <pc:sldMk cId="2276226896" sldId="278"/>
            <ac:spMk id="17" creationId="{DB298AAD-73E8-4588-80B2-91250D4E834F}"/>
          </ac:spMkLst>
        </pc:spChg>
        <pc:picChg chg="add mod">
          <ac:chgData name="沛溪 中村" userId="4b6ad4d7a42030dd" providerId="LiveId" clId="{353225E4-864F-467D-8322-849B9B0A9092}" dt="2026-01-15T11:33:10.277" v="12652" actId="1076"/>
          <ac:picMkLst>
            <pc:docMk/>
            <pc:sldMk cId="2276226896" sldId="278"/>
            <ac:picMk id="6" creationId="{8447629F-8308-443F-B87D-E9C94B4D4E64}"/>
          </ac:picMkLst>
        </pc:picChg>
        <pc:picChg chg="add del">
          <ac:chgData name="沛溪 中村" userId="4b6ad4d7a42030dd" providerId="LiveId" clId="{353225E4-864F-467D-8322-849B9B0A9092}" dt="2026-01-15T11:31:14.505" v="12545" actId="22"/>
          <ac:picMkLst>
            <pc:docMk/>
            <pc:sldMk cId="2276226896" sldId="278"/>
            <ac:picMk id="8" creationId="{8049B03D-0BAE-408F-AB25-E7D32F1DCB61}"/>
          </ac:picMkLst>
        </pc:picChg>
        <pc:picChg chg="del">
          <ac:chgData name="沛溪 中村" userId="4b6ad4d7a42030dd" providerId="LiveId" clId="{353225E4-864F-467D-8322-849B9B0A9092}" dt="2026-01-15T11:28:26.412" v="12538" actId="478"/>
          <ac:picMkLst>
            <pc:docMk/>
            <pc:sldMk cId="2276226896" sldId="278"/>
            <ac:picMk id="10" creationId="{433755D7-F930-40BC-B859-EC1FB51B1B95}"/>
          </ac:picMkLst>
        </pc:picChg>
        <pc:picChg chg="del">
          <ac:chgData name="沛溪 中村" userId="4b6ad4d7a42030dd" providerId="LiveId" clId="{353225E4-864F-467D-8322-849B9B0A9092}" dt="2026-01-15T11:28:27.970" v="12541" actId="478"/>
          <ac:picMkLst>
            <pc:docMk/>
            <pc:sldMk cId="2276226896" sldId="278"/>
            <ac:picMk id="13" creationId="{E2D9B80D-69D7-4665-8C55-7E44F1A1DC64}"/>
          </ac:picMkLst>
        </pc:picChg>
        <pc:picChg chg="add mod">
          <ac:chgData name="沛溪 中村" userId="4b6ad4d7a42030dd" providerId="LiveId" clId="{353225E4-864F-467D-8322-849B9B0A9092}" dt="2026-01-15T11:33:07.913" v="12651" actId="1076"/>
          <ac:picMkLst>
            <pc:docMk/>
            <pc:sldMk cId="2276226896" sldId="278"/>
            <ac:picMk id="14" creationId="{DA36DF96-3478-4D02-AD42-0BFBD9EBDE6A}"/>
          </ac:picMkLst>
        </pc:picChg>
        <pc:picChg chg="del mod">
          <ac:chgData name="沛溪 中村" userId="4b6ad4d7a42030dd" providerId="LiveId" clId="{353225E4-864F-467D-8322-849B9B0A9092}" dt="2026-01-15T11:28:24.773" v="12536" actId="478"/>
          <ac:picMkLst>
            <pc:docMk/>
            <pc:sldMk cId="2276226896" sldId="278"/>
            <ac:picMk id="15" creationId="{D9E8B399-BC70-44E7-BA02-DB356E4F3CF6}"/>
          </ac:picMkLst>
        </pc:picChg>
        <pc:picChg chg="add del mod">
          <ac:chgData name="沛溪 中村" userId="4b6ad4d7a42030dd" providerId="LiveId" clId="{353225E4-864F-467D-8322-849B9B0A9092}" dt="2026-01-15T11:34:43.893" v="12699" actId="21"/>
          <ac:picMkLst>
            <pc:docMk/>
            <pc:sldMk cId="2276226896" sldId="278"/>
            <ac:picMk id="18" creationId="{BF872723-8D06-4520-BA61-5A82DB0FBF74}"/>
          </ac:picMkLst>
        </pc:picChg>
      </pc:sldChg>
      <pc:sldChg chg="delSp modSp add del mod">
        <pc:chgData name="沛溪 中村" userId="4b6ad4d7a42030dd" providerId="LiveId" clId="{353225E4-864F-467D-8322-849B9B0A9092}" dt="2026-01-16T05:52:08.576" v="13166" actId="47"/>
        <pc:sldMkLst>
          <pc:docMk/>
          <pc:sldMk cId="3138191747" sldId="278"/>
        </pc:sldMkLst>
        <pc:spChg chg="mod">
          <ac:chgData name="沛溪 中村" userId="4b6ad4d7a42030dd" providerId="LiveId" clId="{353225E4-864F-467D-8322-849B9B0A9092}" dt="2026-01-16T05:50:18.494" v="13040" actId="1076"/>
          <ac:spMkLst>
            <pc:docMk/>
            <pc:sldMk cId="3138191747" sldId="278"/>
            <ac:spMk id="14" creationId="{62035740-A158-440C-8C28-DB59AE8F0B16}"/>
          </ac:spMkLst>
        </pc:spChg>
        <pc:picChg chg="del">
          <ac:chgData name="沛溪 中村" userId="4b6ad4d7a42030dd" providerId="LiveId" clId="{353225E4-864F-467D-8322-849B9B0A9092}" dt="2026-01-16T05:50:16.004" v="13038" actId="478"/>
          <ac:picMkLst>
            <pc:docMk/>
            <pc:sldMk cId="3138191747" sldId="278"/>
            <ac:picMk id="10" creationId="{00408EAB-D660-4160-9171-37FF4D424089}"/>
          </ac:picMkLst>
        </pc:picChg>
        <pc:picChg chg="del">
          <ac:chgData name="沛溪 中村" userId="4b6ad4d7a42030dd" providerId="LiveId" clId="{353225E4-864F-467D-8322-849B9B0A9092}" dt="2026-01-16T05:50:16.652" v="13039" actId="478"/>
          <ac:picMkLst>
            <pc:docMk/>
            <pc:sldMk cId="3138191747" sldId="278"/>
            <ac:picMk id="13" creationId="{15BD1663-F9D6-4821-A599-B484139730AC}"/>
          </ac:picMkLst>
        </pc:picChg>
      </pc:sldChg>
      <pc:sldChg chg="add del">
        <pc:chgData name="沛溪 中村" userId="4b6ad4d7a42030dd" providerId="LiveId" clId="{353225E4-864F-467D-8322-849B9B0A9092}" dt="2026-01-15T11:34:52.979" v="12705" actId="47"/>
        <pc:sldMkLst>
          <pc:docMk/>
          <pc:sldMk cId="4170395498" sldId="279"/>
        </pc:sldMkLst>
      </pc:sldChg>
      <pc:sldChg chg="delSp modSp add mod">
        <pc:chgData name="沛溪 中村" userId="4b6ad4d7a42030dd" providerId="LiveId" clId="{353225E4-864F-467D-8322-849B9B0A9092}" dt="2026-01-16T05:55:44.675" v="13307" actId="1076"/>
        <pc:sldMkLst>
          <pc:docMk/>
          <pc:sldMk cId="4248327898" sldId="279"/>
        </pc:sldMkLst>
        <pc:spChg chg="mod">
          <ac:chgData name="沛溪 中村" userId="4b6ad4d7a42030dd" providerId="LiveId" clId="{353225E4-864F-467D-8322-849B9B0A9092}" dt="2026-01-16T05:55:19.298" v="13263" actId="1076"/>
          <ac:spMkLst>
            <pc:docMk/>
            <pc:sldMk cId="4248327898" sldId="279"/>
            <ac:spMk id="5" creationId="{D125D484-8EF3-4744-8DB4-6AC4DC1E9BFF}"/>
          </ac:spMkLst>
        </pc:spChg>
        <pc:spChg chg="del">
          <ac:chgData name="沛溪 中村" userId="4b6ad4d7a42030dd" providerId="LiveId" clId="{353225E4-864F-467D-8322-849B9B0A9092}" dt="2026-01-16T05:55:00.825" v="13255" actId="478"/>
          <ac:spMkLst>
            <pc:docMk/>
            <pc:sldMk cId="4248327898" sldId="279"/>
            <ac:spMk id="7" creationId="{71FFC770-4F84-41E7-81EC-C07101026A75}"/>
          </ac:spMkLst>
        </pc:spChg>
        <pc:spChg chg="mod">
          <ac:chgData name="沛溪 中村" userId="4b6ad4d7a42030dd" providerId="LiveId" clId="{353225E4-864F-467D-8322-849B9B0A9092}" dt="2026-01-16T05:55:41.889" v="13306" actId="1076"/>
          <ac:spMkLst>
            <pc:docMk/>
            <pc:sldMk cId="4248327898" sldId="279"/>
            <ac:spMk id="8" creationId="{01943EB9-EBD7-4A9A-83A8-3A2C5B91BCDC}"/>
          </ac:spMkLst>
        </pc:spChg>
        <pc:spChg chg="mod">
          <ac:chgData name="沛溪 中村" userId="4b6ad4d7a42030dd" providerId="LiveId" clId="{353225E4-864F-467D-8322-849B9B0A9092}" dt="2026-01-16T05:55:44.675" v="13307" actId="1076"/>
          <ac:spMkLst>
            <pc:docMk/>
            <pc:sldMk cId="4248327898" sldId="279"/>
            <ac:spMk id="9" creationId="{9F7F6DBD-D2D3-497C-AB94-617808ED62E3}"/>
          </ac:spMkLst>
        </pc:spChg>
        <pc:spChg chg="del">
          <ac:chgData name="沛溪 中村" userId="4b6ad4d7a42030dd" providerId="LiveId" clId="{353225E4-864F-467D-8322-849B9B0A9092}" dt="2026-01-16T05:55:26.189" v="13265" actId="478"/>
          <ac:spMkLst>
            <pc:docMk/>
            <pc:sldMk cId="4248327898" sldId="279"/>
            <ac:spMk id="10" creationId="{93B870E4-AFA2-4381-B016-E62A516F7C42}"/>
          </ac:spMkLst>
        </pc:spChg>
        <pc:cxnChg chg="mod">
          <ac:chgData name="沛溪 中村" userId="4b6ad4d7a42030dd" providerId="LiveId" clId="{353225E4-864F-467D-8322-849B9B0A9092}" dt="2026-01-16T05:55:20.996" v="13264" actId="14100"/>
          <ac:cxnSpMkLst>
            <pc:docMk/>
            <pc:sldMk cId="4248327898" sldId="279"/>
            <ac:cxnSpMk id="12" creationId="{3F05A2EC-5B70-4C95-A4E4-B59144FF57B2}"/>
          </ac:cxnSpMkLst>
        </pc:cxnChg>
      </pc:sldChg>
      <pc:sldMasterChg chg="setBg addSldLayout modSldLayout">
        <pc:chgData name="沛溪 中村" userId="4b6ad4d7a42030dd" providerId="LiveId" clId="{353225E4-864F-467D-8322-849B9B0A9092}" dt="2026-01-13T11:55:28.569" v="319"/>
        <pc:sldMasterMkLst>
          <pc:docMk/>
          <pc:sldMasterMk cId="1930750071" sldId="2147483648"/>
        </pc:sldMasterMkLst>
        <pc:sldLayoutChg chg="add setBg">
          <pc:chgData name="沛溪 中村" userId="4b6ad4d7a42030dd" providerId="LiveId" clId="{353225E4-864F-467D-8322-849B9B0A9092}" dt="2026-01-13T11:55:28.569" v="319"/>
          <pc:sldLayoutMkLst>
            <pc:docMk/>
            <pc:sldMasterMk cId="1930750071" sldId="2147483648"/>
            <pc:sldLayoutMk cId="3489651178" sldId="2147483649"/>
          </pc:sldLayoutMkLst>
        </pc:sldLayoutChg>
      </pc:sldMasterChg>
    </pc:docChg>
  </pc:docChgLst>
  <pc:docChgLst>
    <pc:chgData name="沛溪 中村" userId="4b6ad4d7a42030dd" providerId="LiveId" clId="{03266B73-F375-47EE-A515-AB0BBCD617A2}"/>
    <pc:docChg chg="undo redo custSel addSld delSld modSld">
      <pc:chgData name="沛溪 中村" userId="4b6ad4d7a42030dd" providerId="LiveId" clId="{03266B73-F375-47EE-A515-AB0BBCD617A2}" dt="2026-01-28T06:27:22.148" v="8464" actId="1076"/>
      <pc:docMkLst>
        <pc:docMk/>
      </pc:docMkLst>
      <pc:sldChg chg="modSp mod">
        <pc:chgData name="沛溪 中村" userId="4b6ad4d7a42030dd" providerId="LiveId" clId="{03266B73-F375-47EE-A515-AB0BBCD617A2}" dt="2026-01-27T14:27:20.370" v="257" actId="20577"/>
        <pc:sldMkLst>
          <pc:docMk/>
          <pc:sldMk cId="567495197" sldId="256"/>
        </pc:sldMkLst>
        <pc:spChg chg="mod">
          <ac:chgData name="沛溪 中村" userId="4b6ad4d7a42030dd" providerId="LiveId" clId="{03266B73-F375-47EE-A515-AB0BBCD617A2}" dt="2026-01-27T14:27:17.979" v="253" actId="20577"/>
          <ac:spMkLst>
            <pc:docMk/>
            <pc:sldMk cId="567495197" sldId="256"/>
            <ac:spMk id="5" creationId="{D125D484-8EF3-4744-8DB4-6AC4DC1E9BFF}"/>
          </ac:spMkLst>
        </pc:spChg>
        <pc:spChg chg="mod">
          <ac:chgData name="沛溪 中村" userId="4b6ad4d7a42030dd" providerId="LiveId" clId="{03266B73-F375-47EE-A515-AB0BBCD617A2}" dt="2026-01-27T14:27:20.370" v="257" actId="20577"/>
          <ac:spMkLst>
            <pc:docMk/>
            <pc:sldMk cId="567495197" sldId="256"/>
            <ac:spMk id="7" creationId="{71FFC770-4F84-41E7-81EC-C07101026A75}"/>
          </ac:spMkLst>
        </pc:spChg>
      </pc:sldChg>
      <pc:sldChg chg="del">
        <pc:chgData name="沛溪 中村" userId="4b6ad4d7a42030dd" providerId="LiveId" clId="{03266B73-F375-47EE-A515-AB0BBCD617A2}" dt="2026-01-18T12:34:24.512" v="16" actId="47"/>
        <pc:sldMkLst>
          <pc:docMk/>
          <pc:sldMk cId="3299538037" sldId="257"/>
        </pc:sldMkLst>
      </pc:sldChg>
      <pc:sldChg chg="addSp delSp modSp add del mod setBg">
        <pc:chgData name="沛溪 中村" userId="4b6ad4d7a42030dd" providerId="LiveId" clId="{03266B73-F375-47EE-A515-AB0BBCD617A2}" dt="2026-01-27T15:08:39.718" v="1813" actId="20577"/>
        <pc:sldMkLst>
          <pc:docMk/>
          <pc:sldMk cId="4118616141" sldId="259"/>
        </pc:sldMkLst>
        <pc:spChg chg="mod">
          <ac:chgData name="沛溪 中村" userId="4b6ad4d7a42030dd" providerId="LiveId" clId="{03266B73-F375-47EE-A515-AB0BBCD617A2}" dt="2026-01-27T14:30:35.275" v="363" actId="20577"/>
          <ac:spMkLst>
            <pc:docMk/>
            <pc:sldMk cId="4118616141" sldId="259"/>
            <ac:spMk id="15" creationId="{2A528B43-642E-418B-BF37-C1D32B3140A5}"/>
          </ac:spMkLst>
        </pc:spChg>
        <pc:spChg chg="mod">
          <ac:chgData name="沛溪 中村" userId="4b6ad4d7a42030dd" providerId="LiveId" clId="{03266B73-F375-47EE-A515-AB0BBCD617A2}" dt="2026-01-27T15:08:39.718" v="1813" actId="20577"/>
          <ac:spMkLst>
            <pc:docMk/>
            <pc:sldMk cId="4118616141" sldId="259"/>
            <ac:spMk id="20" creationId="{21F299EC-E2CD-4423-A15E-BCDEEE6FB284}"/>
          </ac:spMkLst>
        </pc:spChg>
        <pc:spChg chg="mod">
          <ac:chgData name="沛溪 中村" userId="4b6ad4d7a42030dd" providerId="LiveId" clId="{03266B73-F375-47EE-A515-AB0BBCD617A2}" dt="2026-01-27T14:25:42.785" v="209" actId="20577"/>
          <ac:spMkLst>
            <pc:docMk/>
            <pc:sldMk cId="4118616141" sldId="259"/>
            <ac:spMk id="26" creationId="{9755E394-6A7A-40E1-B726-E8E7C4A99A75}"/>
          </ac:spMkLst>
        </pc:spChg>
        <pc:spChg chg="mod">
          <ac:chgData name="沛溪 中村" userId="4b6ad4d7a42030dd" providerId="LiveId" clId="{03266B73-F375-47EE-A515-AB0BBCD617A2}" dt="2026-01-27T14:27:46.943" v="263"/>
          <ac:spMkLst>
            <pc:docMk/>
            <pc:sldMk cId="4118616141" sldId="259"/>
            <ac:spMk id="49" creationId="{6210A9E4-FF99-4666-988E-43F9F3F852DC}"/>
          </ac:spMkLst>
        </pc:spChg>
        <pc:spChg chg="mod">
          <ac:chgData name="沛溪 中村" userId="4b6ad4d7a42030dd" providerId="LiveId" clId="{03266B73-F375-47EE-A515-AB0BBCD617A2}" dt="2026-01-27T14:27:46.943" v="263"/>
          <ac:spMkLst>
            <pc:docMk/>
            <pc:sldMk cId="4118616141" sldId="259"/>
            <ac:spMk id="50" creationId="{DD623217-14A2-42BB-8409-A29F43C4590E}"/>
          </ac:spMkLst>
        </pc:spChg>
        <pc:spChg chg="mod">
          <ac:chgData name="沛溪 中村" userId="4b6ad4d7a42030dd" providerId="LiveId" clId="{03266B73-F375-47EE-A515-AB0BBCD617A2}" dt="2026-01-27T14:27:46.943" v="263"/>
          <ac:spMkLst>
            <pc:docMk/>
            <pc:sldMk cId="4118616141" sldId="259"/>
            <ac:spMk id="51" creationId="{D2B36044-97AD-40DE-BAD8-7D9EE8617E37}"/>
          </ac:spMkLst>
        </pc:spChg>
        <pc:grpChg chg="del">
          <ac:chgData name="沛溪 中村" userId="4b6ad4d7a42030dd" providerId="LiveId" clId="{03266B73-F375-47EE-A515-AB0BBCD617A2}" dt="2026-01-18T12:33:57.515" v="8" actId="478"/>
          <ac:grpSpMkLst>
            <pc:docMk/>
            <pc:sldMk cId="4118616141" sldId="259"/>
            <ac:grpSpMk id="16" creationId="{C48D1DFF-FED1-474C-9662-B6C8215465E9}"/>
          </ac:grpSpMkLst>
        </pc:grpChg>
        <pc:grpChg chg="del">
          <ac:chgData name="沛溪 中村" userId="4b6ad4d7a42030dd" providerId="LiveId" clId="{03266B73-F375-47EE-A515-AB0BBCD617A2}" dt="2026-01-18T12:33:55.525" v="5" actId="478"/>
          <ac:grpSpMkLst>
            <pc:docMk/>
            <pc:sldMk cId="4118616141" sldId="259"/>
            <ac:grpSpMk id="17" creationId="{767139E7-FB11-472A-8A6B-FB12757AED56}"/>
          </ac:grpSpMkLst>
        </pc:grpChg>
        <pc:grpChg chg="mod">
          <ac:chgData name="沛溪 中村" userId="4b6ad4d7a42030dd" providerId="LiveId" clId="{03266B73-F375-47EE-A515-AB0BBCD617A2}" dt="2026-01-27T14:25:08.392" v="142" actId="1076"/>
          <ac:grpSpMkLst>
            <pc:docMk/>
            <pc:sldMk cId="4118616141" sldId="259"/>
            <ac:grpSpMk id="23" creationId="{4DE905A7-1DE4-4C07-8FE5-04FB3D574FE7}"/>
          </ac:grpSpMkLst>
        </pc:grpChg>
        <pc:grpChg chg="del mod">
          <ac:chgData name="沛溪 中村" userId="4b6ad4d7a42030dd" providerId="LiveId" clId="{03266B73-F375-47EE-A515-AB0BBCD617A2}" dt="2026-01-27T14:24:03.809" v="110" actId="478"/>
          <ac:grpSpMkLst>
            <pc:docMk/>
            <pc:sldMk cId="4118616141" sldId="259"/>
            <ac:grpSpMk id="29" creationId="{D4E80694-393A-4AD2-88C4-8FDB77D2AEAE}"/>
          </ac:grpSpMkLst>
        </pc:grpChg>
        <pc:grpChg chg="add del mod">
          <ac:chgData name="沛溪 中村" userId="4b6ad4d7a42030dd" providerId="LiveId" clId="{03266B73-F375-47EE-A515-AB0BBCD617A2}" dt="2026-01-27T14:27:47.996" v="264"/>
          <ac:grpSpMkLst>
            <pc:docMk/>
            <pc:sldMk cId="4118616141" sldId="259"/>
            <ac:grpSpMk id="43" creationId="{06C0D2A5-70A9-4E85-AAA0-665EA3A89C71}"/>
          </ac:grpSpMkLst>
        </pc:grpChg>
        <pc:grpChg chg="mod">
          <ac:chgData name="沛溪 中村" userId="4b6ad4d7a42030dd" providerId="LiveId" clId="{03266B73-F375-47EE-A515-AB0BBCD617A2}" dt="2026-01-27T14:27:46.943" v="263"/>
          <ac:grpSpMkLst>
            <pc:docMk/>
            <pc:sldMk cId="4118616141" sldId="259"/>
            <ac:grpSpMk id="45" creationId="{AC2AB034-E4C6-4F7A-91D3-F1E4F4224D65}"/>
          </ac:grpSpMkLst>
        </pc:grpChg>
        <pc:grpChg chg="del">
          <ac:chgData name="沛溪 中村" userId="4b6ad4d7a42030dd" providerId="LiveId" clId="{03266B73-F375-47EE-A515-AB0BBCD617A2}" dt="2026-01-27T14:27:51.874" v="265"/>
          <ac:grpSpMkLst>
            <pc:docMk/>
            <pc:sldMk cId="4118616141" sldId="259"/>
            <ac:grpSpMk id="52" creationId="{8E359617-A61E-4C40-8D8A-711D348E831C}"/>
          </ac:grpSpMkLst>
        </pc:grpChg>
        <pc:picChg chg="del">
          <ac:chgData name="沛溪 中村" userId="4b6ad4d7a42030dd" providerId="LiveId" clId="{03266B73-F375-47EE-A515-AB0BBCD617A2}" dt="2026-01-18T12:33:55.180" v="4" actId="478"/>
          <ac:picMkLst>
            <pc:docMk/>
            <pc:sldMk cId="4118616141" sldId="259"/>
            <ac:picMk id="42" creationId="{8FD15056-5E9F-4530-B1B0-7EFD789779B6}"/>
          </ac:picMkLst>
        </pc:picChg>
        <pc:picChg chg="mod">
          <ac:chgData name="沛溪 中村" userId="4b6ad4d7a42030dd" providerId="LiveId" clId="{03266B73-F375-47EE-A515-AB0BBCD617A2}" dt="2026-01-27T14:25:05.595" v="141" actId="1076"/>
          <ac:picMkLst>
            <pc:docMk/>
            <pc:sldMk cId="4118616141" sldId="259"/>
            <ac:picMk id="44" creationId="{AA619368-4AF0-4BAC-A9D2-016FA7957E68}"/>
          </ac:picMkLst>
        </pc:picChg>
        <pc:picChg chg="del mod">
          <ac:chgData name="沛溪 中村" userId="4b6ad4d7a42030dd" providerId="LiveId" clId="{03266B73-F375-47EE-A515-AB0BBCD617A2}" dt="2026-01-27T14:24:02.021" v="109" actId="478"/>
          <ac:picMkLst>
            <pc:docMk/>
            <pc:sldMk cId="4118616141" sldId="259"/>
            <ac:picMk id="46" creationId="{3F38CBE5-B325-4D15-A40A-245D3842989C}"/>
          </ac:picMkLst>
        </pc:picChg>
        <pc:picChg chg="mod">
          <ac:chgData name="沛溪 中村" userId="4b6ad4d7a42030dd" providerId="LiveId" clId="{03266B73-F375-47EE-A515-AB0BBCD617A2}" dt="2026-01-27T14:27:46.943" v="263"/>
          <ac:picMkLst>
            <pc:docMk/>
            <pc:sldMk cId="4118616141" sldId="259"/>
            <ac:picMk id="47" creationId="{A13A0586-BFEF-4259-8A8B-CB6C60EBAC49}"/>
          </ac:picMkLst>
        </pc:picChg>
        <pc:cxnChg chg="add mod">
          <ac:chgData name="沛溪 中村" userId="4b6ad4d7a42030dd" providerId="LiveId" clId="{03266B73-F375-47EE-A515-AB0BBCD617A2}" dt="2026-01-27T14:25:01.913" v="140" actId="14100"/>
          <ac:cxnSpMkLst>
            <pc:docMk/>
            <pc:sldMk cId="4118616141" sldId="259"/>
            <ac:cxnSpMk id="35" creationId="{DBCC9A52-F23C-40E9-9ED5-560FA6E8C08B}"/>
          </ac:cxnSpMkLst>
        </pc:cxnChg>
        <pc:cxnChg chg="add mod">
          <ac:chgData name="沛溪 中村" userId="4b6ad4d7a42030dd" providerId="LiveId" clId="{03266B73-F375-47EE-A515-AB0BBCD617A2}" dt="2026-01-27T14:24:48.903" v="132" actId="14100"/>
          <ac:cxnSpMkLst>
            <pc:docMk/>
            <pc:sldMk cId="4118616141" sldId="259"/>
            <ac:cxnSpMk id="37" creationId="{AB2808C3-F15B-4670-A68E-7D62BF92A717}"/>
          </ac:cxnSpMkLst>
        </pc:cxnChg>
        <pc:cxnChg chg="add mod">
          <ac:chgData name="沛溪 中村" userId="4b6ad4d7a42030dd" providerId="LiveId" clId="{03266B73-F375-47EE-A515-AB0BBCD617A2}" dt="2026-01-27T14:24:56.942" v="138" actId="1076"/>
          <ac:cxnSpMkLst>
            <pc:docMk/>
            <pc:sldMk cId="4118616141" sldId="259"/>
            <ac:cxnSpMk id="41" creationId="{EDA752F1-D67B-4D49-8A8C-D45D5696930E}"/>
          </ac:cxnSpMkLst>
        </pc:cxnChg>
        <pc:cxnChg chg="del mod">
          <ac:chgData name="沛溪 中村" userId="4b6ad4d7a42030dd" providerId="LiveId" clId="{03266B73-F375-47EE-A515-AB0BBCD617A2}" dt="2026-01-27T14:24:28.659" v="121" actId="14100"/>
          <ac:cxnSpMkLst>
            <pc:docMk/>
            <pc:sldMk cId="4118616141" sldId="259"/>
            <ac:cxnSpMk id="48" creationId="{302D6684-3025-41A5-A869-CD95CEFEDE70}"/>
          </ac:cxnSpMkLst>
        </pc:cxnChg>
        <pc:cxnChg chg="del">
          <ac:chgData name="沛溪 中村" userId="4b6ad4d7a42030dd" providerId="LiveId" clId="{03266B73-F375-47EE-A515-AB0BBCD617A2}" dt="2026-01-27T14:24:50.286" v="133" actId="478"/>
          <ac:cxnSpMkLst>
            <pc:docMk/>
            <pc:sldMk cId="4118616141" sldId="259"/>
            <ac:cxnSpMk id="54" creationId="{9875D3D3-23FE-4E72-97E0-C3AD5ADF0184}"/>
          </ac:cxnSpMkLst>
        </pc:cxnChg>
        <pc:cxnChg chg="del mod">
          <ac:chgData name="沛溪 中村" userId="4b6ad4d7a42030dd" providerId="LiveId" clId="{03266B73-F375-47EE-A515-AB0BBCD617A2}" dt="2026-01-27T14:24:38.970" v="126" actId="478"/>
          <ac:cxnSpMkLst>
            <pc:docMk/>
            <pc:sldMk cId="4118616141" sldId="259"/>
            <ac:cxnSpMk id="56" creationId="{E627F3CB-D19E-4372-A510-CAEBB266E5A7}"/>
          </ac:cxnSpMkLst>
        </pc:cxnChg>
        <pc:cxnChg chg="add del mod">
          <ac:chgData name="沛溪 中村" userId="4b6ad4d7a42030dd" providerId="LiveId" clId="{03266B73-F375-47EE-A515-AB0BBCD617A2}" dt="2026-01-27T14:24:53.855" v="136" actId="478"/>
          <ac:cxnSpMkLst>
            <pc:docMk/>
            <pc:sldMk cId="4118616141" sldId="259"/>
            <ac:cxnSpMk id="59" creationId="{007B5ECC-D1C3-4CD1-AC32-72414C03504D}"/>
          </ac:cxnSpMkLst>
        </pc:cxnChg>
        <pc:cxnChg chg="del">
          <ac:chgData name="沛溪 中村" userId="4b6ad4d7a42030dd" providerId="LiveId" clId="{03266B73-F375-47EE-A515-AB0BBCD617A2}" dt="2026-01-27T14:24:05.125" v="111" actId="478"/>
          <ac:cxnSpMkLst>
            <pc:docMk/>
            <pc:sldMk cId="4118616141" sldId="259"/>
            <ac:cxnSpMk id="61" creationId="{EB3C9446-EDD0-452E-A411-C53E0BFF4800}"/>
          </ac:cxnSpMkLst>
        </pc:cxnChg>
      </pc:sldChg>
      <pc:sldChg chg="del">
        <pc:chgData name="沛溪 中村" userId="4b6ad4d7a42030dd" providerId="LiveId" clId="{03266B73-F375-47EE-A515-AB0BBCD617A2}" dt="2026-01-18T12:34:25.246" v="17" actId="47"/>
        <pc:sldMkLst>
          <pc:docMk/>
          <pc:sldMk cId="76436427" sldId="260"/>
        </pc:sldMkLst>
      </pc:sldChg>
      <pc:sldChg chg="add del">
        <pc:chgData name="沛溪 中村" userId="4b6ad4d7a42030dd" providerId="LiveId" clId="{03266B73-F375-47EE-A515-AB0BBCD617A2}" dt="2026-01-27T14:27:23.169" v="258" actId="47"/>
        <pc:sldMkLst>
          <pc:docMk/>
          <pc:sldMk cId="1182989881" sldId="261"/>
        </pc:sldMkLst>
      </pc:sldChg>
      <pc:sldChg chg="addSp delSp modSp add del mod">
        <pc:chgData name="沛溪 中村" userId="4b6ad4d7a42030dd" providerId="LiveId" clId="{03266B73-F375-47EE-A515-AB0BBCD617A2}" dt="2026-01-27T15:08:27.872" v="1805" actId="47"/>
        <pc:sldMkLst>
          <pc:docMk/>
          <pc:sldMk cId="2903389945" sldId="262"/>
        </pc:sldMkLst>
        <pc:spChg chg="mod">
          <ac:chgData name="沛溪 中村" userId="4b6ad4d7a42030dd" providerId="LiveId" clId="{03266B73-F375-47EE-A515-AB0BBCD617A2}" dt="2026-01-27T14:28:03.722" v="282" actId="20577"/>
          <ac:spMkLst>
            <pc:docMk/>
            <pc:sldMk cId="2903389945" sldId="262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4:28:27.171" v="289" actId="478"/>
          <ac:spMkLst>
            <pc:docMk/>
            <pc:sldMk cId="2903389945" sldId="262"/>
            <ac:spMk id="3" creationId="{7E288859-9B22-4438-AA66-09082DCE6083}"/>
          </ac:spMkLst>
        </pc:spChg>
        <pc:spChg chg="del">
          <ac:chgData name="沛溪 中村" userId="4b6ad4d7a42030dd" providerId="LiveId" clId="{03266B73-F375-47EE-A515-AB0BBCD617A2}" dt="2026-01-27T14:28:08.332" v="284" actId="478"/>
          <ac:spMkLst>
            <pc:docMk/>
            <pc:sldMk cId="2903389945" sldId="262"/>
            <ac:spMk id="4" creationId="{702210D9-1875-417B-97C8-736B3BC5C669}"/>
          </ac:spMkLst>
        </pc:spChg>
        <pc:spChg chg="mod">
          <ac:chgData name="沛溪 中村" userId="4b6ad4d7a42030dd" providerId="LiveId" clId="{03266B73-F375-47EE-A515-AB0BBCD617A2}" dt="2026-01-27T14:28:12.468" v="286" actId="14100"/>
          <ac:spMkLst>
            <pc:docMk/>
            <pc:sldMk cId="2903389945" sldId="262"/>
            <ac:spMk id="5" creationId="{3D195604-6E68-48B8-9C23-6B19CBE01A8A}"/>
          </ac:spMkLst>
        </pc:spChg>
        <pc:spChg chg="del">
          <ac:chgData name="沛溪 中村" userId="4b6ad4d7a42030dd" providerId="LiveId" clId="{03266B73-F375-47EE-A515-AB0BBCD617A2}" dt="2026-01-27T14:28:06.174" v="283" actId="478"/>
          <ac:spMkLst>
            <pc:docMk/>
            <pc:sldMk cId="2903389945" sldId="262"/>
            <ac:spMk id="6" creationId="{5A8DD637-03F4-4C31-8BBA-0C2B0C1C0C61}"/>
          </ac:spMkLst>
        </pc:spChg>
        <pc:spChg chg="del">
          <ac:chgData name="沛溪 中村" userId="4b6ad4d7a42030dd" providerId="LiveId" clId="{03266B73-F375-47EE-A515-AB0BBCD617A2}" dt="2026-01-27T14:28:28.157" v="290" actId="478"/>
          <ac:spMkLst>
            <pc:docMk/>
            <pc:sldMk cId="2903389945" sldId="262"/>
            <ac:spMk id="7" creationId="{CAD25DCA-EDF1-48C7-B6D6-C2ABBD1C5BDE}"/>
          </ac:spMkLst>
        </pc:spChg>
        <pc:spChg chg="del">
          <ac:chgData name="沛溪 中村" userId="4b6ad4d7a42030dd" providerId="LiveId" clId="{03266B73-F375-47EE-A515-AB0BBCD617A2}" dt="2026-01-27T14:28:09.151" v="285" actId="478"/>
          <ac:spMkLst>
            <pc:docMk/>
            <pc:sldMk cId="2903389945" sldId="262"/>
            <ac:spMk id="8" creationId="{3766C356-255F-47BB-8B4E-49C7A2F626E7}"/>
          </ac:spMkLst>
        </pc:spChg>
        <pc:spChg chg="add mod">
          <ac:chgData name="沛溪 中村" userId="4b6ad4d7a42030dd" providerId="LiveId" clId="{03266B73-F375-47EE-A515-AB0BBCD617A2}" dt="2026-01-27T14:28:38.428" v="293" actId="20577"/>
          <ac:spMkLst>
            <pc:docMk/>
            <pc:sldMk cId="2903389945" sldId="262"/>
            <ac:spMk id="9" creationId="{A0F27437-B27B-49CE-B490-16E6E15B1BDA}"/>
          </ac:spMkLst>
        </pc:spChg>
      </pc:sldChg>
      <pc:sldChg chg="del">
        <pc:chgData name="沛溪 中村" userId="4b6ad4d7a42030dd" providerId="LiveId" clId="{03266B73-F375-47EE-A515-AB0BBCD617A2}" dt="2026-01-18T12:33:40.436" v="0" actId="47"/>
        <pc:sldMkLst>
          <pc:docMk/>
          <pc:sldMk cId="1813256592" sldId="263"/>
        </pc:sldMkLst>
      </pc:sldChg>
      <pc:sldChg chg="del">
        <pc:chgData name="沛溪 中村" userId="4b6ad4d7a42030dd" providerId="LiveId" clId="{03266B73-F375-47EE-A515-AB0BBCD617A2}" dt="2026-01-18T12:33:42.019" v="2" actId="47"/>
        <pc:sldMkLst>
          <pc:docMk/>
          <pc:sldMk cId="2362338169" sldId="264"/>
        </pc:sldMkLst>
      </pc:sldChg>
      <pc:sldChg chg="del">
        <pc:chgData name="沛溪 中村" userId="4b6ad4d7a42030dd" providerId="LiveId" clId="{03266B73-F375-47EE-A515-AB0BBCD617A2}" dt="2026-01-21T15:55:38.675" v="103" actId="47"/>
        <pc:sldMkLst>
          <pc:docMk/>
          <pc:sldMk cId="2426827196" sldId="267"/>
        </pc:sldMkLst>
      </pc:sldChg>
      <pc:sldChg chg="del">
        <pc:chgData name="沛溪 中村" userId="4b6ad4d7a42030dd" providerId="LiveId" clId="{03266B73-F375-47EE-A515-AB0BBCD617A2}" dt="2026-01-18T12:33:42.655" v="3" actId="47"/>
        <pc:sldMkLst>
          <pc:docMk/>
          <pc:sldMk cId="256574873" sldId="268"/>
        </pc:sldMkLst>
      </pc:sldChg>
      <pc:sldChg chg="del">
        <pc:chgData name="沛溪 中村" userId="4b6ad4d7a42030dd" providerId="LiveId" clId="{03266B73-F375-47EE-A515-AB0BBCD617A2}" dt="2026-01-21T15:55:34.463" v="98" actId="47"/>
        <pc:sldMkLst>
          <pc:docMk/>
          <pc:sldMk cId="2446941514" sldId="269"/>
        </pc:sldMkLst>
      </pc:sldChg>
      <pc:sldChg chg="del">
        <pc:chgData name="沛溪 中村" userId="4b6ad4d7a42030dd" providerId="LiveId" clId="{03266B73-F375-47EE-A515-AB0BBCD617A2}" dt="2026-01-21T15:55:35.387" v="99" actId="47"/>
        <pc:sldMkLst>
          <pc:docMk/>
          <pc:sldMk cId="521492738" sldId="270"/>
        </pc:sldMkLst>
      </pc:sldChg>
      <pc:sldChg chg="del">
        <pc:chgData name="沛溪 中村" userId="4b6ad4d7a42030dd" providerId="LiveId" clId="{03266B73-F375-47EE-A515-AB0BBCD617A2}" dt="2026-01-21T15:55:36.412" v="100" actId="47"/>
        <pc:sldMkLst>
          <pc:docMk/>
          <pc:sldMk cId="2326410795" sldId="272"/>
        </pc:sldMkLst>
      </pc:sldChg>
      <pc:sldChg chg="del">
        <pc:chgData name="沛溪 中村" userId="4b6ad4d7a42030dd" providerId="LiveId" clId="{03266B73-F375-47EE-A515-AB0BBCD617A2}" dt="2026-01-21T15:55:37.038" v="101" actId="47"/>
        <pc:sldMkLst>
          <pc:docMk/>
          <pc:sldMk cId="1791989760" sldId="273"/>
        </pc:sldMkLst>
      </pc:sldChg>
      <pc:sldChg chg="del">
        <pc:chgData name="沛溪 中村" userId="4b6ad4d7a42030dd" providerId="LiveId" clId="{03266B73-F375-47EE-A515-AB0BBCD617A2}" dt="2026-01-21T15:55:33.582" v="97" actId="47"/>
        <pc:sldMkLst>
          <pc:docMk/>
          <pc:sldMk cId="1322873592" sldId="274"/>
        </pc:sldMkLst>
      </pc:sldChg>
      <pc:sldChg chg="del">
        <pc:chgData name="沛溪 中村" userId="4b6ad4d7a42030dd" providerId="LiveId" clId="{03266B73-F375-47EE-A515-AB0BBCD617A2}" dt="2026-01-21T15:55:39.535" v="104" actId="47"/>
        <pc:sldMkLst>
          <pc:docMk/>
          <pc:sldMk cId="458015549" sldId="275"/>
        </pc:sldMkLst>
      </pc:sldChg>
      <pc:sldChg chg="addSp delSp modSp del mod">
        <pc:chgData name="沛溪 中村" userId="4b6ad4d7a42030dd" providerId="LiveId" clId="{03266B73-F375-47EE-A515-AB0BBCD617A2}" dt="2026-01-27T14:23:24.503" v="106" actId="47"/>
        <pc:sldMkLst>
          <pc:docMk/>
          <pc:sldMk cId="1118418003" sldId="276"/>
        </pc:sldMkLst>
        <pc:spChg chg="del">
          <ac:chgData name="沛溪 中村" userId="4b6ad4d7a42030dd" providerId="LiveId" clId="{03266B73-F375-47EE-A515-AB0BBCD617A2}" dt="2026-01-21T13:48:18.774" v="36" actId="478"/>
          <ac:spMkLst>
            <pc:docMk/>
            <pc:sldMk cId="1118418003" sldId="276"/>
            <ac:spMk id="3" creationId="{EDEC7225-D682-44F5-B2E0-ADDEC8B0C5EA}"/>
          </ac:spMkLst>
        </pc:spChg>
        <pc:picChg chg="add del mod">
          <ac:chgData name="沛溪 中村" userId="4b6ad4d7a42030dd" providerId="LiveId" clId="{03266B73-F375-47EE-A515-AB0BBCD617A2}" dt="2026-01-21T13:54:27.811" v="39" actId="478"/>
          <ac:picMkLst>
            <pc:docMk/>
            <pc:sldMk cId="1118418003" sldId="276"/>
            <ac:picMk id="6" creationId="{23567B2A-B261-411E-8C7D-B6EB556B5999}"/>
          </ac:picMkLst>
        </pc:picChg>
        <pc:picChg chg="add del mod">
          <ac:chgData name="沛溪 中村" userId="4b6ad4d7a42030dd" providerId="LiveId" clId="{03266B73-F375-47EE-A515-AB0BBCD617A2}" dt="2026-01-21T15:11:23.913" v="52" actId="478"/>
          <ac:picMkLst>
            <pc:docMk/>
            <pc:sldMk cId="1118418003" sldId="276"/>
            <ac:picMk id="8" creationId="{FD0FA55C-8F90-48DA-8B5A-DADA7A55FF3F}"/>
          </ac:picMkLst>
        </pc:picChg>
        <pc:picChg chg="add del mod">
          <ac:chgData name="沛溪 中村" userId="4b6ad4d7a42030dd" providerId="LiveId" clId="{03266B73-F375-47EE-A515-AB0BBCD617A2}" dt="2026-01-21T15:11:21.382" v="49" actId="478"/>
          <ac:picMkLst>
            <pc:docMk/>
            <pc:sldMk cId="1118418003" sldId="276"/>
            <ac:picMk id="11" creationId="{BB94B9FF-4BAF-42FC-8CF6-83A01D6FF9A8}"/>
          </ac:picMkLst>
        </pc:picChg>
        <pc:picChg chg="add del mod">
          <ac:chgData name="沛溪 中村" userId="4b6ad4d7a42030dd" providerId="LiveId" clId="{03266B73-F375-47EE-A515-AB0BBCD617A2}" dt="2026-01-21T15:13:42.724" v="53" actId="478"/>
          <ac:picMkLst>
            <pc:docMk/>
            <pc:sldMk cId="1118418003" sldId="276"/>
            <ac:picMk id="13" creationId="{BC6985AE-FA25-49A3-9C22-847C8DD60D4B}"/>
          </ac:picMkLst>
        </pc:picChg>
        <pc:picChg chg="add mod">
          <ac:chgData name="沛溪 中村" userId="4b6ad4d7a42030dd" providerId="LiveId" clId="{03266B73-F375-47EE-A515-AB0BBCD617A2}" dt="2026-01-21T15:17:33.953" v="81" actId="14100"/>
          <ac:picMkLst>
            <pc:docMk/>
            <pc:sldMk cId="1118418003" sldId="276"/>
            <ac:picMk id="15" creationId="{A44DE16C-49EF-4FFA-94D9-A3536D6D3930}"/>
          </ac:picMkLst>
        </pc:picChg>
        <pc:picChg chg="add mod">
          <ac:chgData name="沛溪 中村" userId="4b6ad4d7a42030dd" providerId="LiveId" clId="{03266B73-F375-47EE-A515-AB0BBCD617A2}" dt="2026-01-21T15:17:36.496" v="84" actId="1076"/>
          <ac:picMkLst>
            <pc:docMk/>
            <pc:sldMk cId="1118418003" sldId="276"/>
            <ac:picMk id="17" creationId="{483F1A27-F0C2-4EC5-8304-9DF0968E7170}"/>
          </ac:picMkLst>
        </pc:picChg>
        <pc:picChg chg="add mod">
          <ac:chgData name="沛溪 中村" userId="4b6ad4d7a42030dd" providerId="LiveId" clId="{03266B73-F375-47EE-A515-AB0BBCD617A2}" dt="2026-01-21T15:17:32.179" v="79" actId="14100"/>
          <ac:picMkLst>
            <pc:docMk/>
            <pc:sldMk cId="1118418003" sldId="276"/>
            <ac:picMk id="19" creationId="{6B3E09B6-D926-4983-BF10-08F2A5667D2A}"/>
          </ac:picMkLst>
        </pc:picChg>
        <pc:picChg chg="add mod">
          <ac:chgData name="沛溪 中村" userId="4b6ad4d7a42030dd" providerId="LiveId" clId="{03266B73-F375-47EE-A515-AB0BBCD617A2}" dt="2026-01-21T15:17:05.154" v="73" actId="1076"/>
          <ac:picMkLst>
            <pc:docMk/>
            <pc:sldMk cId="1118418003" sldId="276"/>
            <ac:picMk id="21" creationId="{47EDF8F9-C9C6-4AC0-BB49-FA86FD9FCDC7}"/>
          </ac:picMkLst>
        </pc:picChg>
        <pc:picChg chg="add mod">
          <ac:chgData name="沛溪 中村" userId="4b6ad4d7a42030dd" providerId="LiveId" clId="{03266B73-F375-47EE-A515-AB0BBCD617A2}" dt="2026-01-21T15:17:30.852" v="78" actId="1076"/>
          <ac:picMkLst>
            <pc:docMk/>
            <pc:sldMk cId="1118418003" sldId="276"/>
            <ac:picMk id="23" creationId="{74379839-259B-4AFC-97EB-30BD81B3FD0C}"/>
          </ac:picMkLst>
        </pc:picChg>
        <pc:picChg chg="add del mod">
          <ac:chgData name="沛溪 中村" userId="4b6ad4d7a42030dd" providerId="LiveId" clId="{03266B73-F375-47EE-A515-AB0BBCD617A2}" dt="2026-01-21T15:55:10.291" v="91" actId="478"/>
          <ac:picMkLst>
            <pc:docMk/>
            <pc:sldMk cId="1118418003" sldId="276"/>
            <ac:picMk id="25" creationId="{84CF2A1E-C41C-4456-AA00-F3B0EF359C54}"/>
          </ac:picMkLst>
        </pc:picChg>
        <pc:picChg chg="add mod">
          <ac:chgData name="沛溪 中村" userId="4b6ad4d7a42030dd" providerId="LiveId" clId="{03266B73-F375-47EE-A515-AB0BBCD617A2}" dt="2026-01-21T15:55:27.653" v="94" actId="1076"/>
          <ac:picMkLst>
            <pc:docMk/>
            <pc:sldMk cId="1118418003" sldId="276"/>
            <ac:picMk id="27" creationId="{0B682472-EA82-488E-A6AD-71BED6300CD4}"/>
          </ac:picMkLst>
        </pc:picChg>
      </pc:sldChg>
      <pc:sldChg chg="del">
        <pc:chgData name="沛溪 中村" userId="4b6ad4d7a42030dd" providerId="LiveId" clId="{03266B73-F375-47EE-A515-AB0BBCD617A2}" dt="2026-01-21T15:55:32.385" v="95" actId="47"/>
        <pc:sldMkLst>
          <pc:docMk/>
          <pc:sldMk cId="3277357486" sldId="277"/>
        </pc:sldMkLst>
      </pc:sldChg>
      <pc:sldChg chg="del">
        <pc:chgData name="沛溪 中村" userId="4b6ad4d7a42030dd" providerId="LiveId" clId="{03266B73-F375-47EE-A515-AB0BBCD617A2}" dt="2026-01-21T15:55:40.355" v="105" actId="47"/>
        <pc:sldMkLst>
          <pc:docMk/>
          <pc:sldMk cId="1695220979" sldId="278"/>
        </pc:sldMkLst>
      </pc:sldChg>
      <pc:sldChg chg="modSp mod">
        <pc:chgData name="沛溪 中村" userId="4b6ad4d7a42030dd" providerId="LiveId" clId="{03266B73-F375-47EE-A515-AB0BBCD617A2}" dt="2026-01-27T16:27:45.982" v="6498" actId="20577"/>
        <pc:sldMkLst>
          <pc:docMk/>
          <pc:sldMk cId="4248327898" sldId="279"/>
        </pc:sldMkLst>
        <pc:spChg chg="mod">
          <ac:chgData name="沛溪 中村" userId="4b6ad4d7a42030dd" providerId="LiveId" clId="{03266B73-F375-47EE-A515-AB0BBCD617A2}" dt="2026-01-27T16:27:45.982" v="6498" actId="20577"/>
          <ac:spMkLst>
            <pc:docMk/>
            <pc:sldMk cId="4248327898" sldId="279"/>
            <ac:spMk id="5" creationId="{D125D484-8EF3-4744-8DB4-6AC4DC1E9BFF}"/>
          </ac:spMkLst>
        </pc:spChg>
      </pc:sldChg>
      <pc:sldChg chg="addSp delSp modSp add mod">
        <pc:chgData name="沛溪 中村" userId="4b6ad4d7a42030dd" providerId="LiveId" clId="{03266B73-F375-47EE-A515-AB0BBCD617A2}" dt="2026-01-27T15:08:44.667" v="1824" actId="20577"/>
        <pc:sldMkLst>
          <pc:docMk/>
          <pc:sldMk cId="403097817" sldId="280"/>
        </pc:sldMkLst>
        <pc:spChg chg="mod">
          <ac:chgData name="沛溪 中村" userId="4b6ad4d7a42030dd" providerId="LiveId" clId="{03266B73-F375-47EE-A515-AB0BBCD617A2}" dt="2026-01-27T14:26:13.122" v="215" actId="208"/>
          <ac:spMkLst>
            <pc:docMk/>
            <pc:sldMk cId="403097817" sldId="280"/>
            <ac:spMk id="4" creationId="{62CE5753-F71F-425A-B03A-BC1B1B3BD257}"/>
          </ac:spMkLst>
        </pc:spChg>
        <pc:spChg chg="mod">
          <ac:chgData name="沛溪 中村" userId="4b6ad4d7a42030dd" providerId="LiveId" clId="{03266B73-F375-47EE-A515-AB0BBCD617A2}" dt="2026-01-27T14:26:08.750" v="214" actId="207"/>
          <ac:spMkLst>
            <pc:docMk/>
            <pc:sldMk cId="403097817" sldId="280"/>
            <ac:spMk id="5" creationId="{A94F5FFE-7759-47A3-B547-0883BC342324}"/>
          </ac:spMkLst>
        </pc:spChg>
        <pc:spChg chg="mod">
          <ac:chgData name="沛溪 中村" userId="4b6ad4d7a42030dd" providerId="LiveId" clId="{03266B73-F375-47EE-A515-AB0BBCD617A2}" dt="2026-01-27T14:26:08.750" v="214" actId="207"/>
          <ac:spMkLst>
            <pc:docMk/>
            <pc:sldMk cId="403097817" sldId="280"/>
            <ac:spMk id="15" creationId="{2A528B43-642E-418B-BF37-C1D32B3140A5}"/>
          </ac:spMkLst>
        </pc:spChg>
        <pc:spChg chg="mod">
          <ac:chgData name="沛溪 中村" userId="4b6ad4d7a42030dd" providerId="LiveId" clId="{03266B73-F375-47EE-A515-AB0BBCD617A2}" dt="2026-01-27T15:08:44.667" v="1824" actId="20577"/>
          <ac:spMkLst>
            <pc:docMk/>
            <pc:sldMk cId="403097817" sldId="280"/>
            <ac:spMk id="20" creationId="{21F299EC-E2CD-4423-A15E-BCDEEE6FB284}"/>
          </ac:spMkLst>
        </pc:spChg>
        <pc:picChg chg="add mod">
          <ac:chgData name="沛溪 中村" userId="4b6ad4d7a42030dd" providerId="LiveId" clId="{03266B73-F375-47EE-A515-AB0BBCD617A2}" dt="2026-01-27T14:25:52.261" v="213"/>
          <ac:picMkLst>
            <pc:docMk/>
            <pc:sldMk cId="403097817" sldId="280"/>
            <ac:picMk id="25" creationId="{C90A44FB-8E57-4D64-855A-D91EDF95681A}"/>
          </ac:picMkLst>
        </pc:picChg>
        <pc:picChg chg="del">
          <ac:chgData name="沛溪 中村" userId="4b6ad4d7a42030dd" providerId="LiveId" clId="{03266B73-F375-47EE-A515-AB0BBCD617A2}" dt="2026-01-27T14:25:51.489" v="212" actId="478"/>
          <ac:picMkLst>
            <pc:docMk/>
            <pc:sldMk cId="403097817" sldId="280"/>
            <ac:picMk id="42" creationId="{8FD15056-5E9F-4530-B1B0-7EFD789779B6}"/>
          </ac:picMkLst>
        </pc:picChg>
        <pc:cxnChg chg="mod">
          <ac:chgData name="沛溪 中村" userId="4b6ad4d7a42030dd" providerId="LiveId" clId="{03266B73-F375-47EE-A515-AB0BBCD617A2}" dt="2026-01-27T14:26:30.030" v="217" actId="14100"/>
          <ac:cxnSpMkLst>
            <pc:docMk/>
            <pc:sldMk cId="403097817" sldId="280"/>
            <ac:cxnSpMk id="41" creationId="{EDA752F1-D67B-4D49-8A8C-D45D5696930E}"/>
          </ac:cxnSpMkLst>
        </pc:cxnChg>
        <pc:cxnChg chg="mod">
          <ac:chgData name="沛溪 中村" userId="4b6ad4d7a42030dd" providerId="LiveId" clId="{03266B73-F375-47EE-A515-AB0BBCD617A2}" dt="2026-01-27T14:26:30.030" v="217" actId="14100"/>
          <ac:cxnSpMkLst>
            <pc:docMk/>
            <pc:sldMk cId="403097817" sldId="280"/>
            <ac:cxnSpMk id="48" creationId="{302D6684-3025-41A5-A869-CD95CEFEDE70}"/>
          </ac:cxnSpMkLst>
        </pc:cxnChg>
      </pc:sldChg>
      <pc:sldChg chg="add del">
        <pc:chgData name="沛溪 中村" userId="4b6ad4d7a42030dd" providerId="LiveId" clId="{03266B73-F375-47EE-A515-AB0BBCD617A2}" dt="2026-01-27T14:26:37.654" v="219" actId="47"/>
        <pc:sldMkLst>
          <pc:docMk/>
          <pc:sldMk cId="1081614734" sldId="281"/>
        </pc:sldMkLst>
      </pc:sldChg>
      <pc:sldChg chg="addSp delSp modSp add mod">
        <pc:chgData name="沛溪 中村" userId="4b6ad4d7a42030dd" providerId="LiveId" clId="{03266B73-F375-47EE-A515-AB0BBCD617A2}" dt="2026-01-27T17:06:50.717" v="6524" actId="20577"/>
        <pc:sldMkLst>
          <pc:docMk/>
          <pc:sldMk cId="3206787028" sldId="282"/>
        </pc:sldMkLst>
        <pc:spChg chg="mod">
          <ac:chgData name="沛溪 中村" userId="4b6ad4d7a42030dd" providerId="LiveId" clId="{03266B73-F375-47EE-A515-AB0BBCD617A2}" dt="2026-01-27T17:06:50.717" v="6524" actId="20577"/>
          <ac:spMkLst>
            <pc:docMk/>
            <pc:sldMk cId="3206787028" sldId="282"/>
            <ac:spMk id="26" creationId="{9755E394-6A7A-40E1-B726-E8E7C4A99A75}"/>
          </ac:spMkLst>
        </pc:spChg>
        <pc:spChg chg="mod">
          <ac:chgData name="沛溪 中村" userId="4b6ad4d7a42030dd" providerId="LiveId" clId="{03266B73-F375-47EE-A515-AB0BBCD617A2}" dt="2026-01-27T14:26:42.595" v="222"/>
          <ac:spMkLst>
            <pc:docMk/>
            <pc:sldMk cId="3206787028" sldId="282"/>
            <ac:spMk id="32" creationId="{7F2DB55B-58AC-440A-AB70-1F7720508C83}"/>
          </ac:spMkLst>
        </pc:spChg>
        <pc:spChg chg="mod">
          <ac:chgData name="沛溪 中村" userId="4b6ad4d7a42030dd" providerId="LiveId" clId="{03266B73-F375-47EE-A515-AB0BBCD617A2}" dt="2026-01-27T14:26:42.595" v="222"/>
          <ac:spMkLst>
            <pc:docMk/>
            <pc:sldMk cId="3206787028" sldId="282"/>
            <ac:spMk id="33" creationId="{7401D56E-1AC0-4F31-98A0-B8B7626F27D0}"/>
          </ac:spMkLst>
        </pc:spChg>
        <pc:spChg chg="mod">
          <ac:chgData name="沛溪 中村" userId="4b6ad4d7a42030dd" providerId="LiveId" clId="{03266B73-F375-47EE-A515-AB0BBCD617A2}" dt="2026-01-27T14:26:42.595" v="222"/>
          <ac:spMkLst>
            <pc:docMk/>
            <pc:sldMk cId="3206787028" sldId="282"/>
            <ac:spMk id="34" creationId="{77C5602A-1A70-4C39-A40A-F601CF8E9588}"/>
          </ac:spMkLst>
        </pc:spChg>
        <pc:spChg chg="mod">
          <ac:chgData name="沛溪 中村" userId="4b6ad4d7a42030dd" providerId="LiveId" clId="{03266B73-F375-47EE-A515-AB0BBCD617A2}" dt="2026-01-27T14:26:45.045" v="225"/>
          <ac:spMkLst>
            <pc:docMk/>
            <pc:sldMk cId="3206787028" sldId="282"/>
            <ac:spMk id="40" creationId="{A2B08B3F-0CDF-4D0A-AA27-F57CC0EEC16C}"/>
          </ac:spMkLst>
        </pc:spChg>
        <pc:spChg chg="mod">
          <ac:chgData name="沛溪 中村" userId="4b6ad4d7a42030dd" providerId="LiveId" clId="{03266B73-F375-47EE-A515-AB0BBCD617A2}" dt="2026-01-27T14:26:45.045" v="225"/>
          <ac:spMkLst>
            <pc:docMk/>
            <pc:sldMk cId="3206787028" sldId="282"/>
            <ac:spMk id="42" creationId="{66FB4731-A32A-4E26-B187-3D83A523B0BA}"/>
          </ac:spMkLst>
        </pc:spChg>
        <pc:spChg chg="mod">
          <ac:chgData name="沛溪 中村" userId="4b6ad4d7a42030dd" providerId="LiveId" clId="{03266B73-F375-47EE-A515-AB0BBCD617A2}" dt="2026-01-27T14:26:45.045" v="225"/>
          <ac:spMkLst>
            <pc:docMk/>
            <pc:sldMk cId="3206787028" sldId="282"/>
            <ac:spMk id="43" creationId="{7881042A-C211-4531-B54D-2627D9E21C2B}"/>
          </ac:spMkLst>
        </pc:spChg>
        <pc:spChg chg="mod">
          <ac:chgData name="沛溪 中村" userId="4b6ad4d7a42030dd" providerId="LiveId" clId="{03266B73-F375-47EE-A515-AB0BBCD617A2}" dt="2026-01-27T15:08:48.324" v="1832" actId="20577"/>
          <ac:spMkLst>
            <pc:docMk/>
            <pc:sldMk cId="3206787028" sldId="282"/>
            <ac:spMk id="49" creationId="{2BD81A40-0B4C-41F1-AE7A-882D5BA4B5FF}"/>
          </ac:spMkLst>
        </pc:spChg>
        <pc:spChg chg="mod">
          <ac:chgData name="沛溪 中村" userId="4b6ad4d7a42030dd" providerId="LiveId" clId="{03266B73-F375-47EE-A515-AB0BBCD617A2}" dt="2026-01-27T14:27:00.725" v="235"/>
          <ac:spMkLst>
            <pc:docMk/>
            <pc:sldMk cId="3206787028" sldId="282"/>
            <ac:spMk id="50" creationId="{F30651B9-7766-4CB1-8E1E-AF9C473E7E18}"/>
          </ac:spMkLst>
        </pc:spChg>
        <pc:spChg chg="mod">
          <ac:chgData name="沛溪 中村" userId="4b6ad4d7a42030dd" providerId="LiveId" clId="{03266B73-F375-47EE-A515-AB0BBCD617A2}" dt="2026-01-27T14:27:00.725" v="235"/>
          <ac:spMkLst>
            <pc:docMk/>
            <pc:sldMk cId="3206787028" sldId="282"/>
            <ac:spMk id="51" creationId="{2EA07D73-4FFF-4D97-AC96-DAA29DCBB37B}"/>
          </ac:spMkLst>
        </pc:spChg>
        <pc:grpChg chg="add del">
          <ac:chgData name="沛溪 中村" userId="4b6ad4d7a42030dd" providerId="LiveId" clId="{03266B73-F375-47EE-A515-AB0BBCD617A2}" dt="2026-01-27T14:27:00.470" v="234" actId="478"/>
          <ac:grpSpMkLst>
            <pc:docMk/>
            <pc:sldMk cId="3206787028" sldId="282"/>
            <ac:grpSpMk id="17" creationId="{767139E7-FB11-472A-8A6B-FB12757AED56}"/>
          </ac:grpSpMkLst>
        </pc:grpChg>
        <pc:grpChg chg="add del mod">
          <ac:chgData name="沛溪 中村" userId="4b6ad4d7a42030dd" providerId="LiveId" clId="{03266B73-F375-47EE-A515-AB0BBCD617A2}" dt="2026-01-27T14:26:43.390" v="223"/>
          <ac:grpSpMkLst>
            <pc:docMk/>
            <pc:sldMk cId="3206787028" sldId="282"/>
            <ac:grpSpMk id="29" creationId="{F45FFC0C-5E22-44C0-9A07-46B7F88A152F}"/>
          </ac:grpSpMkLst>
        </pc:grpChg>
        <pc:grpChg chg="mod">
          <ac:chgData name="沛溪 中村" userId="4b6ad4d7a42030dd" providerId="LiveId" clId="{03266B73-F375-47EE-A515-AB0BBCD617A2}" dt="2026-01-27T14:26:42.595" v="222"/>
          <ac:grpSpMkLst>
            <pc:docMk/>
            <pc:sldMk cId="3206787028" sldId="282"/>
            <ac:grpSpMk id="30" creationId="{77E31B39-1800-4C09-82FD-8F870C013C96}"/>
          </ac:grpSpMkLst>
        </pc:grpChg>
        <pc:grpChg chg="add del mod">
          <ac:chgData name="沛溪 中村" userId="4b6ad4d7a42030dd" providerId="LiveId" clId="{03266B73-F375-47EE-A515-AB0BBCD617A2}" dt="2026-01-27T14:26:57.417" v="232"/>
          <ac:grpSpMkLst>
            <pc:docMk/>
            <pc:sldMk cId="3206787028" sldId="282"/>
            <ac:grpSpMk id="36" creationId="{1CFFBBF8-02F5-49E0-B03C-3139BED9DC79}"/>
          </ac:grpSpMkLst>
        </pc:grpChg>
        <pc:grpChg chg="mod">
          <ac:chgData name="沛溪 中村" userId="4b6ad4d7a42030dd" providerId="LiveId" clId="{03266B73-F375-47EE-A515-AB0BBCD617A2}" dt="2026-01-27T14:26:45.045" v="225"/>
          <ac:grpSpMkLst>
            <pc:docMk/>
            <pc:sldMk cId="3206787028" sldId="282"/>
            <ac:grpSpMk id="38" creationId="{C5F3146B-97F4-4A52-9A4D-FCF32F34ACB1}"/>
          </ac:grpSpMkLst>
        </pc:grpChg>
        <pc:grpChg chg="add mod">
          <ac:chgData name="沛溪 中村" userId="4b6ad4d7a42030dd" providerId="LiveId" clId="{03266B73-F375-47EE-A515-AB0BBCD617A2}" dt="2026-01-27T14:27:00.725" v="235"/>
          <ac:grpSpMkLst>
            <pc:docMk/>
            <pc:sldMk cId="3206787028" sldId="282"/>
            <ac:grpSpMk id="45" creationId="{79997F64-FBEC-4140-BDF8-F8FD7B121335}"/>
          </ac:grpSpMkLst>
        </pc:grpChg>
        <pc:grpChg chg="mod">
          <ac:chgData name="沛溪 中村" userId="4b6ad4d7a42030dd" providerId="LiveId" clId="{03266B73-F375-47EE-A515-AB0BBCD617A2}" dt="2026-01-27T14:27:00.725" v="235"/>
          <ac:grpSpMkLst>
            <pc:docMk/>
            <pc:sldMk cId="3206787028" sldId="282"/>
            <ac:grpSpMk id="46" creationId="{F2E1136B-9BB0-46F7-8B47-4CE8CBA952E8}"/>
          </ac:grpSpMkLst>
        </pc:grpChg>
        <pc:picChg chg="add del">
          <ac:chgData name="沛溪 中村" userId="4b6ad4d7a42030dd" providerId="LiveId" clId="{03266B73-F375-47EE-A515-AB0BBCD617A2}" dt="2026-01-27T14:26:57.976" v="233" actId="478"/>
          <ac:picMkLst>
            <pc:docMk/>
            <pc:sldMk cId="3206787028" sldId="282"/>
            <ac:picMk id="19" creationId="{BD8667EB-D62E-446B-B2D6-02B762FA097B}"/>
          </ac:picMkLst>
        </pc:picChg>
        <pc:picChg chg="mod">
          <ac:chgData name="沛溪 中村" userId="4b6ad4d7a42030dd" providerId="LiveId" clId="{03266B73-F375-47EE-A515-AB0BBCD617A2}" dt="2026-01-27T14:26:42.595" v="222"/>
          <ac:picMkLst>
            <pc:docMk/>
            <pc:sldMk cId="3206787028" sldId="282"/>
            <ac:picMk id="31" creationId="{EDBFCE8C-74CA-4EDB-A783-9A026E7E08FA}"/>
          </ac:picMkLst>
        </pc:picChg>
        <pc:picChg chg="mod">
          <ac:chgData name="沛溪 中村" userId="4b6ad4d7a42030dd" providerId="LiveId" clId="{03266B73-F375-47EE-A515-AB0BBCD617A2}" dt="2026-01-27T14:26:45.045" v="225"/>
          <ac:picMkLst>
            <pc:docMk/>
            <pc:sldMk cId="3206787028" sldId="282"/>
            <ac:picMk id="39" creationId="{AA1C8059-4E49-4FAC-8823-680D974757E6}"/>
          </ac:picMkLst>
        </pc:picChg>
        <pc:picChg chg="mod">
          <ac:chgData name="沛溪 中村" userId="4b6ad4d7a42030dd" providerId="LiveId" clId="{03266B73-F375-47EE-A515-AB0BBCD617A2}" dt="2026-01-27T14:27:00.725" v="235"/>
          <ac:picMkLst>
            <pc:docMk/>
            <pc:sldMk cId="3206787028" sldId="282"/>
            <ac:picMk id="47" creationId="{5A3D21BE-C3F3-4F39-9D39-17A9ADB9F6C2}"/>
          </ac:picMkLst>
        </pc:picChg>
        <pc:cxnChg chg="mod">
          <ac:chgData name="沛溪 中村" userId="4b6ad4d7a42030dd" providerId="LiveId" clId="{03266B73-F375-47EE-A515-AB0BBCD617A2}" dt="2026-01-27T14:27:13.092" v="249" actId="208"/>
          <ac:cxnSpMkLst>
            <pc:docMk/>
            <pc:sldMk cId="3206787028" sldId="282"/>
            <ac:cxnSpMk id="35" creationId="{DBCC9A52-F23C-40E9-9ED5-560FA6E8C08B}"/>
          </ac:cxnSpMkLst>
        </pc:cxnChg>
        <pc:cxnChg chg="mod">
          <ac:chgData name="沛溪 中村" userId="4b6ad4d7a42030dd" providerId="LiveId" clId="{03266B73-F375-47EE-A515-AB0BBCD617A2}" dt="2026-01-27T14:27:13.092" v="249" actId="208"/>
          <ac:cxnSpMkLst>
            <pc:docMk/>
            <pc:sldMk cId="3206787028" sldId="282"/>
            <ac:cxnSpMk id="37" creationId="{AB2808C3-F15B-4670-A68E-7D62BF92A717}"/>
          </ac:cxnSpMkLst>
        </pc:cxnChg>
        <pc:cxnChg chg="mod">
          <ac:chgData name="沛溪 中村" userId="4b6ad4d7a42030dd" providerId="LiveId" clId="{03266B73-F375-47EE-A515-AB0BBCD617A2}" dt="2026-01-27T14:27:13.092" v="249" actId="208"/>
          <ac:cxnSpMkLst>
            <pc:docMk/>
            <pc:sldMk cId="3206787028" sldId="282"/>
            <ac:cxnSpMk id="59" creationId="{007B5ECC-D1C3-4CD1-AC32-72414C03504D}"/>
          </ac:cxnSpMkLst>
        </pc:cxnChg>
      </pc:sldChg>
      <pc:sldChg chg="addSp delSp modSp add mod">
        <pc:chgData name="沛溪 中村" userId="4b6ad4d7a42030dd" providerId="LiveId" clId="{03266B73-F375-47EE-A515-AB0BBCD617A2}" dt="2026-01-28T06:21:03.504" v="8442" actId="1076"/>
        <pc:sldMkLst>
          <pc:docMk/>
          <pc:sldMk cId="1377458343" sldId="283"/>
        </pc:sldMkLst>
        <pc:spChg chg="mod">
          <ac:chgData name="沛溪 中村" userId="4b6ad4d7a42030dd" providerId="LiveId" clId="{03266B73-F375-47EE-A515-AB0BBCD617A2}" dt="2026-01-27T14:50:45.662" v="1078" actId="14100"/>
          <ac:spMkLst>
            <pc:docMk/>
            <pc:sldMk cId="1377458343" sldId="283"/>
            <ac:spMk id="2" creationId="{529201A5-D1E3-46D0-BB18-C33BB318D456}"/>
          </ac:spMkLst>
        </pc:spChg>
        <pc:spChg chg="add mod">
          <ac:chgData name="沛溪 中村" userId="4b6ad4d7a42030dd" providerId="LiveId" clId="{03266B73-F375-47EE-A515-AB0BBCD617A2}" dt="2026-01-28T06:20:52.537" v="8439" actId="113"/>
          <ac:spMkLst>
            <pc:docMk/>
            <pc:sldMk cId="1377458343" sldId="283"/>
            <ac:spMk id="3" creationId="{653DB8ED-3567-43D3-9928-6C074DCF24CC}"/>
          </ac:spMkLst>
        </pc:spChg>
        <pc:spChg chg="mod">
          <ac:chgData name="沛溪 中村" userId="4b6ad4d7a42030dd" providerId="LiveId" clId="{03266B73-F375-47EE-A515-AB0BBCD617A2}" dt="2026-01-27T14:32:20.987" v="567" actId="1076"/>
          <ac:spMkLst>
            <pc:docMk/>
            <pc:sldMk cId="1377458343" sldId="283"/>
            <ac:spMk id="5" creationId="{3D195604-6E68-48B8-9C23-6B19CBE01A8A}"/>
          </ac:spMkLst>
        </pc:spChg>
        <pc:spChg chg="del">
          <ac:chgData name="沛溪 中村" userId="4b6ad4d7a42030dd" providerId="LiveId" clId="{03266B73-F375-47EE-A515-AB0BBCD617A2}" dt="2026-01-27T14:30:06.403" v="295" actId="478"/>
          <ac:spMkLst>
            <pc:docMk/>
            <pc:sldMk cId="1377458343" sldId="283"/>
            <ac:spMk id="9" creationId="{A0F27437-B27B-49CE-B490-16E6E15B1BDA}"/>
          </ac:spMkLst>
        </pc:spChg>
        <pc:spChg chg="add mod">
          <ac:chgData name="沛溪 中村" userId="4b6ad4d7a42030dd" providerId="LiveId" clId="{03266B73-F375-47EE-A515-AB0BBCD617A2}" dt="2026-01-28T06:21:03.504" v="8442" actId="1076"/>
          <ac:spMkLst>
            <pc:docMk/>
            <pc:sldMk cId="1377458343" sldId="283"/>
            <ac:spMk id="11" creationId="{AF18516C-14D7-4B89-ACC0-FEC840C8E3EB}"/>
          </ac:spMkLst>
        </pc:spChg>
        <pc:grpChg chg="add mod">
          <ac:chgData name="沛溪 中村" userId="4b6ad4d7a42030dd" providerId="LiveId" clId="{03266B73-F375-47EE-A515-AB0BBCD617A2}" dt="2026-01-28T06:08:52.663" v="8430" actId="1076"/>
          <ac:grpSpMkLst>
            <pc:docMk/>
            <pc:sldMk cId="1377458343" sldId="283"/>
            <ac:grpSpMk id="10" creationId="{313CCCE7-1A04-4814-82D4-44A5EA3E0A3A}"/>
          </ac:grpSpMkLst>
        </pc:grpChg>
        <pc:picChg chg="add mod">
          <ac:chgData name="沛溪 中村" userId="4b6ad4d7a42030dd" providerId="LiveId" clId="{03266B73-F375-47EE-A515-AB0BBCD617A2}" dt="2026-01-27T14:33:40.602" v="588" actId="164"/>
          <ac:picMkLst>
            <pc:docMk/>
            <pc:sldMk cId="1377458343" sldId="283"/>
            <ac:picMk id="6" creationId="{EFEEBF3E-5030-4154-BB55-2CD91103C0C9}"/>
          </ac:picMkLst>
        </pc:picChg>
        <pc:picChg chg="add mod modCrop">
          <ac:chgData name="沛溪 中村" userId="4b6ad4d7a42030dd" providerId="LiveId" clId="{03266B73-F375-47EE-A515-AB0BBCD617A2}" dt="2026-01-27T14:33:40.602" v="588" actId="164"/>
          <ac:picMkLst>
            <pc:docMk/>
            <pc:sldMk cId="1377458343" sldId="283"/>
            <ac:picMk id="8" creationId="{0616CAAB-39EA-4410-BF06-938E3965F780}"/>
          </ac:picMkLst>
        </pc:picChg>
      </pc:sldChg>
      <pc:sldChg chg="addSp delSp modSp add mod">
        <pc:chgData name="沛溪 中村" userId="4b6ad4d7a42030dd" providerId="LiveId" clId="{03266B73-F375-47EE-A515-AB0BBCD617A2}" dt="2026-01-28T06:09:08.477" v="8438" actId="14861"/>
        <pc:sldMkLst>
          <pc:docMk/>
          <pc:sldMk cId="2741654346" sldId="284"/>
        </pc:sldMkLst>
        <pc:spChg chg="mod">
          <ac:chgData name="沛溪 中村" userId="4b6ad4d7a42030dd" providerId="LiveId" clId="{03266B73-F375-47EE-A515-AB0BBCD617A2}" dt="2026-01-27T14:50:51.913" v="1093" actId="14100"/>
          <ac:spMkLst>
            <pc:docMk/>
            <pc:sldMk cId="2741654346" sldId="284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4:34:57.512" v="783" actId="478"/>
          <ac:spMkLst>
            <pc:docMk/>
            <pc:sldMk cId="2741654346" sldId="284"/>
            <ac:spMk id="3" creationId="{653DB8ED-3567-43D3-9928-6C074DCF24CC}"/>
          </ac:spMkLst>
        </pc:spChg>
        <pc:spChg chg="add del">
          <ac:chgData name="沛溪 中村" userId="4b6ad4d7a42030dd" providerId="LiveId" clId="{03266B73-F375-47EE-A515-AB0BBCD617A2}" dt="2026-01-27T14:35:03.929" v="787" actId="478"/>
          <ac:spMkLst>
            <pc:docMk/>
            <pc:sldMk cId="2741654346" sldId="284"/>
            <ac:spMk id="5" creationId="{3D195604-6E68-48B8-9C23-6B19CBE01A8A}"/>
          </ac:spMkLst>
        </pc:spChg>
        <pc:spChg chg="add mod">
          <ac:chgData name="沛溪 中村" userId="4b6ad4d7a42030dd" providerId="LiveId" clId="{03266B73-F375-47EE-A515-AB0BBCD617A2}" dt="2026-01-27T14:47:37.340" v="1000" actId="1076"/>
          <ac:spMkLst>
            <pc:docMk/>
            <pc:sldMk cId="2741654346" sldId="284"/>
            <ac:spMk id="9" creationId="{D8A041A7-D9B2-4A18-9E46-BB93B861D099}"/>
          </ac:spMkLst>
        </pc:spChg>
        <pc:spChg chg="del">
          <ac:chgData name="沛溪 中村" userId="4b6ad4d7a42030dd" providerId="LiveId" clId="{03266B73-F375-47EE-A515-AB0BBCD617A2}" dt="2026-01-27T14:35:01.598" v="786" actId="478"/>
          <ac:spMkLst>
            <pc:docMk/>
            <pc:sldMk cId="2741654346" sldId="284"/>
            <ac:spMk id="11" creationId="{AF18516C-14D7-4B89-ACC0-FEC840C8E3EB}"/>
          </ac:spMkLst>
        </pc:spChg>
        <pc:spChg chg="add del">
          <ac:chgData name="沛溪 中村" userId="4b6ad4d7a42030dd" providerId="LiveId" clId="{03266B73-F375-47EE-A515-AB0BBCD617A2}" dt="2026-01-27T14:35:42.150" v="790" actId="22"/>
          <ac:spMkLst>
            <pc:docMk/>
            <pc:sldMk cId="2741654346" sldId="284"/>
            <ac:spMk id="12" creationId="{8DB36E32-401E-4FF6-9B85-A1F0A816AEF4}"/>
          </ac:spMkLst>
        </pc:spChg>
        <pc:spChg chg="add mod">
          <ac:chgData name="沛溪 中村" userId="4b6ad4d7a42030dd" providerId="LiveId" clId="{03266B73-F375-47EE-A515-AB0BBCD617A2}" dt="2026-01-27T14:40:45.255" v="905" actId="14100"/>
          <ac:spMkLst>
            <pc:docMk/>
            <pc:sldMk cId="2741654346" sldId="284"/>
            <ac:spMk id="13" creationId="{05B7E921-028A-42CC-A33E-5E6ACCA12E95}"/>
          </ac:spMkLst>
        </pc:spChg>
        <pc:spChg chg="add del mod">
          <ac:chgData name="沛溪 中村" userId="4b6ad4d7a42030dd" providerId="LiveId" clId="{03266B73-F375-47EE-A515-AB0BBCD617A2}" dt="2026-01-27T14:49:28.401" v="1021" actId="478"/>
          <ac:spMkLst>
            <pc:docMk/>
            <pc:sldMk cId="2741654346" sldId="284"/>
            <ac:spMk id="16" creationId="{E270CB72-86DA-4F1A-AF61-25549DCC0F52}"/>
          </ac:spMkLst>
        </pc:spChg>
        <pc:spChg chg="add mod">
          <ac:chgData name="沛溪 中村" userId="4b6ad4d7a42030dd" providerId="LiveId" clId="{03266B73-F375-47EE-A515-AB0BBCD617A2}" dt="2026-01-27T14:49:38.157" v="1026" actId="20577"/>
          <ac:spMkLst>
            <pc:docMk/>
            <pc:sldMk cId="2741654346" sldId="284"/>
            <ac:spMk id="17" creationId="{BFB8D47B-6068-455D-91C1-ED524AC5A4AD}"/>
          </ac:spMkLst>
        </pc:spChg>
        <pc:spChg chg="add mod">
          <ac:chgData name="沛溪 中村" userId="4b6ad4d7a42030dd" providerId="LiveId" clId="{03266B73-F375-47EE-A515-AB0BBCD617A2}" dt="2026-01-27T14:40:15.933" v="900" actId="164"/>
          <ac:spMkLst>
            <pc:docMk/>
            <pc:sldMk cId="2741654346" sldId="284"/>
            <ac:spMk id="18" creationId="{8184B9B7-6514-4F36-85A4-8DEB992427A7}"/>
          </ac:spMkLst>
        </pc:spChg>
        <pc:spChg chg="add mod">
          <ac:chgData name="沛溪 中村" userId="4b6ad4d7a42030dd" providerId="LiveId" clId="{03266B73-F375-47EE-A515-AB0BBCD617A2}" dt="2026-01-27T14:41:24.547" v="998" actId="1076"/>
          <ac:spMkLst>
            <pc:docMk/>
            <pc:sldMk cId="2741654346" sldId="284"/>
            <ac:spMk id="44" creationId="{082D04CE-99DA-4E5E-B237-193E8CD6D109}"/>
          </ac:spMkLst>
        </pc:spChg>
        <pc:spChg chg="add mod">
          <ac:chgData name="沛溪 中村" userId="4b6ad4d7a42030dd" providerId="LiveId" clId="{03266B73-F375-47EE-A515-AB0BBCD617A2}" dt="2026-01-27T14:50:19.225" v="1044" actId="1076"/>
          <ac:spMkLst>
            <pc:docMk/>
            <pc:sldMk cId="2741654346" sldId="284"/>
            <ac:spMk id="47" creationId="{28CAEAE6-279C-40B1-80DA-D06390C85759}"/>
          </ac:spMkLst>
        </pc:spChg>
        <pc:spChg chg="add mod">
          <ac:chgData name="沛溪 中村" userId="4b6ad4d7a42030dd" providerId="LiveId" clId="{03266B73-F375-47EE-A515-AB0BBCD617A2}" dt="2026-01-27T14:49:34.338" v="1024" actId="1076"/>
          <ac:spMkLst>
            <pc:docMk/>
            <pc:sldMk cId="2741654346" sldId="284"/>
            <ac:spMk id="48" creationId="{423A0851-B42D-45E3-A353-FDFD6F3DFC61}"/>
          </ac:spMkLst>
        </pc:spChg>
        <pc:spChg chg="add mod">
          <ac:chgData name="沛溪 中村" userId="4b6ad4d7a42030dd" providerId="LiveId" clId="{03266B73-F375-47EE-A515-AB0BBCD617A2}" dt="2026-01-27T15:02:16.533" v="1280" actId="1076"/>
          <ac:spMkLst>
            <pc:docMk/>
            <pc:sldMk cId="2741654346" sldId="284"/>
            <ac:spMk id="49" creationId="{745EAEB5-DA17-4112-8010-90D24CE85EE1}"/>
          </ac:spMkLst>
        </pc:spChg>
        <pc:spChg chg="add del">
          <ac:chgData name="沛溪 中村" userId="4b6ad4d7a42030dd" providerId="LiveId" clId="{03266B73-F375-47EE-A515-AB0BBCD617A2}" dt="2026-01-27T15:00:34.266" v="1160"/>
          <ac:spMkLst>
            <pc:docMk/>
            <pc:sldMk cId="2741654346" sldId="284"/>
            <ac:spMk id="50" creationId="{5A8167E7-6427-4C5F-940F-6788BAF18B4B}"/>
          </ac:spMkLst>
        </pc:spChg>
        <pc:spChg chg="add del mod">
          <ac:chgData name="沛溪 中村" userId="4b6ad4d7a42030dd" providerId="LiveId" clId="{03266B73-F375-47EE-A515-AB0BBCD617A2}" dt="2026-01-27T15:00:33.874" v="1159"/>
          <ac:spMkLst>
            <pc:docMk/>
            <pc:sldMk cId="2741654346" sldId="284"/>
            <ac:spMk id="51" creationId="{54020B63-1568-468B-88D6-5A0F74394191}"/>
          </ac:spMkLst>
        </pc:spChg>
        <pc:spChg chg="add del mod">
          <ac:chgData name="沛溪 中村" userId="4b6ad4d7a42030dd" providerId="LiveId" clId="{03266B73-F375-47EE-A515-AB0BBCD617A2}" dt="2026-01-27T15:01:14.256" v="1204"/>
          <ac:spMkLst>
            <pc:docMk/>
            <pc:sldMk cId="2741654346" sldId="284"/>
            <ac:spMk id="52" creationId="{31231A50-2C5D-4711-B08B-A970A2725AAE}"/>
          </ac:spMkLst>
        </pc:spChg>
        <pc:grpChg chg="del">
          <ac:chgData name="沛溪 中村" userId="4b6ad4d7a42030dd" providerId="LiveId" clId="{03266B73-F375-47EE-A515-AB0BBCD617A2}" dt="2026-01-27T14:34:56.004" v="782" actId="478"/>
          <ac:grpSpMkLst>
            <pc:docMk/>
            <pc:sldMk cId="2741654346" sldId="284"/>
            <ac:grpSpMk id="10" creationId="{313CCCE7-1A04-4814-82D4-44A5EA3E0A3A}"/>
          </ac:grpSpMkLst>
        </pc:grpChg>
        <pc:grpChg chg="add mod">
          <ac:chgData name="沛溪 中村" userId="4b6ad4d7a42030dd" providerId="LiveId" clId="{03266B73-F375-47EE-A515-AB0BBCD617A2}" dt="2026-01-28T06:09:08.477" v="8438" actId="14861"/>
          <ac:grpSpMkLst>
            <pc:docMk/>
            <pc:sldMk cId="2741654346" sldId="284"/>
            <ac:grpSpMk id="43" creationId="{646040B4-20E1-4E2A-A468-0DF3F57EF7DF}"/>
          </ac:grpSpMkLst>
        </pc:grpChg>
        <pc:picChg chg="add mod">
          <ac:chgData name="沛溪 中村" userId="4b6ad4d7a42030dd" providerId="LiveId" clId="{03266B73-F375-47EE-A515-AB0BBCD617A2}" dt="2026-01-27T14:40:15.933" v="900" actId="164"/>
          <ac:picMkLst>
            <pc:docMk/>
            <pc:sldMk cId="2741654346" sldId="284"/>
            <ac:picMk id="15" creationId="{28D6530C-CE6A-4FC4-95F0-2CB215AF44B3}"/>
          </ac:picMkLst>
        </pc:picChg>
        <pc:picChg chg="add mod">
          <ac:chgData name="沛溪 中村" userId="4b6ad4d7a42030dd" providerId="LiveId" clId="{03266B73-F375-47EE-A515-AB0BBCD617A2}" dt="2026-01-28T06:09:08.477" v="8438" actId="14861"/>
          <ac:picMkLst>
            <pc:docMk/>
            <pc:sldMk cId="2741654346" sldId="284"/>
            <ac:picMk id="46" creationId="{7E3561E3-3AAD-46C9-9903-EE8CB0F6B75C}"/>
          </ac:picMkLst>
        </pc:picChg>
        <pc:cxnChg chg="add del mod">
          <ac:chgData name="沛溪 中村" userId="4b6ad4d7a42030dd" providerId="LiveId" clId="{03266B73-F375-47EE-A515-AB0BBCD617A2}" dt="2026-01-27T14:38:29.217" v="860" actId="478"/>
          <ac:cxnSpMkLst>
            <pc:docMk/>
            <pc:sldMk cId="2741654346" sldId="284"/>
            <ac:cxnSpMk id="20" creationId="{647D975D-25F8-4EBD-BAA4-A749E5DCC26D}"/>
          </ac:cxnSpMkLst>
        </pc:cxnChg>
        <pc:cxnChg chg="add del mod">
          <ac:chgData name="沛溪 中村" userId="4b6ad4d7a42030dd" providerId="LiveId" clId="{03266B73-F375-47EE-A515-AB0BBCD617A2}" dt="2026-01-27T14:38:30.018" v="861" actId="478"/>
          <ac:cxnSpMkLst>
            <pc:docMk/>
            <pc:sldMk cId="2741654346" sldId="284"/>
            <ac:cxnSpMk id="23" creationId="{C51668C9-C69E-47F4-8F7D-0AED45FA399A}"/>
          </ac:cxnSpMkLst>
        </pc:cxnChg>
        <pc:cxnChg chg="add mod">
          <ac:chgData name="沛溪 中村" userId="4b6ad4d7a42030dd" providerId="LiveId" clId="{03266B73-F375-47EE-A515-AB0BBCD617A2}" dt="2026-01-27T14:40:15.933" v="900" actId="164"/>
          <ac:cxnSpMkLst>
            <pc:docMk/>
            <pc:sldMk cId="2741654346" sldId="284"/>
            <ac:cxnSpMk id="29" creationId="{DCD51BE4-EB51-40F7-B35E-08EE43A43152}"/>
          </ac:cxnSpMkLst>
        </pc:cxnChg>
        <pc:cxnChg chg="add mod">
          <ac:chgData name="沛溪 中村" userId="4b6ad4d7a42030dd" providerId="LiveId" clId="{03266B73-F375-47EE-A515-AB0BBCD617A2}" dt="2026-01-27T14:40:15.933" v="900" actId="164"/>
          <ac:cxnSpMkLst>
            <pc:docMk/>
            <pc:sldMk cId="2741654346" sldId="284"/>
            <ac:cxnSpMk id="35" creationId="{F810C63E-2CC4-4AFB-9949-DB49382A06F1}"/>
          </ac:cxnSpMkLst>
        </pc:cxnChg>
        <pc:cxnChg chg="add mod">
          <ac:chgData name="沛溪 中村" userId="4b6ad4d7a42030dd" providerId="LiveId" clId="{03266B73-F375-47EE-A515-AB0BBCD617A2}" dt="2026-01-27T14:40:15.933" v="900" actId="164"/>
          <ac:cxnSpMkLst>
            <pc:docMk/>
            <pc:sldMk cId="2741654346" sldId="284"/>
            <ac:cxnSpMk id="41" creationId="{3C25E4CE-2299-49A2-985B-460A30B67982}"/>
          </ac:cxnSpMkLst>
        </pc:cxnChg>
      </pc:sldChg>
      <pc:sldChg chg="addSp delSp modSp add mod">
        <pc:chgData name="沛溪 中村" userId="4b6ad4d7a42030dd" providerId="LiveId" clId="{03266B73-F375-47EE-A515-AB0BBCD617A2}" dt="2026-01-27T15:08:24.977" v="1804" actId="1076"/>
        <pc:sldMkLst>
          <pc:docMk/>
          <pc:sldMk cId="1376228552" sldId="285"/>
        </pc:sldMkLst>
        <pc:spChg chg="mod">
          <ac:chgData name="沛溪 中村" userId="4b6ad4d7a42030dd" providerId="LiveId" clId="{03266B73-F375-47EE-A515-AB0BBCD617A2}" dt="2026-01-27T15:02:51.901" v="1299" actId="20577"/>
          <ac:spMkLst>
            <pc:docMk/>
            <pc:sldMk cId="1376228552" sldId="285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5:02:54.506" v="1300" actId="478"/>
          <ac:spMkLst>
            <pc:docMk/>
            <pc:sldMk cId="1376228552" sldId="285"/>
            <ac:spMk id="13" creationId="{05B7E921-028A-42CC-A33E-5E6ACCA12E95}"/>
          </ac:spMkLst>
        </pc:spChg>
        <pc:spChg chg="add mod">
          <ac:chgData name="沛溪 中村" userId="4b6ad4d7a42030dd" providerId="LiveId" clId="{03266B73-F375-47EE-A515-AB0BBCD617A2}" dt="2026-01-27T15:05:35.477" v="1332" actId="1076"/>
          <ac:spMkLst>
            <pc:docMk/>
            <pc:sldMk cId="1376228552" sldId="285"/>
            <ac:spMk id="19" creationId="{4538FFA4-3226-4D0A-850D-90CD023873AB}"/>
          </ac:spMkLst>
        </pc:spChg>
        <pc:spChg chg="add del mod">
          <ac:chgData name="沛溪 中村" userId="4b6ad4d7a42030dd" providerId="LiveId" clId="{03266B73-F375-47EE-A515-AB0BBCD617A2}" dt="2026-01-27T15:05:48.225" v="1361" actId="478"/>
          <ac:spMkLst>
            <pc:docMk/>
            <pc:sldMk cId="1376228552" sldId="285"/>
            <ac:spMk id="20" creationId="{A14BA243-FA68-49B9-8C37-B86C6BD7285C}"/>
          </ac:spMkLst>
        </pc:spChg>
        <pc:spChg chg="add mod">
          <ac:chgData name="沛溪 中村" userId="4b6ad4d7a42030dd" providerId="LiveId" clId="{03266B73-F375-47EE-A515-AB0BBCD617A2}" dt="2026-01-27T15:08:24.977" v="1804" actId="1076"/>
          <ac:spMkLst>
            <pc:docMk/>
            <pc:sldMk cId="1376228552" sldId="285"/>
            <ac:spMk id="21" creationId="{6C577FB3-54A6-43B0-932D-DBE6A9E116E1}"/>
          </ac:spMkLst>
        </pc:spChg>
        <pc:spChg chg="del">
          <ac:chgData name="沛溪 中村" userId="4b6ad4d7a42030dd" providerId="LiveId" clId="{03266B73-F375-47EE-A515-AB0BBCD617A2}" dt="2026-01-27T15:02:56.023" v="1302" actId="478"/>
          <ac:spMkLst>
            <pc:docMk/>
            <pc:sldMk cId="1376228552" sldId="285"/>
            <ac:spMk id="44" creationId="{082D04CE-99DA-4E5E-B237-193E8CD6D109}"/>
          </ac:spMkLst>
        </pc:spChg>
        <pc:spChg chg="del">
          <ac:chgData name="沛溪 中村" userId="4b6ad4d7a42030dd" providerId="LiveId" clId="{03266B73-F375-47EE-A515-AB0BBCD617A2}" dt="2026-01-27T15:02:57.301" v="1303" actId="478"/>
          <ac:spMkLst>
            <pc:docMk/>
            <pc:sldMk cId="1376228552" sldId="285"/>
            <ac:spMk id="47" creationId="{28CAEAE6-279C-40B1-80DA-D06390C85759}"/>
          </ac:spMkLst>
        </pc:spChg>
        <pc:spChg chg="del">
          <ac:chgData name="沛溪 中村" userId="4b6ad4d7a42030dd" providerId="LiveId" clId="{03266B73-F375-47EE-A515-AB0BBCD617A2}" dt="2026-01-27T15:02:58.392" v="1304" actId="478"/>
          <ac:spMkLst>
            <pc:docMk/>
            <pc:sldMk cId="1376228552" sldId="285"/>
            <ac:spMk id="48" creationId="{423A0851-B42D-45E3-A353-FDFD6F3DFC61}"/>
          </ac:spMkLst>
        </pc:spChg>
        <pc:spChg chg="del">
          <ac:chgData name="沛溪 中村" userId="4b6ad4d7a42030dd" providerId="LiveId" clId="{03266B73-F375-47EE-A515-AB0BBCD617A2}" dt="2026-01-27T15:02:59.850" v="1306" actId="478"/>
          <ac:spMkLst>
            <pc:docMk/>
            <pc:sldMk cId="1376228552" sldId="285"/>
            <ac:spMk id="49" creationId="{745EAEB5-DA17-4112-8010-90D24CE85EE1}"/>
          </ac:spMkLst>
        </pc:spChg>
        <pc:grpChg chg="del">
          <ac:chgData name="沛溪 中村" userId="4b6ad4d7a42030dd" providerId="LiveId" clId="{03266B73-F375-47EE-A515-AB0BBCD617A2}" dt="2026-01-27T15:02:54.925" v="1301" actId="478"/>
          <ac:grpSpMkLst>
            <pc:docMk/>
            <pc:sldMk cId="1376228552" sldId="285"/>
            <ac:grpSpMk id="43" creationId="{646040B4-20E1-4E2A-A468-0DF3F57EF7DF}"/>
          </ac:grpSpMkLst>
        </pc:grpChg>
        <pc:picChg chg="del">
          <ac:chgData name="沛溪 中村" userId="4b6ad4d7a42030dd" providerId="LiveId" clId="{03266B73-F375-47EE-A515-AB0BBCD617A2}" dt="2026-01-27T15:02:58.909" v="1305" actId="478"/>
          <ac:picMkLst>
            <pc:docMk/>
            <pc:sldMk cId="1376228552" sldId="285"/>
            <ac:picMk id="46" creationId="{7E3561E3-3AAD-46C9-9903-EE8CB0F6B75C}"/>
          </ac:picMkLst>
        </pc:picChg>
      </pc:sldChg>
      <pc:sldChg chg="addSp delSp modSp add mod">
        <pc:chgData name="沛溪 中村" userId="4b6ad4d7a42030dd" providerId="LiveId" clId="{03266B73-F375-47EE-A515-AB0BBCD617A2}" dt="2026-01-28T06:21:46.216" v="8443" actId="1076"/>
        <pc:sldMkLst>
          <pc:docMk/>
          <pc:sldMk cId="1220708829" sldId="286"/>
        </pc:sldMkLst>
        <pc:spChg chg="mod">
          <ac:chgData name="沛溪 中村" userId="4b6ad4d7a42030dd" providerId="LiveId" clId="{03266B73-F375-47EE-A515-AB0BBCD617A2}" dt="2026-01-27T15:16:52.147" v="2602" actId="20577"/>
          <ac:spMkLst>
            <pc:docMk/>
            <pc:sldMk cId="1220708829" sldId="286"/>
            <ac:spMk id="2" creationId="{529201A5-D1E3-46D0-BB18-C33BB318D456}"/>
          </ac:spMkLst>
        </pc:spChg>
        <pc:spChg chg="add mod">
          <ac:chgData name="沛溪 中村" userId="4b6ad4d7a42030dd" providerId="LiveId" clId="{03266B73-F375-47EE-A515-AB0BBCD617A2}" dt="2026-01-27T15:16:03.603" v="2497" actId="1076"/>
          <ac:spMkLst>
            <pc:docMk/>
            <pc:sldMk cId="1220708829" sldId="286"/>
            <ac:spMk id="6" creationId="{6137E7A7-9339-4830-A527-3486AA7A988C}"/>
          </ac:spMkLst>
        </pc:spChg>
        <pc:spChg chg="add mod ord">
          <ac:chgData name="沛溪 中村" userId="4b6ad4d7a42030dd" providerId="LiveId" clId="{03266B73-F375-47EE-A515-AB0BBCD617A2}" dt="2026-01-27T15:19:48.534" v="2729" actId="1076"/>
          <ac:spMkLst>
            <pc:docMk/>
            <pc:sldMk cId="1220708829" sldId="286"/>
            <ac:spMk id="7" creationId="{70FCF9E5-BEA7-4B96-8C69-3E779FBB30DE}"/>
          </ac:spMkLst>
        </pc:spChg>
        <pc:spChg chg="add mod ord">
          <ac:chgData name="沛溪 中村" userId="4b6ad4d7a42030dd" providerId="LiveId" clId="{03266B73-F375-47EE-A515-AB0BBCD617A2}" dt="2026-01-27T15:35:38.633" v="4228" actId="1076"/>
          <ac:spMkLst>
            <pc:docMk/>
            <pc:sldMk cId="1220708829" sldId="286"/>
            <ac:spMk id="8" creationId="{7F6F7235-B9F3-4F1E-8EE2-BA65241F26D3}"/>
          </ac:spMkLst>
        </pc:spChg>
        <pc:spChg chg="mod">
          <ac:chgData name="沛溪 中村" userId="4b6ad4d7a42030dd" providerId="LiveId" clId="{03266B73-F375-47EE-A515-AB0BBCD617A2}" dt="2026-01-27T15:12:44.361" v="2097" actId="1076"/>
          <ac:spMkLst>
            <pc:docMk/>
            <pc:sldMk cId="1220708829" sldId="286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7T15:25:11.458" v="3022" actId="20577"/>
          <ac:spMkLst>
            <pc:docMk/>
            <pc:sldMk cId="1220708829" sldId="286"/>
            <ac:spMk id="10" creationId="{710D509C-535B-4339-A30A-2E55CFEE7648}"/>
          </ac:spMkLst>
        </pc:spChg>
        <pc:spChg chg="add mod">
          <ac:chgData name="沛溪 中村" userId="4b6ad4d7a42030dd" providerId="LiveId" clId="{03266B73-F375-47EE-A515-AB0BBCD617A2}" dt="2026-01-28T06:21:46.216" v="8443" actId="1076"/>
          <ac:spMkLst>
            <pc:docMk/>
            <pc:sldMk cId="1220708829" sldId="286"/>
            <ac:spMk id="11" creationId="{CFF420A1-CE0F-45DA-A385-BEDE52A82F9D}"/>
          </ac:spMkLst>
        </pc:spChg>
        <pc:spChg chg="add del mod">
          <ac:chgData name="沛溪 中村" userId="4b6ad4d7a42030dd" providerId="LiveId" clId="{03266B73-F375-47EE-A515-AB0BBCD617A2}" dt="2026-01-27T15:19:38.755" v="2726" actId="14861"/>
          <ac:spMkLst>
            <pc:docMk/>
            <pc:sldMk cId="1220708829" sldId="286"/>
            <ac:spMk id="12" creationId="{60DCC46C-74D7-43A4-872F-D875FF285F97}"/>
          </ac:spMkLst>
        </pc:spChg>
        <pc:spChg chg="del">
          <ac:chgData name="沛溪 中村" userId="4b6ad4d7a42030dd" providerId="LiveId" clId="{03266B73-F375-47EE-A515-AB0BBCD617A2}" dt="2026-01-27T15:09:29.206" v="1868" actId="478"/>
          <ac:spMkLst>
            <pc:docMk/>
            <pc:sldMk cId="1220708829" sldId="286"/>
            <ac:spMk id="19" creationId="{4538FFA4-3226-4D0A-850D-90CD023873AB}"/>
          </ac:spMkLst>
        </pc:spChg>
        <pc:spChg chg="del">
          <ac:chgData name="沛溪 中村" userId="4b6ad4d7a42030dd" providerId="LiveId" clId="{03266B73-F375-47EE-A515-AB0BBCD617A2}" dt="2026-01-27T15:09:30.113" v="1869" actId="478"/>
          <ac:spMkLst>
            <pc:docMk/>
            <pc:sldMk cId="1220708829" sldId="286"/>
            <ac:spMk id="21" creationId="{6C577FB3-54A6-43B0-932D-DBE6A9E116E1}"/>
          </ac:spMkLst>
        </pc:spChg>
      </pc:sldChg>
      <pc:sldChg chg="addSp delSp modSp add mod">
        <pc:chgData name="沛溪 中村" userId="4b6ad4d7a42030dd" providerId="LiveId" clId="{03266B73-F375-47EE-A515-AB0BBCD617A2}" dt="2026-01-28T06:05:12.199" v="8366" actId="403"/>
        <pc:sldMkLst>
          <pc:docMk/>
          <pc:sldMk cId="732145828" sldId="287"/>
        </pc:sldMkLst>
        <pc:spChg chg="mod">
          <ac:chgData name="沛溪 中村" userId="4b6ad4d7a42030dd" providerId="LiveId" clId="{03266B73-F375-47EE-A515-AB0BBCD617A2}" dt="2026-01-27T15:16:49.321" v="2600" actId="20577"/>
          <ac:spMkLst>
            <pc:docMk/>
            <pc:sldMk cId="732145828" sldId="287"/>
            <ac:spMk id="2" creationId="{529201A5-D1E3-46D0-BB18-C33BB318D456}"/>
          </ac:spMkLst>
        </pc:spChg>
        <pc:spChg chg="del">
          <ac:chgData name="沛溪 中村" userId="4b6ad4d7a42030dd" providerId="LiveId" clId="{03266B73-F375-47EE-A515-AB0BBCD617A2}" dt="2026-01-27T15:20:10.158" v="2741" actId="478"/>
          <ac:spMkLst>
            <pc:docMk/>
            <pc:sldMk cId="732145828" sldId="287"/>
            <ac:spMk id="6" creationId="{6137E7A7-9339-4830-A527-3486AA7A988C}"/>
          </ac:spMkLst>
        </pc:spChg>
        <pc:spChg chg="del">
          <ac:chgData name="沛溪 中村" userId="4b6ad4d7a42030dd" providerId="LiveId" clId="{03266B73-F375-47EE-A515-AB0BBCD617A2}" dt="2026-01-27T15:17:28.007" v="2603" actId="478"/>
          <ac:spMkLst>
            <pc:docMk/>
            <pc:sldMk cId="732145828" sldId="287"/>
            <ac:spMk id="7" creationId="{70FCF9E5-BEA7-4B96-8C69-3E779FBB30DE}"/>
          </ac:spMkLst>
        </pc:spChg>
        <pc:spChg chg="del">
          <ac:chgData name="沛溪 中村" userId="4b6ad4d7a42030dd" providerId="LiveId" clId="{03266B73-F375-47EE-A515-AB0BBCD617A2}" dt="2026-01-27T15:17:29.817" v="2604" actId="478"/>
          <ac:spMkLst>
            <pc:docMk/>
            <pc:sldMk cId="732145828" sldId="287"/>
            <ac:spMk id="8" creationId="{7F6F7235-B9F3-4F1E-8EE2-BA65241F26D3}"/>
          </ac:spMkLst>
        </pc:spChg>
        <pc:spChg chg="del">
          <ac:chgData name="沛溪 中村" userId="4b6ad4d7a42030dd" providerId="LiveId" clId="{03266B73-F375-47EE-A515-AB0BBCD617A2}" dt="2026-01-27T15:20:09.247" v="2740" actId="478"/>
          <ac:spMkLst>
            <pc:docMk/>
            <pc:sldMk cId="732145828" sldId="287"/>
            <ac:spMk id="10" creationId="{710D509C-535B-4339-A30A-2E55CFEE7648}"/>
          </ac:spMkLst>
        </pc:spChg>
        <pc:spChg chg="del">
          <ac:chgData name="沛溪 中村" userId="4b6ad4d7a42030dd" providerId="LiveId" clId="{03266B73-F375-47EE-A515-AB0BBCD617A2}" dt="2026-01-27T15:20:11.140" v="2742" actId="478"/>
          <ac:spMkLst>
            <pc:docMk/>
            <pc:sldMk cId="732145828" sldId="287"/>
            <ac:spMk id="11" creationId="{CFF420A1-CE0F-45DA-A385-BEDE52A82F9D}"/>
          </ac:spMkLst>
        </pc:spChg>
        <pc:spChg chg="add mod">
          <ac:chgData name="沛溪 中村" userId="4b6ad4d7a42030dd" providerId="LiveId" clId="{03266B73-F375-47EE-A515-AB0BBCD617A2}" dt="2026-01-28T06:05:12.199" v="8366" actId="403"/>
          <ac:spMkLst>
            <pc:docMk/>
            <pc:sldMk cId="732145828" sldId="287"/>
            <ac:spMk id="12" creationId="{5015E154-C7A2-4DE0-B8B5-751987F40EF0}"/>
          </ac:spMkLst>
        </pc:spChg>
        <pc:spChg chg="add mod">
          <ac:chgData name="沛溪 中村" userId="4b6ad4d7a42030dd" providerId="LiveId" clId="{03266B73-F375-47EE-A515-AB0BBCD617A2}" dt="2026-01-27T15:30:37.995" v="3499" actId="1076"/>
          <ac:spMkLst>
            <pc:docMk/>
            <pc:sldMk cId="732145828" sldId="287"/>
            <ac:spMk id="13" creationId="{962DBCAD-4A0F-4684-AD78-5F215016F564}"/>
          </ac:spMkLst>
        </pc:spChg>
        <pc:spChg chg="add del mod">
          <ac:chgData name="沛溪 中村" userId="4b6ad4d7a42030dd" providerId="LiveId" clId="{03266B73-F375-47EE-A515-AB0BBCD617A2}" dt="2026-01-27T15:25:20.320" v="3023" actId="478"/>
          <ac:spMkLst>
            <pc:docMk/>
            <pc:sldMk cId="732145828" sldId="287"/>
            <ac:spMk id="14" creationId="{4EF067DD-FE75-4090-9448-6461A7F460AE}"/>
          </ac:spMkLst>
        </pc:spChg>
        <pc:spChg chg="add del mod">
          <ac:chgData name="沛溪 中村" userId="4b6ad4d7a42030dd" providerId="LiveId" clId="{03266B73-F375-47EE-A515-AB0BBCD617A2}" dt="2026-01-27T15:28:36.469" v="3399" actId="478"/>
          <ac:spMkLst>
            <pc:docMk/>
            <pc:sldMk cId="732145828" sldId="287"/>
            <ac:spMk id="15" creationId="{CA853B44-25AB-4DFA-A68C-1F99C6B140B7}"/>
          </ac:spMkLst>
        </pc:spChg>
        <pc:spChg chg="add mod">
          <ac:chgData name="沛溪 中村" userId="4b6ad4d7a42030dd" providerId="LiveId" clId="{03266B73-F375-47EE-A515-AB0BBCD617A2}" dt="2026-01-27T15:33:39.793" v="4085" actId="1076"/>
          <ac:spMkLst>
            <pc:docMk/>
            <pc:sldMk cId="732145828" sldId="287"/>
            <ac:spMk id="16" creationId="{4411FE8F-6C06-4AC9-BD96-D7FA258DC84F}"/>
          </ac:spMkLst>
        </pc:spChg>
        <pc:spChg chg="add del mod">
          <ac:chgData name="沛溪 中村" userId="4b6ad4d7a42030dd" providerId="LiveId" clId="{03266B73-F375-47EE-A515-AB0BBCD617A2}" dt="2026-01-27T15:33:42.527" v="4087"/>
          <ac:spMkLst>
            <pc:docMk/>
            <pc:sldMk cId="732145828" sldId="287"/>
            <ac:spMk id="17" creationId="{01669D70-CC0B-4B96-ABBA-40BB484546F1}"/>
          </ac:spMkLst>
        </pc:spChg>
        <pc:picChg chg="add mod">
          <ac:chgData name="沛溪 中村" userId="4b6ad4d7a42030dd" providerId="LiveId" clId="{03266B73-F375-47EE-A515-AB0BBCD617A2}" dt="2026-01-27T15:30:44.961" v="3504" actId="1076"/>
          <ac:picMkLst>
            <pc:docMk/>
            <pc:sldMk cId="732145828" sldId="287"/>
            <ac:picMk id="4" creationId="{725D67F8-8191-44DA-8B25-9F6E69B84952}"/>
          </ac:picMkLst>
        </pc:picChg>
      </pc:sldChg>
      <pc:sldChg chg="addSp delSp modSp add del mod">
        <pc:chgData name="沛溪 中村" userId="4b6ad4d7a42030dd" providerId="LiveId" clId="{03266B73-F375-47EE-A515-AB0BBCD617A2}" dt="2026-01-27T15:30:28.926" v="3492"/>
        <pc:sldMkLst>
          <pc:docMk/>
          <pc:sldMk cId="1917421214" sldId="288"/>
        </pc:sldMkLst>
        <pc:spChg chg="add del mod">
          <ac:chgData name="沛溪 中村" userId="4b6ad4d7a42030dd" providerId="LiveId" clId="{03266B73-F375-47EE-A515-AB0BBCD617A2}" dt="2026-01-27T15:30:28.200" v="3491" actId="1076"/>
          <ac:spMkLst>
            <pc:docMk/>
            <pc:sldMk cId="1917421214" sldId="288"/>
            <ac:spMk id="12" creationId="{5015E154-C7A2-4DE0-B8B5-751987F40EF0}"/>
          </ac:spMkLst>
        </pc:spChg>
        <pc:spChg chg="add del">
          <ac:chgData name="沛溪 中村" userId="4b6ad4d7a42030dd" providerId="LiveId" clId="{03266B73-F375-47EE-A515-AB0BBCD617A2}" dt="2026-01-27T15:30:27.917" v="3490" actId="478"/>
          <ac:spMkLst>
            <pc:docMk/>
            <pc:sldMk cId="1917421214" sldId="288"/>
            <ac:spMk id="13" creationId="{962DBCAD-4A0F-4684-AD78-5F215016F564}"/>
          </ac:spMkLst>
        </pc:spChg>
        <pc:picChg chg="add del">
          <ac:chgData name="沛溪 中村" userId="4b6ad4d7a42030dd" providerId="LiveId" clId="{03266B73-F375-47EE-A515-AB0BBCD617A2}" dt="2026-01-27T15:30:27.352" v="3489" actId="478"/>
          <ac:picMkLst>
            <pc:docMk/>
            <pc:sldMk cId="1917421214" sldId="288"/>
            <ac:picMk id="4" creationId="{725D67F8-8191-44DA-8B25-9F6E69B84952}"/>
          </ac:picMkLst>
        </pc:picChg>
      </pc:sldChg>
      <pc:sldChg chg="addSp delSp modSp add mod">
        <pc:chgData name="沛溪 中村" userId="4b6ad4d7a42030dd" providerId="LiveId" clId="{03266B73-F375-47EE-A515-AB0BBCD617A2}" dt="2026-01-28T06:05:32.497" v="8368" actId="113"/>
        <pc:sldMkLst>
          <pc:docMk/>
          <pc:sldMk cId="3699191277" sldId="288"/>
        </pc:sldMkLst>
        <pc:spChg chg="add mod">
          <ac:chgData name="沛溪 中村" userId="4b6ad4d7a42030dd" providerId="LiveId" clId="{03266B73-F375-47EE-A515-AB0BBCD617A2}" dt="2026-01-27T15:36:13.404" v="4265" actId="14100"/>
          <ac:spMkLst>
            <pc:docMk/>
            <pc:sldMk cId="3699191277" sldId="288"/>
            <ac:spMk id="8" creationId="{E3B1FA01-671F-4AAA-AF03-D291FD05AD28}"/>
          </ac:spMkLst>
        </pc:spChg>
        <pc:spChg chg="mod">
          <ac:chgData name="沛溪 中村" userId="4b6ad4d7a42030dd" providerId="LiveId" clId="{03266B73-F375-47EE-A515-AB0BBCD617A2}" dt="2026-01-27T15:36:05.423" v="4264" actId="1076"/>
          <ac:spMkLst>
            <pc:docMk/>
            <pc:sldMk cId="3699191277" sldId="288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7T15:36:36.409" v="4270" actId="1076"/>
          <ac:spMkLst>
            <pc:docMk/>
            <pc:sldMk cId="3699191277" sldId="288"/>
            <ac:spMk id="10" creationId="{3E5F3266-8444-4FE6-81E1-10E2183B982B}"/>
          </ac:spMkLst>
        </pc:spChg>
        <pc:spChg chg="add mod">
          <ac:chgData name="沛溪 中村" userId="4b6ad4d7a42030dd" providerId="LiveId" clId="{03266B73-F375-47EE-A515-AB0BBCD617A2}" dt="2026-01-27T15:36:16.799" v="4267" actId="1076"/>
          <ac:spMkLst>
            <pc:docMk/>
            <pc:sldMk cId="3699191277" sldId="288"/>
            <ac:spMk id="11" creationId="{4BB46180-5EA2-4D63-965A-64A6D7A88470}"/>
          </ac:spMkLst>
        </pc:spChg>
        <pc:spChg chg="mod">
          <ac:chgData name="沛溪 中村" userId="4b6ad4d7a42030dd" providerId="LiveId" clId="{03266B73-F375-47EE-A515-AB0BBCD617A2}" dt="2026-01-28T06:05:32.497" v="8368" actId="113"/>
          <ac:spMkLst>
            <pc:docMk/>
            <pc:sldMk cId="3699191277" sldId="288"/>
            <ac:spMk id="12" creationId="{5015E154-C7A2-4DE0-B8B5-751987F40EF0}"/>
          </ac:spMkLst>
        </pc:spChg>
        <pc:spChg chg="del">
          <ac:chgData name="沛溪 中村" userId="4b6ad4d7a42030dd" providerId="LiveId" clId="{03266B73-F375-47EE-A515-AB0BBCD617A2}" dt="2026-01-27T15:33:47.246" v="4090" actId="478"/>
          <ac:spMkLst>
            <pc:docMk/>
            <pc:sldMk cId="3699191277" sldId="288"/>
            <ac:spMk id="13" creationId="{962DBCAD-4A0F-4684-AD78-5F215016F564}"/>
          </ac:spMkLst>
        </pc:spChg>
        <pc:spChg chg="del">
          <ac:chgData name="沛溪 中村" userId="4b6ad4d7a42030dd" providerId="LiveId" clId="{03266B73-F375-47EE-A515-AB0BBCD617A2}" dt="2026-01-27T15:33:48.440" v="4091" actId="478"/>
          <ac:spMkLst>
            <pc:docMk/>
            <pc:sldMk cId="3699191277" sldId="288"/>
            <ac:spMk id="16" creationId="{4411FE8F-6C06-4AC9-BD96-D7FA258DC84F}"/>
          </ac:spMkLst>
        </pc:spChg>
        <pc:picChg chg="del">
          <ac:chgData name="沛溪 中村" userId="4b6ad4d7a42030dd" providerId="LiveId" clId="{03266B73-F375-47EE-A515-AB0BBCD617A2}" dt="2026-01-27T15:33:46.356" v="4089" actId="478"/>
          <ac:picMkLst>
            <pc:docMk/>
            <pc:sldMk cId="3699191277" sldId="288"/>
            <ac:picMk id="4" creationId="{725D67F8-8191-44DA-8B25-9F6E69B84952}"/>
          </ac:picMkLst>
        </pc:picChg>
      </pc:sldChg>
      <pc:sldChg chg="addSp delSp modSp add mod">
        <pc:chgData name="沛溪 中村" userId="4b6ad4d7a42030dd" providerId="LiveId" clId="{03266B73-F375-47EE-A515-AB0BBCD617A2}" dt="2026-01-28T06:05:08.100" v="8364" actId="113"/>
        <pc:sldMkLst>
          <pc:docMk/>
          <pc:sldMk cId="2037661293" sldId="289"/>
        </pc:sldMkLst>
        <pc:spChg chg="del">
          <ac:chgData name="沛溪 中村" userId="4b6ad4d7a42030dd" providerId="LiveId" clId="{03266B73-F375-47EE-A515-AB0BBCD617A2}" dt="2026-01-27T15:36:44.752" v="4272" actId="478"/>
          <ac:spMkLst>
            <pc:docMk/>
            <pc:sldMk cId="2037661293" sldId="289"/>
            <ac:spMk id="8" creationId="{E3B1FA01-671F-4AAA-AF03-D291FD05AD28}"/>
          </ac:spMkLst>
        </pc:spChg>
        <pc:spChg chg="mod">
          <ac:chgData name="沛溪 中村" userId="4b6ad4d7a42030dd" providerId="LiveId" clId="{03266B73-F375-47EE-A515-AB0BBCD617A2}" dt="2026-01-27T15:37:46.250" v="4290" actId="1076"/>
          <ac:spMkLst>
            <pc:docMk/>
            <pc:sldMk cId="2037661293" sldId="289"/>
            <ac:spMk id="9" creationId="{D8A041A7-D9B2-4A18-9E46-BB93B861D099}"/>
          </ac:spMkLst>
        </pc:spChg>
        <pc:spChg chg="del">
          <ac:chgData name="沛溪 中村" userId="4b6ad4d7a42030dd" providerId="LiveId" clId="{03266B73-F375-47EE-A515-AB0BBCD617A2}" dt="2026-01-27T15:36:46.122" v="4273" actId="478"/>
          <ac:spMkLst>
            <pc:docMk/>
            <pc:sldMk cId="2037661293" sldId="289"/>
            <ac:spMk id="10" creationId="{3E5F3266-8444-4FE6-81E1-10E2183B982B}"/>
          </ac:spMkLst>
        </pc:spChg>
        <pc:spChg chg="del">
          <ac:chgData name="沛溪 中村" userId="4b6ad4d7a42030dd" providerId="LiveId" clId="{03266B73-F375-47EE-A515-AB0BBCD617A2}" dt="2026-01-27T15:36:48.638" v="4274" actId="478"/>
          <ac:spMkLst>
            <pc:docMk/>
            <pc:sldMk cId="2037661293" sldId="289"/>
            <ac:spMk id="11" creationId="{4BB46180-5EA2-4D63-965A-64A6D7A88470}"/>
          </ac:spMkLst>
        </pc:spChg>
        <pc:spChg chg="mod">
          <ac:chgData name="沛溪 中村" userId="4b6ad4d7a42030dd" providerId="LiveId" clId="{03266B73-F375-47EE-A515-AB0BBCD617A2}" dt="2026-01-28T06:05:08.100" v="8364" actId="113"/>
          <ac:spMkLst>
            <pc:docMk/>
            <pc:sldMk cId="2037661293" sldId="289"/>
            <ac:spMk id="12" creationId="{5015E154-C7A2-4DE0-B8B5-751987F40EF0}"/>
          </ac:spMkLst>
        </pc:spChg>
        <pc:spChg chg="add mod">
          <ac:chgData name="沛溪 中村" userId="4b6ad4d7a42030dd" providerId="LiveId" clId="{03266B73-F375-47EE-A515-AB0BBCD617A2}" dt="2026-01-27T15:37:12.413" v="4275"/>
          <ac:spMkLst>
            <pc:docMk/>
            <pc:sldMk cId="2037661293" sldId="289"/>
            <ac:spMk id="13" creationId="{41D525AB-46F4-442B-A571-343A3C8D370E}"/>
          </ac:spMkLst>
        </pc:spChg>
        <pc:spChg chg="add mod">
          <ac:chgData name="沛溪 中村" userId="4b6ad4d7a42030dd" providerId="LiveId" clId="{03266B73-F375-47EE-A515-AB0BBCD617A2}" dt="2026-01-27T15:42:38.243" v="4771" actId="207"/>
          <ac:spMkLst>
            <pc:docMk/>
            <pc:sldMk cId="2037661293" sldId="289"/>
            <ac:spMk id="14" creationId="{703C82E9-BBEF-4C4E-9AAB-C90DB6279F7C}"/>
          </ac:spMkLst>
        </pc:spChg>
        <pc:spChg chg="add mod">
          <ac:chgData name="沛溪 中村" userId="4b6ad4d7a42030dd" providerId="LiveId" clId="{03266B73-F375-47EE-A515-AB0BBCD617A2}" dt="2026-01-27T15:37:34.572" v="4285" actId="1076"/>
          <ac:spMkLst>
            <pc:docMk/>
            <pc:sldMk cId="2037661293" sldId="289"/>
            <ac:spMk id="15" creationId="{B9EDA1A2-347F-4947-8432-EDADAE2F60F2}"/>
          </ac:spMkLst>
        </pc:spChg>
        <pc:spChg chg="add mod">
          <ac:chgData name="沛溪 中村" userId="4b6ad4d7a42030dd" providerId="LiveId" clId="{03266B73-F375-47EE-A515-AB0BBCD617A2}" dt="2026-01-27T15:43:28.188" v="4930" actId="1076"/>
          <ac:spMkLst>
            <pc:docMk/>
            <pc:sldMk cId="2037661293" sldId="289"/>
            <ac:spMk id="16" creationId="{6D1D353B-BA89-49A2-A0CA-2B8106C2CB9F}"/>
          </ac:spMkLst>
        </pc:spChg>
        <pc:spChg chg="add mod">
          <ac:chgData name="沛溪 中村" userId="4b6ad4d7a42030dd" providerId="LiveId" clId="{03266B73-F375-47EE-A515-AB0BBCD617A2}" dt="2026-01-27T15:43:24.701" v="4929" actId="1076"/>
          <ac:spMkLst>
            <pc:docMk/>
            <pc:sldMk cId="2037661293" sldId="289"/>
            <ac:spMk id="17" creationId="{CD6D0C10-1746-4472-812D-74A6DFCD9F7F}"/>
          </ac:spMkLst>
        </pc:spChg>
      </pc:sldChg>
      <pc:sldChg chg="addSp delSp modSp add del mod">
        <pc:chgData name="沛溪 中村" userId="4b6ad4d7a42030dd" providerId="LiveId" clId="{03266B73-F375-47EE-A515-AB0BBCD617A2}" dt="2026-01-27T16:08:14.063" v="5594" actId="47"/>
        <pc:sldMkLst>
          <pc:docMk/>
          <pc:sldMk cId="2415308239" sldId="290"/>
        </pc:sldMkLst>
        <pc:spChg chg="mod">
          <ac:chgData name="沛溪 中村" userId="4b6ad4d7a42030dd" providerId="LiveId" clId="{03266B73-F375-47EE-A515-AB0BBCD617A2}" dt="2026-01-27T15:45:40.350" v="5060" actId="20577"/>
          <ac:spMkLst>
            <pc:docMk/>
            <pc:sldMk cId="2415308239" sldId="290"/>
            <ac:spMk id="2" creationId="{529201A5-D1E3-46D0-BB18-C33BB318D456}"/>
          </ac:spMkLst>
        </pc:spChg>
        <pc:spChg chg="add del">
          <ac:chgData name="沛溪 中村" userId="4b6ad4d7a42030dd" providerId="LiveId" clId="{03266B73-F375-47EE-A515-AB0BBCD617A2}" dt="2026-01-27T15:43:55.479" v="4936" actId="478"/>
          <ac:spMkLst>
            <pc:docMk/>
            <pc:sldMk cId="2415308239" sldId="290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7T15:45:38.841" v="5059" actId="1076"/>
          <ac:spMkLst>
            <pc:docMk/>
            <pc:sldMk cId="2415308239" sldId="290"/>
            <ac:spMk id="11" creationId="{352B23EF-8CCA-4688-B139-FA66FB7CC665}"/>
          </ac:spMkLst>
        </pc:spChg>
        <pc:spChg chg="del">
          <ac:chgData name="沛溪 中村" userId="4b6ad4d7a42030dd" providerId="LiveId" clId="{03266B73-F375-47EE-A515-AB0BBCD617A2}" dt="2026-01-27T15:43:56.616" v="4937" actId="478"/>
          <ac:spMkLst>
            <pc:docMk/>
            <pc:sldMk cId="2415308239" sldId="290"/>
            <ac:spMk id="12" creationId="{5015E154-C7A2-4DE0-B8B5-751987F40EF0}"/>
          </ac:spMkLst>
        </pc:spChg>
        <pc:spChg chg="del">
          <ac:chgData name="沛溪 中村" userId="4b6ad4d7a42030dd" providerId="LiveId" clId="{03266B73-F375-47EE-A515-AB0BBCD617A2}" dt="2026-01-27T15:43:50.066" v="4932" actId="478"/>
          <ac:spMkLst>
            <pc:docMk/>
            <pc:sldMk cId="2415308239" sldId="290"/>
            <ac:spMk id="13" creationId="{41D525AB-46F4-442B-A571-343A3C8D370E}"/>
          </ac:spMkLst>
        </pc:spChg>
        <pc:spChg chg="del">
          <ac:chgData name="沛溪 中村" userId="4b6ad4d7a42030dd" providerId="LiveId" clId="{03266B73-F375-47EE-A515-AB0BBCD617A2}" dt="2026-01-27T15:43:51.639" v="4933" actId="478"/>
          <ac:spMkLst>
            <pc:docMk/>
            <pc:sldMk cId="2415308239" sldId="290"/>
            <ac:spMk id="14" creationId="{703C82E9-BBEF-4C4E-9AAB-C90DB6279F7C}"/>
          </ac:spMkLst>
        </pc:spChg>
        <pc:spChg chg="del">
          <ac:chgData name="沛溪 中村" userId="4b6ad4d7a42030dd" providerId="LiveId" clId="{03266B73-F375-47EE-A515-AB0BBCD617A2}" dt="2026-01-27T15:43:52.773" v="4934" actId="478"/>
          <ac:spMkLst>
            <pc:docMk/>
            <pc:sldMk cId="2415308239" sldId="290"/>
            <ac:spMk id="15" creationId="{B9EDA1A2-347F-4947-8432-EDADAE2F60F2}"/>
          </ac:spMkLst>
        </pc:spChg>
        <pc:spChg chg="del">
          <ac:chgData name="沛溪 中村" userId="4b6ad4d7a42030dd" providerId="LiveId" clId="{03266B73-F375-47EE-A515-AB0BBCD617A2}" dt="2026-01-27T15:43:58.004" v="4938" actId="478"/>
          <ac:spMkLst>
            <pc:docMk/>
            <pc:sldMk cId="2415308239" sldId="290"/>
            <ac:spMk id="16" creationId="{6D1D353B-BA89-49A2-A0CA-2B8106C2CB9F}"/>
          </ac:spMkLst>
        </pc:spChg>
        <pc:spChg chg="del">
          <ac:chgData name="沛溪 中村" userId="4b6ad4d7a42030dd" providerId="LiveId" clId="{03266B73-F375-47EE-A515-AB0BBCD617A2}" dt="2026-01-27T15:43:59.065" v="4939" actId="478"/>
          <ac:spMkLst>
            <pc:docMk/>
            <pc:sldMk cId="2415308239" sldId="290"/>
            <ac:spMk id="17" creationId="{CD6D0C10-1746-4472-812D-74A6DFCD9F7F}"/>
          </ac:spMkLst>
        </pc:spChg>
        <pc:spChg chg="add mod">
          <ac:chgData name="沛溪 中村" userId="4b6ad4d7a42030dd" providerId="LiveId" clId="{03266B73-F375-47EE-A515-AB0BBCD617A2}" dt="2026-01-27T15:48:40.357" v="5582" actId="1076"/>
          <ac:spMkLst>
            <pc:docMk/>
            <pc:sldMk cId="2415308239" sldId="290"/>
            <ac:spMk id="18" creationId="{EC003A3A-773B-4379-98A6-EAFDBD490545}"/>
          </ac:spMkLst>
        </pc:spChg>
      </pc:sldChg>
      <pc:sldChg chg="addSp delSp modSp add mod">
        <pc:chgData name="沛溪 中村" userId="4b6ad4d7a42030dd" providerId="LiveId" clId="{03266B73-F375-47EE-A515-AB0BBCD617A2}" dt="2026-01-28T05:42:09.277" v="7398" actId="403"/>
        <pc:sldMkLst>
          <pc:docMk/>
          <pc:sldMk cId="845185960" sldId="291"/>
        </pc:sldMkLst>
        <pc:spChg chg="mod">
          <ac:chgData name="沛溪 中村" userId="4b6ad4d7a42030dd" providerId="LiveId" clId="{03266B73-F375-47EE-A515-AB0BBCD617A2}" dt="2026-01-27T16:08:13.225" v="5593"/>
          <ac:spMkLst>
            <pc:docMk/>
            <pc:sldMk cId="845185960" sldId="291"/>
            <ac:spMk id="2" creationId="{529201A5-D1E3-46D0-BB18-C33BB318D456}"/>
          </ac:spMkLst>
        </pc:spChg>
        <pc:spChg chg="mod">
          <ac:chgData name="沛溪 中村" userId="4b6ad4d7a42030dd" providerId="LiveId" clId="{03266B73-F375-47EE-A515-AB0BBCD617A2}" dt="2026-01-27T16:25:15.259" v="6395" actId="1076"/>
          <ac:spMkLst>
            <pc:docMk/>
            <pc:sldMk cId="845185960" sldId="291"/>
            <ac:spMk id="11" creationId="{352B23EF-8CCA-4688-B139-FA66FB7CC665}"/>
          </ac:spMkLst>
        </pc:spChg>
        <pc:spChg chg="mod">
          <ac:chgData name="沛溪 中村" userId="4b6ad4d7a42030dd" providerId="LiveId" clId="{03266B73-F375-47EE-A515-AB0BBCD617A2}" dt="2026-01-28T05:42:09.277" v="7398" actId="403"/>
          <ac:spMkLst>
            <pc:docMk/>
            <pc:sldMk cId="845185960" sldId="291"/>
            <ac:spMk id="18" creationId="{EC003A3A-773B-4379-98A6-EAFDBD490545}"/>
          </ac:spMkLst>
        </pc:spChg>
        <pc:picChg chg="add del mod">
          <ac:chgData name="沛溪 中村" userId="4b6ad4d7a42030dd" providerId="LiveId" clId="{03266B73-F375-47EE-A515-AB0BBCD617A2}" dt="2026-01-27T16:12:17.709" v="6192" actId="478"/>
          <ac:picMkLst>
            <pc:docMk/>
            <pc:sldMk cId="845185960" sldId="291"/>
            <ac:picMk id="4" creationId="{B485CD63-7D5B-4D88-81B0-2BCF122160F4}"/>
          </ac:picMkLst>
        </pc:picChg>
        <pc:picChg chg="add mod">
          <ac:chgData name="沛溪 中村" userId="4b6ad4d7a42030dd" providerId="LiveId" clId="{03266B73-F375-47EE-A515-AB0BBCD617A2}" dt="2026-01-27T16:12:36.943" v="6205" actId="1076"/>
          <ac:picMkLst>
            <pc:docMk/>
            <pc:sldMk cId="845185960" sldId="291"/>
            <ac:picMk id="6" creationId="{4734DBB5-2789-4343-9108-DE971ED07EF0}"/>
          </ac:picMkLst>
        </pc:picChg>
      </pc:sldChg>
      <pc:sldChg chg="addSp delSp modSp add mod">
        <pc:chgData name="沛溪 中村" userId="4b6ad4d7a42030dd" providerId="LiveId" clId="{03266B73-F375-47EE-A515-AB0BBCD617A2}" dt="2026-01-28T06:27:22.148" v="8464" actId="1076"/>
        <pc:sldMkLst>
          <pc:docMk/>
          <pc:sldMk cId="3812386372" sldId="292"/>
        </pc:sldMkLst>
        <pc:spChg chg="mod">
          <ac:chgData name="沛溪 中村" userId="4b6ad4d7a42030dd" providerId="LiveId" clId="{03266B73-F375-47EE-A515-AB0BBCD617A2}" dt="2026-01-27T16:09:01.996" v="5720" actId="20577"/>
          <ac:spMkLst>
            <pc:docMk/>
            <pc:sldMk cId="3812386372" sldId="292"/>
            <ac:spMk id="2" creationId="{529201A5-D1E3-46D0-BB18-C33BB318D456}"/>
          </ac:spMkLst>
        </pc:spChg>
        <pc:spChg chg="mod">
          <ac:chgData name="沛溪 中村" userId="4b6ad4d7a42030dd" providerId="LiveId" clId="{03266B73-F375-47EE-A515-AB0BBCD617A2}" dt="2026-01-28T05:31:50.288" v="7301" actId="1076"/>
          <ac:spMkLst>
            <pc:docMk/>
            <pc:sldMk cId="3812386372" sldId="292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8T06:27:17.183" v="8462" actId="1076"/>
          <ac:spMkLst>
            <pc:docMk/>
            <pc:sldMk cId="3812386372" sldId="292"/>
            <ac:spMk id="10" creationId="{DF358E55-AA53-4BD3-95F7-EA8E90D786FF}"/>
          </ac:spMkLst>
        </pc:spChg>
        <pc:spChg chg="del mod">
          <ac:chgData name="沛溪 中村" userId="4b6ad4d7a42030dd" providerId="LiveId" clId="{03266B73-F375-47EE-A515-AB0BBCD617A2}" dt="2026-01-27T16:10:41.372" v="6033"/>
          <ac:spMkLst>
            <pc:docMk/>
            <pc:sldMk cId="3812386372" sldId="292"/>
            <ac:spMk id="11" creationId="{352B23EF-8CCA-4688-B139-FA66FB7CC665}"/>
          </ac:spMkLst>
        </pc:spChg>
        <pc:spChg chg="add mod">
          <ac:chgData name="沛溪 中村" userId="4b6ad4d7a42030dd" providerId="LiveId" clId="{03266B73-F375-47EE-A515-AB0BBCD617A2}" dt="2026-01-28T06:05:39.743" v="8369" actId="1076"/>
          <ac:spMkLst>
            <pc:docMk/>
            <pc:sldMk cId="3812386372" sldId="292"/>
            <ac:spMk id="15" creationId="{C18FDA06-199B-4260-897D-6F3E62BC1924}"/>
          </ac:spMkLst>
        </pc:spChg>
        <pc:spChg chg="mod">
          <ac:chgData name="沛溪 中村" userId="4b6ad4d7a42030dd" providerId="LiveId" clId="{03266B73-F375-47EE-A515-AB0BBCD617A2}" dt="2026-01-28T05:31:43.976" v="7297" actId="113"/>
          <ac:spMkLst>
            <pc:docMk/>
            <pc:sldMk cId="3812386372" sldId="292"/>
            <ac:spMk id="18" creationId="{EC003A3A-773B-4379-98A6-EAFDBD490545}"/>
          </ac:spMkLst>
        </pc:spChg>
        <pc:picChg chg="add mod">
          <ac:chgData name="沛溪 中村" userId="4b6ad4d7a42030dd" providerId="LiveId" clId="{03266B73-F375-47EE-A515-AB0BBCD617A2}" dt="2026-01-27T18:08:35.857" v="6902" actId="1076"/>
          <ac:picMkLst>
            <pc:docMk/>
            <pc:sldMk cId="3812386372" sldId="292"/>
            <ac:picMk id="4" creationId="{9756BD0E-5DE0-4150-BD08-BE9C9DA65E8B}"/>
          </ac:picMkLst>
        </pc:picChg>
        <pc:picChg chg="add del">
          <ac:chgData name="沛溪 中村" userId="4b6ad4d7a42030dd" providerId="LiveId" clId="{03266B73-F375-47EE-A515-AB0BBCD617A2}" dt="2026-01-28T05:24:10.569" v="6913" actId="22"/>
          <ac:picMkLst>
            <pc:docMk/>
            <pc:sldMk cId="3812386372" sldId="292"/>
            <ac:picMk id="5" creationId="{D071429E-7D24-40E1-88F0-4D14CB754BA6}"/>
          </ac:picMkLst>
        </pc:picChg>
        <pc:picChg chg="add mod">
          <ac:chgData name="沛溪 中村" userId="4b6ad4d7a42030dd" providerId="LiveId" clId="{03266B73-F375-47EE-A515-AB0BBCD617A2}" dt="2026-01-28T06:27:19.922" v="8463" actId="1076"/>
          <ac:picMkLst>
            <pc:docMk/>
            <pc:sldMk cId="3812386372" sldId="292"/>
            <ac:picMk id="7" creationId="{42DE12CC-1A9E-4D68-A7CB-9255EA3838BC}"/>
          </ac:picMkLst>
        </pc:picChg>
        <pc:picChg chg="add mod">
          <ac:chgData name="沛溪 中村" userId="4b6ad4d7a42030dd" providerId="LiveId" clId="{03266B73-F375-47EE-A515-AB0BBCD617A2}" dt="2026-01-28T06:27:22.148" v="8464" actId="1076"/>
          <ac:picMkLst>
            <pc:docMk/>
            <pc:sldMk cId="3812386372" sldId="292"/>
            <ac:picMk id="12" creationId="{60A804F4-0582-42AF-846D-51A2454FFD44}"/>
          </ac:picMkLst>
        </pc:picChg>
        <pc:cxnChg chg="add del mod">
          <ac:chgData name="沛溪 中村" userId="4b6ad4d7a42030dd" providerId="LiveId" clId="{03266B73-F375-47EE-A515-AB0BBCD617A2}" dt="2026-01-27T16:45:24.658" v="6503" actId="478"/>
          <ac:cxnSpMkLst>
            <pc:docMk/>
            <pc:sldMk cId="3812386372" sldId="292"/>
            <ac:cxnSpMk id="16" creationId="{8D7D3118-C759-49F6-B171-C3A1B760CDBA}"/>
          </ac:cxnSpMkLst>
        </pc:cxnChg>
      </pc:sldChg>
      <pc:sldChg chg="addSp delSp modSp add del mod">
        <pc:chgData name="沛溪 中村" userId="4b6ad4d7a42030dd" providerId="LiveId" clId="{03266B73-F375-47EE-A515-AB0BBCD617A2}" dt="2026-01-28T05:42:20.087" v="7399" actId="47"/>
        <pc:sldMkLst>
          <pc:docMk/>
          <pc:sldMk cId="2933297503" sldId="293"/>
        </pc:sldMkLst>
        <pc:spChg chg="mod">
          <ac:chgData name="沛溪 中村" userId="4b6ad4d7a42030dd" providerId="LiveId" clId="{03266B73-F375-47EE-A515-AB0BBCD617A2}" dt="2026-01-27T17:10:33.650" v="6837" actId="20577"/>
          <ac:spMkLst>
            <pc:docMk/>
            <pc:sldMk cId="2933297503" sldId="293"/>
            <ac:spMk id="2" creationId="{529201A5-D1E3-46D0-BB18-C33BB318D456}"/>
          </ac:spMkLst>
        </pc:spChg>
        <pc:spChg chg="add del mod">
          <ac:chgData name="沛溪 中村" userId="4b6ad4d7a42030dd" providerId="LiveId" clId="{03266B73-F375-47EE-A515-AB0BBCD617A2}" dt="2026-01-28T05:39:24.221" v="7336" actId="478"/>
          <ac:spMkLst>
            <pc:docMk/>
            <pc:sldMk cId="2933297503" sldId="293"/>
            <ac:spMk id="3" creationId="{3042EF22-19C7-4E83-827F-20D7704B4462}"/>
          </ac:spMkLst>
        </pc:spChg>
        <pc:spChg chg="mod">
          <ac:chgData name="沛溪 中村" userId="4b6ad4d7a42030dd" providerId="LiveId" clId="{03266B73-F375-47EE-A515-AB0BBCD617A2}" dt="2026-01-27T17:09:04.280" v="6818" actId="1076"/>
          <ac:spMkLst>
            <pc:docMk/>
            <pc:sldMk cId="2933297503" sldId="293"/>
            <ac:spMk id="9" creationId="{D8A041A7-D9B2-4A18-9E46-BB93B861D099}"/>
          </ac:spMkLst>
        </pc:spChg>
        <pc:spChg chg="del">
          <ac:chgData name="沛溪 中村" userId="4b6ad4d7a42030dd" providerId="LiveId" clId="{03266B73-F375-47EE-A515-AB0BBCD617A2}" dt="2026-01-27T17:07:10.754" v="6562" actId="478"/>
          <ac:spMkLst>
            <pc:docMk/>
            <pc:sldMk cId="2933297503" sldId="293"/>
            <ac:spMk id="10" creationId="{DF358E55-AA53-4BD3-95F7-EA8E90D786FF}"/>
          </ac:spMkLst>
        </pc:spChg>
        <pc:spChg chg="del mod">
          <ac:chgData name="沛溪 中村" userId="4b6ad4d7a42030dd" providerId="LiveId" clId="{03266B73-F375-47EE-A515-AB0BBCD617A2}" dt="2026-01-27T17:07:09.117" v="6561" actId="478"/>
          <ac:spMkLst>
            <pc:docMk/>
            <pc:sldMk cId="2933297503" sldId="293"/>
            <ac:spMk id="15" creationId="{C18FDA06-199B-4260-897D-6F3E62BC1924}"/>
          </ac:spMkLst>
        </pc:spChg>
        <pc:spChg chg="mod">
          <ac:chgData name="沛溪 中村" userId="4b6ad4d7a42030dd" providerId="LiveId" clId="{03266B73-F375-47EE-A515-AB0BBCD617A2}" dt="2026-01-28T05:41:37.973" v="7394" actId="20577"/>
          <ac:spMkLst>
            <pc:docMk/>
            <pc:sldMk cId="2933297503" sldId="293"/>
            <ac:spMk id="18" creationId="{EC003A3A-773B-4379-98A6-EAFDBD490545}"/>
          </ac:spMkLst>
        </pc:spChg>
        <pc:picChg chg="del">
          <ac:chgData name="沛溪 中村" userId="4b6ad4d7a42030dd" providerId="LiveId" clId="{03266B73-F375-47EE-A515-AB0BBCD617A2}" dt="2026-01-27T17:07:04.650" v="6559" actId="478"/>
          <ac:picMkLst>
            <pc:docMk/>
            <pc:sldMk cId="2933297503" sldId="293"/>
            <ac:picMk id="4" creationId="{9756BD0E-5DE0-4150-BD08-BE9C9DA65E8B}"/>
          </ac:picMkLst>
        </pc:picChg>
        <pc:picChg chg="add mod">
          <ac:chgData name="沛溪 中村" userId="4b6ad4d7a42030dd" providerId="LiveId" clId="{03266B73-F375-47EE-A515-AB0BBCD617A2}" dt="2026-01-27T18:21:25.501" v="6910" actId="1076"/>
          <ac:picMkLst>
            <pc:docMk/>
            <pc:sldMk cId="2933297503" sldId="293"/>
            <ac:picMk id="5" creationId="{F7FB74BB-988F-467B-9AAC-14B321DE7E7F}"/>
          </ac:picMkLst>
        </pc:picChg>
        <pc:picChg chg="del">
          <ac:chgData name="沛溪 中村" userId="4b6ad4d7a42030dd" providerId="LiveId" clId="{03266B73-F375-47EE-A515-AB0BBCD617A2}" dt="2026-01-27T17:07:03.609" v="6557" actId="478"/>
          <ac:picMkLst>
            <pc:docMk/>
            <pc:sldMk cId="2933297503" sldId="293"/>
            <ac:picMk id="7" creationId="{42DE12CC-1A9E-4D68-A7CB-9255EA3838BC}"/>
          </ac:picMkLst>
        </pc:picChg>
        <pc:picChg chg="del">
          <ac:chgData name="沛溪 中村" userId="4b6ad4d7a42030dd" providerId="LiveId" clId="{03266B73-F375-47EE-A515-AB0BBCD617A2}" dt="2026-01-27T17:07:03.988" v="6558" actId="478"/>
          <ac:picMkLst>
            <pc:docMk/>
            <pc:sldMk cId="2933297503" sldId="293"/>
            <ac:picMk id="12" creationId="{60A804F4-0582-42AF-846D-51A2454FFD44}"/>
          </ac:picMkLst>
        </pc:picChg>
        <pc:cxnChg chg="add del mod">
          <ac:chgData name="沛溪 中村" userId="4b6ad4d7a42030dd" providerId="LiveId" clId="{03266B73-F375-47EE-A515-AB0BBCD617A2}" dt="2026-01-28T05:40:29.202" v="7346" actId="11529"/>
          <ac:cxnSpMkLst>
            <pc:docMk/>
            <pc:sldMk cId="2933297503" sldId="293"/>
            <ac:cxnSpMk id="6" creationId="{2F06941F-28F0-4152-834E-B2F3CE578EE8}"/>
          </ac:cxnSpMkLst>
        </pc:cxnChg>
        <pc:cxnChg chg="add mod">
          <ac:chgData name="沛溪 中村" userId="4b6ad4d7a42030dd" providerId="LiveId" clId="{03266B73-F375-47EE-A515-AB0BBCD617A2}" dt="2026-01-28T05:40:51.262" v="7349" actId="1582"/>
          <ac:cxnSpMkLst>
            <pc:docMk/>
            <pc:sldMk cId="2933297503" sldId="293"/>
            <ac:cxnSpMk id="8" creationId="{33E48027-EA23-439A-9B59-8FE503080C78}"/>
          </ac:cxnSpMkLst>
        </pc:cxnChg>
        <pc:cxnChg chg="add del mod">
          <ac:chgData name="沛溪 中村" userId="4b6ad4d7a42030dd" providerId="LiveId" clId="{03266B73-F375-47EE-A515-AB0BBCD617A2}" dt="2026-01-28T05:40:23.335" v="7343"/>
          <ac:cxnSpMkLst>
            <pc:docMk/>
            <pc:sldMk cId="2933297503" sldId="293"/>
            <ac:cxnSpMk id="10" creationId="{B4B55173-7D90-461B-B14B-7242785BEBA2}"/>
          </ac:cxnSpMkLst>
        </pc:cxnChg>
        <pc:cxnChg chg="add mod">
          <ac:chgData name="沛溪 中村" userId="4b6ad4d7a42030dd" providerId="LiveId" clId="{03266B73-F375-47EE-A515-AB0BBCD617A2}" dt="2026-01-28T05:40:55.902" v="7352" actId="14100"/>
          <ac:cxnSpMkLst>
            <pc:docMk/>
            <pc:sldMk cId="2933297503" sldId="293"/>
            <ac:cxnSpMk id="12" creationId="{BE973FE7-6C49-4F82-82F4-C9DE58D7EE45}"/>
          </ac:cxnSpMkLst>
        </pc:cxnChg>
        <pc:cxnChg chg="add mod">
          <ac:chgData name="沛溪 中村" userId="4b6ad4d7a42030dd" providerId="LiveId" clId="{03266B73-F375-47EE-A515-AB0BBCD617A2}" dt="2026-01-28T05:41:00.188" v="7355" actId="14100"/>
          <ac:cxnSpMkLst>
            <pc:docMk/>
            <pc:sldMk cId="2933297503" sldId="293"/>
            <ac:cxnSpMk id="14" creationId="{AC31735C-9A65-42E4-8E78-7D47C220C697}"/>
          </ac:cxnSpMkLst>
        </pc:cxnChg>
        <pc:cxnChg chg="add mod">
          <ac:chgData name="沛溪 中村" userId="4b6ad4d7a42030dd" providerId="LiveId" clId="{03266B73-F375-47EE-A515-AB0BBCD617A2}" dt="2026-01-28T05:41:07.763" v="7358" actId="14100"/>
          <ac:cxnSpMkLst>
            <pc:docMk/>
            <pc:sldMk cId="2933297503" sldId="293"/>
            <ac:cxnSpMk id="16" creationId="{735B374F-79A5-43B4-9CD7-72A324ECC335}"/>
          </ac:cxnSpMkLst>
        </pc:cxnChg>
        <pc:cxnChg chg="add mod">
          <ac:chgData name="沛溪 中村" userId="4b6ad4d7a42030dd" providerId="LiveId" clId="{03266B73-F375-47EE-A515-AB0BBCD617A2}" dt="2026-01-28T05:41:13.764" v="7361" actId="14100"/>
          <ac:cxnSpMkLst>
            <pc:docMk/>
            <pc:sldMk cId="2933297503" sldId="293"/>
            <ac:cxnSpMk id="19" creationId="{6AE0420D-E1BF-4381-8A55-2C8A686284E4}"/>
          </ac:cxnSpMkLst>
        </pc:cxnChg>
        <pc:cxnChg chg="add mod">
          <ac:chgData name="沛溪 中村" userId="4b6ad4d7a42030dd" providerId="LiveId" clId="{03266B73-F375-47EE-A515-AB0BBCD617A2}" dt="2026-01-28T05:41:18.182" v="7364" actId="14100"/>
          <ac:cxnSpMkLst>
            <pc:docMk/>
            <pc:sldMk cId="2933297503" sldId="293"/>
            <ac:cxnSpMk id="20" creationId="{F649C333-D46F-4978-AF0B-4358360186ED}"/>
          </ac:cxnSpMkLst>
        </pc:cxnChg>
        <pc:cxnChg chg="add mod">
          <ac:chgData name="沛溪 中村" userId="4b6ad4d7a42030dd" providerId="LiveId" clId="{03266B73-F375-47EE-A515-AB0BBCD617A2}" dt="2026-01-28T05:41:23.426" v="7367" actId="14100"/>
          <ac:cxnSpMkLst>
            <pc:docMk/>
            <pc:sldMk cId="2933297503" sldId="293"/>
            <ac:cxnSpMk id="22" creationId="{A455BB0F-A305-4B29-AEA4-EA5123DECE38}"/>
          </ac:cxnSpMkLst>
        </pc:cxnChg>
      </pc:sldChg>
      <pc:sldChg chg="addSp delSp modSp add mod">
        <pc:chgData name="沛溪 中村" userId="4b6ad4d7a42030dd" providerId="LiveId" clId="{03266B73-F375-47EE-A515-AB0BBCD617A2}" dt="2026-01-28T06:24:38.030" v="8461" actId="14100"/>
        <pc:sldMkLst>
          <pc:docMk/>
          <pc:sldMk cId="3396499159" sldId="294"/>
        </pc:sldMkLst>
        <pc:spChg chg="mod">
          <ac:chgData name="沛溪 中村" userId="4b6ad4d7a42030dd" providerId="LiveId" clId="{03266B73-F375-47EE-A515-AB0BBCD617A2}" dt="2026-01-28T05:26:38.957" v="7192" actId="1076"/>
          <ac:spMkLst>
            <pc:docMk/>
            <pc:sldMk cId="3396499159" sldId="294"/>
            <ac:spMk id="9" creationId="{D8A041A7-D9B2-4A18-9E46-BB93B861D099}"/>
          </ac:spMkLst>
        </pc:spChg>
        <pc:spChg chg="mod">
          <ac:chgData name="沛溪 中村" userId="4b6ad4d7a42030dd" providerId="LiveId" clId="{03266B73-F375-47EE-A515-AB0BBCD617A2}" dt="2026-01-28T06:24:38.030" v="8461" actId="14100"/>
          <ac:spMkLst>
            <pc:docMk/>
            <pc:sldMk cId="3396499159" sldId="294"/>
            <ac:spMk id="10" creationId="{DF358E55-AA53-4BD3-95F7-EA8E90D786FF}"/>
          </ac:spMkLst>
        </pc:spChg>
        <pc:spChg chg="add del">
          <ac:chgData name="沛溪 中村" userId="4b6ad4d7a42030dd" providerId="LiveId" clId="{03266B73-F375-47EE-A515-AB0BBCD617A2}" dt="2026-01-28T05:24:18.284" v="6916" actId="478"/>
          <ac:spMkLst>
            <pc:docMk/>
            <pc:sldMk cId="3396499159" sldId="294"/>
            <ac:spMk id="15" creationId="{C18FDA06-199B-4260-897D-6F3E62BC1924}"/>
          </ac:spMkLst>
        </pc:spChg>
        <pc:spChg chg="del">
          <ac:chgData name="沛溪 中村" userId="4b6ad4d7a42030dd" providerId="LiveId" clId="{03266B73-F375-47EE-A515-AB0BBCD617A2}" dt="2026-01-28T05:24:19.314" v="6917" actId="478"/>
          <ac:spMkLst>
            <pc:docMk/>
            <pc:sldMk cId="3396499159" sldId="294"/>
            <ac:spMk id="18" creationId="{EC003A3A-773B-4379-98A6-EAFDBD490545}"/>
          </ac:spMkLst>
        </pc:spChg>
        <pc:spChg chg="add del mod">
          <ac:chgData name="沛溪 中村" userId="4b6ad4d7a42030dd" providerId="LiveId" clId="{03266B73-F375-47EE-A515-AB0BBCD617A2}" dt="2026-01-28T05:27:12.479" v="7200" actId="478"/>
          <ac:spMkLst>
            <pc:docMk/>
            <pc:sldMk cId="3396499159" sldId="294"/>
            <ac:spMk id="20" creationId="{47D132CD-56A5-40E5-BEF7-2FC301A3A2CB}"/>
          </ac:spMkLst>
        </pc:spChg>
        <pc:spChg chg="add mod">
          <ac:chgData name="沛溪 中村" userId="4b6ad4d7a42030dd" providerId="LiveId" clId="{03266B73-F375-47EE-A515-AB0BBCD617A2}" dt="2026-01-28T05:28:54.812" v="7286" actId="208"/>
          <ac:spMkLst>
            <pc:docMk/>
            <pc:sldMk cId="3396499159" sldId="294"/>
            <ac:spMk id="21" creationId="{5B0F3F55-68A5-40CF-9731-FEDD3DAA0EC7}"/>
          </ac:spMkLst>
        </pc:spChg>
        <pc:spChg chg="add mod">
          <ac:chgData name="沛溪 中村" userId="4b6ad4d7a42030dd" providerId="LiveId" clId="{03266B73-F375-47EE-A515-AB0BBCD617A2}" dt="2026-01-28T05:59:49.925" v="8112" actId="1076"/>
          <ac:spMkLst>
            <pc:docMk/>
            <pc:sldMk cId="3396499159" sldId="294"/>
            <ac:spMk id="27" creationId="{EF169FBF-24CD-46F0-95EF-F8776456C25C}"/>
          </ac:spMkLst>
        </pc:spChg>
        <pc:picChg chg="del">
          <ac:chgData name="沛溪 中村" userId="4b6ad4d7a42030dd" providerId="LiveId" clId="{03266B73-F375-47EE-A515-AB0BBCD617A2}" dt="2026-01-28T05:25:29.759" v="7176" actId="478"/>
          <ac:picMkLst>
            <pc:docMk/>
            <pc:sldMk cId="3396499159" sldId="294"/>
            <ac:picMk id="4" creationId="{9756BD0E-5DE0-4150-BD08-BE9C9DA65E8B}"/>
          </ac:picMkLst>
        </pc:picChg>
        <pc:picChg chg="add del mod">
          <ac:chgData name="沛溪 中村" userId="4b6ad4d7a42030dd" providerId="LiveId" clId="{03266B73-F375-47EE-A515-AB0BBCD617A2}" dt="2026-01-28T05:25:39.639" v="7182" actId="478"/>
          <ac:picMkLst>
            <pc:docMk/>
            <pc:sldMk cId="3396499159" sldId="294"/>
            <ac:picMk id="5" creationId="{D4FEC5C3-15FA-4898-A713-2CF138F15C14}"/>
          </ac:picMkLst>
        </pc:picChg>
        <pc:picChg chg="del">
          <ac:chgData name="沛溪 中村" userId="4b6ad4d7a42030dd" providerId="LiveId" clId="{03266B73-F375-47EE-A515-AB0BBCD617A2}" dt="2026-01-28T05:25:30.230" v="7177" actId="478"/>
          <ac:picMkLst>
            <pc:docMk/>
            <pc:sldMk cId="3396499159" sldId="294"/>
            <ac:picMk id="7" creationId="{42DE12CC-1A9E-4D68-A7CB-9255EA3838BC}"/>
          </ac:picMkLst>
        </pc:picChg>
        <pc:picChg chg="add del mod">
          <ac:chgData name="沛溪 中村" userId="4b6ad4d7a42030dd" providerId="LiveId" clId="{03266B73-F375-47EE-A515-AB0BBCD617A2}" dt="2026-01-28T05:26:28.410" v="7187" actId="478"/>
          <ac:picMkLst>
            <pc:docMk/>
            <pc:sldMk cId="3396499159" sldId="294"/>
            <ac:picMk id="8" creationId="{1762B0A2-F244-4615-A731-476D1A0249CE}"/>
          </ac:picMkLst>
        </pc:picChg>
        <pc:picChg chg="del mod">
          <ac:chgData name="沛溪 中村" userId="4b6ad4d7a42030dd" providerId="LiveId" clId="{03266B73-F375-47EE-A515-AB0BBCD617A2}" dt="2026-01-28T05:25:30.680" v="7179" actId="478"/>
          <ac:picMkLst>
            <pc:docMk/>
            <pc:sldMk cId="3396499159" sldId="294"/>
            <ac:picMk id="12" creationId="{60A804F4-0582-42AF-846D-51A2454FFD44}"/>
          </ac:picMkLst>
        </pc:picChg>
        <pc:picChg chg="add del">
          <ac:chgData name="沛溪 中村" userId="4b6ad4d7a42030dd" providerId="LiveId" clId="{03266B73-F375-47EE-A515-AB0BBCD617A2}" dt="2026-01-28T05:26:31.280" v="7189" actId="478"/>
          <ac:picMkLst>
            <pc:docMk/>
            <pc:sldMk cId="3396499159" sldId="294"/>
            <ac:picMk id="13" creationId="{C0C88E30-7A2A-41E0-B192-3B43AC16AB87}"/>
          </ac:picMkLst>
        </pc:picChg>
        <pc:picChg chg="add del">
          <ac:chgData name="沛溪 中村" userId="4b6ad4d7a42030dd" providerId="LiveId" clId="{03266B73-F375-47EE-A515-AB0BBCD617A2}" dt="2026-01-28T05:26:39.328" v="7193" actId="22"/>
          <ac:picMkLst>
            <pc:docMk/>
            <pc:sldMk cId="3396499159" sldId="294"/>
            <ac:picMk id="16" creationId="{A0DC3417-E535-4FC3-B305-EEE0E3D74BB1}"/>
          </ac:picMkLst>
        </pc:picChg>
        <pc:picChg chg="add mod">
          <ac:chgData name="沛溪 中村" userId="4b6ad4d7a42030dd" providerId="LiveId" clId="{03266B73-F375-47EE-A515-AB0BBCD617A2}" dt="2026-01-28T06:07:44.273" v="8422" actId="14861"/>
          <ac:picMkLst>
            <pc:docMk/>
            <pc:sldMk cId="3396499159" sldId="294"/>
            <ac:picMk id="19" creationId="{70ADC6BE-85B7-4E41-A8B4-15215A7831A9}"/>
          </ac:picMkLst>
        </pc:picChg>
        <pc:cxnChg chg="add mod">
          <ac:chgData name="沛溪 中村" userId="4b6ad4d7a42030dd" providerId="LiveId" clId="{03266B73-F375-47EE-A515-AB0BBCD617A2}" dt="2026-01-28T05:59:46.841" v="8111" actId="14100"/>
          <ac:cxnSpMkLst>
            <pc:docMk/>
            <pc:sldMk cId="3396499159" sldId="294"/>
            <ac:cxnSpMk id="4" creationId="{9BDFE3AC-63DB-4B3B-8AB2-B11EBC15E3AB}"/>
          </ac:cxnSpMkLst>
        </pc:cxnChg>
        <pc:cxnChg chg="add mod">
          <ac:chgData name="沛溪 中村" userId="4b6ad4d7a42030dd" providerId="LiveId" clId="{03266B73-F375-47EE-A515-AB0BBCD617A2}" dt="2026-01-28T05:29:02.905" v="7288" actId="14100"/>
          <ac:cxnSpMkLst>
            <pc:docMk/>
            <pc:sldMk cId="3396499159" sldId="294"/>
            <ac:cxnSpMk id="23" creationId="{9BAF945C-5C6A-45F6-8966-15CBAE67F236}"/>
          </ac:cxnSpMkLst>
        </pc:cxnChg>
      </pc:sldChg>
      <pc:sldChg chg="modSp add mod modAnim">
        <pc:chgData name="沛溪 中村" userId="4b6ad4d7a42030dd" providerId="LiveId" clId="{03266B73-F375-47EE-A515-AB0BBCD617A2}" dt="2026-01-28T05:56:47.203" v="7964"/>
        <pc:sldMkLst>
          <pc:docMk/>
          <pc:sldMk cId="55493423" sldId="295"/>
        </pc:sldMkLst>
        <pc:spChg chg="mod">
          <ac:chgData name="沛溪 中村" userId="4b6ad4d7a42030dd" providerId="LiveId" clId="{03266B73-F375-47EE-A515-AB0BBCD617A2}" dt="2026-01-28T05:53:22.055" v="7835" actId="1076"/>
          <ac:spMkLst>
            <pc:docMk/>
            <pc:sldMk cId="55493423" sldId="295"/>
            <ac:spMk id="18" creationId="{EC003A3A-773B-4379-98A6-EAFDBD490545}"/>
          </ac:spMkLst>
        </pc:spChg>
        <pc:cxnChg chg="mod">
          <ac:chgData name="沛溪 中村" userId="4b6ad4d7a42030dd" providerId="LiveId" clId="{03266B73-F375-47EE-A515-AB0BBCD617A2}" dt="2026-01-28T05:53:03.322" v="7826" actId="1076"/>
          <ac:cxnSpMkLst>
            <pc:docMk/>
            <pc:sldMk cId="55493423" sldId="295"/>
            <ac:cxnSpMk id="19" creationId="{6AE0420D-E1BF-4381-8A55-2C8A686284E4}"/>
          </ac:cxnSpMkLst>
        </pc:cxnChg>
      </pc:sldChg>
      <pc:sldChg chg="addSp delSp modSp add mod">
        <pc:chgData name="沛溪 中村" userId="4b6ad4d7a42030dd" providerId="LiveId" clId="{03266B73-F375-47EE-A515-AB0BBCD617A2}" dt="2026-01-28T06:24:12.108" v="8452" actId="1076"/>
        <pc:sldMkLst>
          <pc:docMk/>
          <pc:sldMk cId="1398509736" sldId="296"/>
        </pc:sldMkLst>
        <pc:spChg chg="add mod">
          <ac:chgData name="沛溪 中村" userId="4b6ad4d7a42030dd" providerId="LiveId" clId="{03266B73-F375-47EE-A515-AB0BBCD617A2}" dt="2026-01-28T06:23:57.368" v="8447" actId="1076"/>
          <ac:spMkLst>
            <pc:docMk/>
            <pc:sldMk cId="1398509736" sldId="296"/>
            <ac:spMk id="6" creationId="{29D0297A-23E4-498D-ACCC-FC2C9B1FF011}"/>
          </ac:spMkLst>
        </pc:spChg>
        <pc:spChg chg="mod">
          <ac:chgData name="沛溪 中村" userId="4b6ad4d7a42030dd" providerId="LiveId" clId="{03266B73-F375-47EE-A515-AB0BBCD617A2}" dt="2026-01-28T05:49:59.670" v="7502" actId="1076"/>
          <ac:spMkLst>
            <pc:docMk/>
            <pc:sldMk cId="1398509736" sldId="296"/>
            <ac:spMk id="9" creationId="{D8A041A7-D9B2-4A18-9E46-BB93B861D099}"/>
          </ac:spMkLst>
        </pc:spChg>
        <pc:spChg chg="add mod">
          <ac:chgData name="沛溪 中村" userId="4b6ad4d7a42030dd" providerId="LiveId" clId="{03266B73-F375-47EE-A515-AB0BBCD617A2}" dt="2026-01-28T06:23:51.165" v="8445" actId="1076"/>
          <ac:spMkLst>
            <pc:docMk/>
            <pc:sldMk cId="1398509736" sldId="296"/>
            <ac:spMk id="13" creationId="{D4E1877F-989A-477A-A345-ECE9899B7D0C}"/>
          </ac:spMkLst>
        </pc:spChg>
        <pc:spChg chg="mod">
          <ac:chgData name="沛溪 中村" userId="4b6ad4d7a42030dd" providerId="LiveId" clId="{03266B73-F375-47EE-A515-AB0BBCD617A2}" dt="2026-01-28T06:23:48.473" v="8444" actId="20577"/>
          <ac:spMkLst>
            <pc:docMk/>
            <pc:sldMk cId="1398509736" sldId="296"/>
            <ac:spMk id="18" creationId="{EC003A3A-773B-4379-98A6-EAFDBD490545}"/>
          </ac:spMkLst>
        </pc:spChg>
        <pc:spChg chg="add mod">
          <ac:chgData name="沛溪 中村" userId="4b6ad4d7a42030dd" providerId="LiveId" clId="{03266B73-F375-47EE-A515-AB0BBCD617A2}" dt="2026-01-28T06:24:04.354" v="8450" actId="1076"/>
          <ac:spMkLst>
            <pc:docMk/>
            <pc:sldMk cId="1398509736" sldId="296"/>
            <ac:spMk id="27" creationId="{E822833D-3549-4B79-B8C1-78B452DA7FE0}"/>
          </ac:spMkLst>
        </pc:spChg>
        <pc:picChg chg="add mod">
          <ac:chgData name="沛溪 中村" userId="4b6ad4d7a42030dd" providerId="LiveId" clId="{03266B73-F375-47EE-A515-AB0BBCD617A2}" dt="2026-01-28T06:23:55.308" v="8446" actId="1076"/>
          <ac:picMkLst>
            <pc:docMk/>
            <pc:sldMk cId="1398509736" sldId="296"/>
            <ac:picMk id="4" creationId="{1AF9AEF3-2928-4B34-BEB8-7DCB580F04F5}"/>
          </ac:picMkLst>
        </pc:picChg>
        <pc:picChg chg="del">
          <ac:chgData name="沛溪 中村" userId="4b6ad4d7a42030dd" providerId="LiveId" clId="{03266B73-F375-47EE-A515-AB0BBCD617A2}" dt="2026-01-28T05:44:42.514" v="7401" actId="478"/>
          <ac:picMkLst>
            <pc:docMk/>
            <pc:sldMk cId="1398509736" sldId="296"/>
            <ac:picMk id="5" creationId="{F7FB74BB-988F-467B-9AAC-14B321DE7E7F}"/>
          </ac:picMkLst>
        </pc:pic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8" creationId="{33E48027-EA23-439A-9B59-8FE503080C78}"/>
          </ac:cxnSpMkLst>
        </pc:cxnChg>
        <pc:cxnChg chg="add mod">
          <ac:chgData name="沛溪 中村" userId="4b6ad4d7a42030dd" providerId="LiveId" clId="{03266B73-F375-47EE-A515-AB0BBCD617A2}" dt="2026-01-28T06:24:12.108" v="8452" actId="1076"/>
          <ac:cxnSpMkLst>
            <pc:docMk/>
            <pc:sldMk cId="1398509736" sldId="296"/>
            <ac:cxnSpMk id="10" creationId="{CEF059A5-5110-4F06-AFCB-560C021D5C93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2" creationId="{BE973FE7-6C49-4F82-82F4-C9DE58D7EE45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4" creationId="{AC31735C-9A65-42E4-8E78-7D47C220C697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6" creationId="{735B374F-79A5-43B4-9CD7-72A324ECC335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19" creationId="{6AE0420D-E1BF-4381-8A55-2C8A686284E4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20" creationId="{F649C333-D46F-4978-AF0B-4358360186ED}"/>
          </ac:cxnSpMkLst>
        </pc:cxnChg>
        <pc:cxnChg chg="del">
          <ac:chgData name="沛溪 中村" userId="4b6ad4d7a42030dd" providerId="LiveId" clId="{03266B73-F375-47EE-A515-AB0BBCD617A2}" dt="2026-01-28T05:44:49.355" v="7404" actId="478"/>
          <ac:cxnSpMkLst>
            <pc:docMk/>
            <pc:sldMk cId="1398509736" sldId="296"/>
            <ac:cxnSpMk id="22" creationId="{A455BB0F-A305-4B29-AEA4-EA5123DECE38}"/>
          </ac:cxnSpMkLst>
        </pc:cxnChg>
        <pc:cxnChg chg="add mod">
          <ac:chgData name="沛溪 中村" userId="4b6ad4d7a42030dd" providerId="LiveId" clId="{03266B73-F375-47EE-A515-AB0BBCD617A2}" dt="2026-01-28T06:24:00.364" v="8449" actId="14100"/>
          <ac:cxnSpMkLst>
            <pc:docMk/>
            <pc:sldMk cId="1398509736" sldId="296"/>
            <ac:cxnSpMk id="25" creationId="{854FE343-C326-4318-A687-6B96C36E8479}"/>
          </ac:cxnSpMkLst>
        </pc:cxnChg>
      </pc:sldChg>
      <pc:sldChg chg="addSp delSp modSp add mod">
        <pc:chgData name="沛溪 中村" userId="4b6ad4d7a42030dd" providerId="LiveId" clId="{03266B73-F375-47EE-A515-AB0BBCD617A2}" dt="2026-01-28T06:06:48.003" v="8404" actId="1076"/>
        <pc:sldMkLst>
          <pc:docMk/>
          <pc:sldMk cId="3143237963" sldId="297"/>
        </pc:sldMkLst>
        <pc:spChg chg="del">
          <ac:chgData name="沛溪 中村" userId="4b6ad4d7a42030dd" providerId="LiveId" clId="{03266B73-F375-47EE-A515-AB0BBCD617A2}" dt="2026-01-28T05:59:02.497" v="8093" actId="478"/>
          <ac:spMkLst>
            <pc:docMk/>
            <pc:sldMk cId="3143237963" sldId="297"/>
            <ac:spMk id="10" creationId="{DF358E55-AA53-4BD3-95F7-EA8E90D786FF}"/>
          </ac:spMkLst>
        </pc:spChg>
        <pc:spChg chg="mod">
          <ac:chgData name="沛溪 中村" userId="4b6ad4d7a42030dd" providerId="LiveId" clId="{03266B73-F375-47EE-A515-AB0BBCD617A2}" dt="2026-01-28T05:59:00.926" v="8092" actId="20577"/>
          <ac:spMkLst>
            <pc:docMk/>
            <pc:sldMk cId="3143237963" sldId="297"/>
            <ac:spMk id="15" creationId="{C18FDA06-199B-4260-897D-6F3E62BC1924}"/>
          </ac:spMkLst>
        </pc:spChg>
        <pc:spChg chg="add mod">
          <ac:chgData name="沛溪 中村" userId="4b6ad4d7a42030dd" providerId="LiveId" clId="{03266B73-F375-47EE-A515-AB0BBCD617A2}" dt="2026-01-28T06:02:45.651" v="8362" actId="1076"/>
          <ac:spMkLst>
            <pc:docMk/>
            <pc:sldMk cId="3143237963" sldId="297"/>
            <ac:spMk id="16" creationId="{B7C7A255-01AE-487F-99F1-FBE9EE1AD53A}"/>
          </ac:spMkLst>
        </pc:spChg>
        <pc:spChg chg="add mod">
          <ac:chgData name="沛溪 中村" userId="4b6ad4d7a42030dd" providerId="LiveId" clId="{03266B73-F375-47EE-A515-AB0BBCD617A2}" dt="2026-01-28T06:06:48.003" v="8404" actId="1076"/>
          <ac:spMkLst>
            <pc:docMk/>
            <pc:sldMk cId="3143237963" sldId="297"/>
            <ac:spMk id="17" creationId="{F4D7376E-8A5D-48CF-88C8-807E4AB2F6E7}"/>
          </ac:spMkLst>
        </pc:spChg>
        <pc:spChg chg="del">
          <ac:chgData name="沛溪 中村" userId="4b6ad4d7a42030dd" providerId="LiveId" clId="{03266B73-F375-47EE-A515-AB0BBCD617A2}" dt="2026-01-28T05:59:06.828" v="8097" actId="478"/>
          <ac:spMkLst>
            <pc:docMk/>
            <pc:sldMk cId="3143237963" sldId="297"/>
            <ac:spMk id="21" creationId="{5B0F3F55-68A5-40CF-9731-FEDD3DAA0EC7}"/>
          </ac:spMkLst>
        </pc:spChg>
        <pc:spChg chg="del">
          <ac:chgData name="沛溪 中村" userId="4b6ad4d7a42030dd" providerId="LiveId" clId="{03266B73-F375-47EE-A515-AB0BBCD617A2}" dt="2026-01-28T05:59:05.613" v="8095" actId="478"/>
          <ac:spMkLst>
            <pc:docMk/>
            <pc:sldMk cId="3143237963" sldId="297"/>
            <ac:spMk id="27" creationId="{EF169FBF-24CD-46F0-95EF-F8776456C25C}"/>
          </ac:spMkLst>
        </pc:spChg>
        <pc:picChg chg="add del mod">
          <ac:chgData name="沛溪 中村" userId="4b6ad4d7a42030dd" providerId="LiveId" clId="{03266B73-F375-47EE-A515-AB0BBCD617A2}" dt="2026-01-28T06:00:11.914" v="8116" actId="478"/>
          <ac:picMkLst>
            <pc:docMk/>
            <pc:sldMk cId="3143237963" sldId="297"/>
            <ac:picMk id="4" creationId="{BC373E4C-B9B6-4598-AEFC-482FE884042A}"/>
          </ac:picMkLst>
        </pc:picChg>
        <pc:picChg chg="add mod">
          <ac:chgData name="沛溪 中村" userId="4b6ad4d7a42030dd" providerId="LiveId" clId="{03266B73-F375-47EE-A515-AB0BBCD617A2}" dt="2026-01-28T06:01:19.161" v="8144" actId="14861"/>
          <ac:picMkLst>
            <pc:docMk/>
            <pc:sldMk cId="3143237963" sldId="297"/>
            <ac:picMk id="6" creationId="{39871F11-99DB-4079-9C53-F3C27A432291}"/>
          </ac:picMkLst>
        </pc:picChg>
        <pc:picChg chg="add mod">
          <ac:chgData name="沛溪 中村" userId="4b6ad4d7a42030dd" providerId="LiveId" clId="{03266B73-F375-47EE-A515-AB0BBCD617A2}" dt="2026-01-28T06:01:11.378" v="8136" actId="14861"/>
          <ac:picMkLst>
            <pc:docMk/>
            <pc:sldMk cId="3143237963" sldId="297"/>
            <ac:picMk id="8" creationId="{808C45B3-9969-4A39-833B-9F1EAAB2B44F}"/>
          </ac:picMkLst>
        </pc:picChg>
        <pc:picChg chg="del">
          <ac:chgData name="沛溪 中村" userId="4b6ad4d7a42030dd" providerId="LiveId" clId="{03266B73-F375-47EE-A515-AB0BBCD617A2}" dt="2026-01-28T05:59:04.513" v="8094" actId="478"/>
          <ac:picMkLst>
            <pc:docMk/>
            <pc:sldMk cId="3143237963" sldId="297"/>
            <ac:picMk id="19" creationId="{70ADC6BE-85B7-4E41-A8B4-15215A7831A9}"/>
          </ac:picMkLst>
        </pc:picChg>
        <pc:cxnChg chg="del">
          <ac:chgData name="沛溪 中村" userId="4b6ad4d7a42030dd" providerId="LiveId" clId="{03266B73-F375-47EE-A515-AB0BBCD617A2}" dt="2026-01-28T05:59:06.168" v="8096" actId="478"/>
          <ac:cxnSpMkLst>
            <pc:docMk/>
            <pc:sldMk cId="3143237963" sldId="297"/>
            <ac:cxnSpMk id="23" creationId="{9BAF945C-5C6A-45F6-8966-15CBAE67F23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BB6DF-7862-4499-9A4E-FA298D009F1E}" type="datetimeFigureOut">
              <a:rPr lang="zh-CN" altLang="en-US" smtClean="0"/>
              <a:t>2026/1/28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3B161-B07A-4030-8F77-E7C5DB0292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1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005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727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544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774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437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118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3761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6101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400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2099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3762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C3B161-B07A-4030-8F77-E7C5DB02923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793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37ECC-EB78-4981-970F-E2E4B01E5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CEB204-96B7-4762-8976-C2159E9F7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9651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008080"/>
          </a:fgClr>
          <a:bgClr>
            <a:srgbClr val="00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75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954B7F4-BA24-4D2E-AE93-B0CD461E0EFA}"/>
              </a:ext>
            </a:extLst>
          </p:cNvPr>
          <p:cNvSpPr/>
          <p:nvPr/>
        </p:nvSpPr>
        <p:spPr>
          <a:xfrm>
            <a:off x="0" y="2104209"/>
            <a:ext cx="12191999" cy="14608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5999F7-05DF-4793-A1BA-59776A064A90}"/>
              </a:ext>
            </a:extLst>
          </p:cNvPr>
          <p:cNvSpPr/>
          <p:nvPr/>
        </p:nvSpPr>
        <p:spPr>
          <a:xfrm>
            <a:off x="2991852" y="321573"/>
            <a:ext cx="6208295" cy="804396"/>
          </a:xfrm>
          <a:prstGeom prst="rect">
            <a:avLst/>
          </a:prstGeom>
          <a:noFill/>
          <a:ln w="3175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FF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5D484-8EF3-4744-8DB4-6AC4DC1E9BFF}"/>
              </a:ext>
            </a:extLst>
          </p:cNvPr>
          <p:cNvSpPr txBox="1"/>
          <p:nvPr/>
        </p:nvSpPr>
        <p:spPr>
          <a:xfrm>
            <a:off x="2991852" y="355229"/>
            <a:ext cx="40517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latin typeface="OCR A Extended" panose="02010509020102010303" pitchFamily="50" charset="0"/>
              </a:rPr>
              <a:t>2026/01/28</a:t>
            </a:r>
            <a:endParaRPr lang="zh-CN" altLang="en-US" sz="4000" b="1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FFC770-4F84-41E7-81EC-C07101026A75}"/>
              </a:ext>
            </a:extLst>
          </p:cNvPr>
          <p:cNvSpPr txBox="1"/>
          <p:nvPr/>
        </p:nvSpPr>
        <p:spPr>
          <a:xfrm>
            <a:off x="6766722" y="263068"/>
            <a:ext cx="28950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800" b="1" dirty="0">
                <a:solidFill>
                  <a:srgbClr val="00FFFF"/>
                </a:solidFill>
                <a:latin typeface="OCR A Extended" panose="02010509020102010303" pitchFamily="50" charset="0"/>
              </a:rPr>
              <a:t>2:30PM</a:t>
            </a:r>
            <a:endParaRPr lang="zh-CN" altLang="en-US" sz="48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943EB9-EBD7-4A9A-83A8-3A2C5B91BCDC}"/>
              </a:ext>
            </a:extLst>
          </p:cNvPr>
          <p:cNvSpPr txBox="1"/>
          <p:nvPr/>
        </p:nvSpPr>
        <p:spPr>
          <a:xfrm>
            <a:off x="3395479" y="2123634"/>
            <a:ext cx="54010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组会进度报告</a:t>
            </a:r>
            <a:endParaRPr lang="zh-CN" altLang="en-US" sz="66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F6DBD-D2D3-497C-AB94-617808ED62E3}"/>
              </a:ext>
            </a:extLst>
          </p:cNvPr>
          <p:cNvSpPr txBox="1"/>
          <p:nvPr/>
        </p:nvSpPr>
        <p:spPr>
          <a:xfrm>
            <a:off x="2015092" y="4856201"/>
            <a:ext cx="2760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汇报人：蒋彦熙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B870E4-AFA2-4381-B016-E62A516F7C42}"/>
              </a:ext>
            </a:extLst>
          </p:cNvPr>
          <p:cNvSpPr txBox="1"/>
          <p:nvPr/>
        </p:nvSpPr>
        <p:spPr>
          <a:xfrm>
            <a:off x="7416137" y="4209870"/>
            <a:ext cx="289502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论文题目：面向多感官调制的非联想学习忆阻神经形态电路设计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F05A2EC-5B70-4C95-A4E4-B59144FF57B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0" y="709172"/>
            <a:ext cx="2991852" cy="14599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C1CF351-9168-4DFE-8394-6CFF710CB80A}"/>
              </a:ext>
            </a:extLst>
          </p:cNvPr>
          <p:cNvCxnSpPr>
            <a:cxnSpLocks/>
          </p:cNvCxnSpPr>
          <p:nvPr/>
        </p:nvCxnSpPr>
        <p:spPr>
          <a:xfrm flipH="1">
            <a:off x="9200147" y="694573"/>
            <a:ext cx="2991852" cy="14599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49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5711935" y="3289658"/>
            <a:ext cx="2820173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3100838" y="2706623"/>
            <a:ext cx="0" cy="583035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566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近期进展</a:t>
              </a:r>
              <a:endParaRPr lang="zh-CN" altLang="en-US" sz="280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139E7-FB11-472A-8A6B-FB12757AED56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9CD10DB-6748-40FB-B491-750705A80A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14D5851-9DCB-41F9-83D2-00367E02D0C9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568A7E-2AC6-47E7-9ABA-4FC8430B58FD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D8667EB-D62E-446B-B2D6-02B762FA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F299EC-E2CD-4423-A15E-BCDEEE6FB284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近期问题</a:t>
              </a:r>
              <a:endParaRPr lang="zh-CN" altLang="en-US" sz="28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4049710" y="5623796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后续计划</a:t>
              </a:r>
              <a:endParaRPr lang="zh-CN" altLang="en-US" sz="2800" dirty="0"/>
            </a:p>
          </p:txBody>
        </p:sp>
      </p:grpSp>
      <p:pic>
        <p:nvPicPr>
          <p:cNvPr id="42" name="图片 41">
            <a:extLst>
              <a:ext uri="{FF2B5EF4-FFF2-40B4-BE49-F238E27FC236}">
                <a16:creationId xmlns:a16="http://schemas.microsoft.com/office/drawing/2014/main" id="{8FD15056-5E9F-4530-B1B0-7EFD78977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5734"/>
            <a:ext cx="1905000" cy="1905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435" y="3571874"/>
            <a:ext cx="1905000" cy="1905000"/>
          </a:xfrm>
          <a:prstGeom prst="rect">
            <a:avLst/>
          </a:prstGeom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BCC9A52-F23C-40E9-9ED5-560FA6E8C08B}"/>
              </a:ext>
            </a:extLst>
          </p:cNvPr>
          <p:cNvCxnSpPr>
            <a:cxnSpLocks/>
          </p:cNvCxnSpPr>
          <p:nvPr/>
        </p:nvCxnSpPr>
        <p:spPr>
          <a:xfrm>
            <a:off x="5739541" y="3280436"/>
            <a:ext cx="0" cy="194964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B2808C3-F15B-4670-A68E-7D62BF92A717}"/>
              </a:ext>
            </a:extLst>
          </p:cNvPr>
          <p:cNvCxnSpPr>
            <a:cxnSpLocks/>
          </p:cNvCxnSpPr>
          <p:nvPr/>
        </p:nvCxnSpPr>
        <p:spPr>
          <a:xfrm>
            <a:off x="8532108" y="2919434"/>
            <a:ext cx="0" cy="370224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DA752F1-D67B-4D49-8A8C-D45D5696930E}"/>
              </a:ext>
            </a:extLst>
          </p:cNvPr>
          <p:cNvCxnSpPr>
            <a:cxnSpLocks/>
          </p:cNvCxnSpPr>
          <p:nvPr/>
        </p:nvCxnSpPr>
        <p:spPr>
          <a:xfrm>
            <a:off x="3073233" y="3289658"/>
            <a:ext cx="2820173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61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D195604-6E68-48B8-9C23-6B19CBE01A8A}"/>
              </a:ext>
            </a:extLst>
          </p:cNvPr>
          <p:cNvSpPr/>
          <p:nvPr/>
        </p:nvSpPr>
        <p:spPr>
          <a:xfrm>
            <a:off x="622044" y="1015663"/>
            <a:ext cx="11130929" cy="5349695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78680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近期工作汇报：电路搭建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3DB8ED-3567-43D3-9928-6C074DCF24CC}"/>
              </a:ext>
            </a:extLst>
          </p:cNvPr>
          <p:cNvSpPr txBox="1"/>
          <p:nvPr/>
        </p:nvSpPr>
        <p:spPr>
          <a:xfrm>
            <a:off x="1869890" y="1086279"/>
            <a:ext cx="8635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首先，已完成所有电路模块的搭建，并已经连接好三感官通道的测试用电路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13CCCE7-1A04-4814-82D4-44A5EA3E0A3A}"/>
              </a:ext>
            </a:extLst>
          </p:cNvPr>
          <p:cNvGrpSpPr/>
          <p:nvPr/>
        </p:nvGrpSpPr>
        <p:grpSpPr>
          <a:xfrm>
            <a:off x="883101" y="1761068"/>
            <a:ext cx="10608814" cy="3621840"/>
            <a:chOff x="823817" y="1951511"/>
            <a:chExt cx="11251901" cy="3820210"/>
          </a:xfrm>
          <a:effectLst>
            <a:glow rad="152400">
              <a:srgbClr val="00FFFF">
                <a:alpha val="75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FEEBF3E-5030-4154-BB55-2CD91103C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3817" y="1951511"/>
              <a:ext cx="6333253" cy="3820210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616CAAB-39EA-4410-BF06-938E3965F7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14" r="16779"/>
            <a:stretch/>
          </p:blipFill>
          <p:spPr>
            <a:xfrm>
              <a:off x="7157070" y="1977357"/>
              <a:ext cx="4918648" cy="3612172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F18516C-14D7-4B89-ACC0-FEC840C8E3EB}"/>
              </a:ext>
            </a:extLst>
          </p:cNvPr>
          <p:cNvSpPr txBox="1"/>
          <p:nvPr/>
        </p:nvSpPr>
        <p:spPr>
          <a:xfrm>
            <a:off x="1745629" y="5618490"/>
            <a:ext cx="102175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（由于电路图过宽分别截图并拼接左右部分，中间有些线路没对齐，实际上是正确连接的）</a:t>
            </a:r>
          </a:p>
        </p:txBody>
      </p:sp>
    </p:spTree>
    <p:extLst>
      <p:ext uri="{BB962C8B-B14F-4D97-AF65-F5344CB8AC3E}">
        <p14:creationId xmlns:p14="http://schemas.microsoft.com/office/powerpoint/2010/main" val="1377458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近期工作汇报：电路搭建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B7E921-028A-42CC-A33E-5E6ACCA12E95}"/>
              </a:ext>
            </a:extLst>
          </p:cNvPr>
          <p:cNvSpPr txBox="1"/>
          <p:nvPr/>
        </p:nvSpPr>
        <p:spPr>
          <a:xfrm>
            <a:off x="1473009" y="1117187"/>
            <a:ext cx="7812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原文在组织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MMAM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单元搭建时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sensory channel 3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连线疑似出现了错误：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46040B4-20E1-4E2A-A468-0DF3F57EF7DF}"/>
              </a:ext>
            </a:extLst>
          </p:cNvPr>
          <p:cNvGrpSpPr/>
          <p:nvPr/>
        </p:nvGrpSpPr>
        <p:grpSpPr>
          <a:xfrm>
            <a:off x="1944273" y="1519649"/>
            <a:ext cx="8511703" cy="2006865"/>
            <a:chOff x="2034836" y="1919073"/>
            <a:chExt cx="8511703" cy="2006865"/>
          </a:xfr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8D6530C-CE6A-4FC4-95F0-2CB215AF4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1515" y="1919073"/>
              <a:ext cx="8335024" cy="20068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FB8D47B-6068-455D-91C1-ED524AC5A4AD}"/>
                    </a:ext>
                  </a:extLst>
                </p:cNvPr>
                <p:cNvSpPr txBox="1"/>
                <p:nvPr/>
              </p:nvSpPr>
              <p:spPr>
                <a:xfrm>
                  <a:off x="2034836" y="2373109"/>
                  <a:ext cx="8593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NE</m:t>
                            </m:r>
                            <m:r>
                              <a:rPr lang="en-US" altLang="zh-CN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zh-CN" altLang="en-US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FB8D47B-6068-455D-91C1-ED524AC5A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4836" y="2373109"/>
                  <a:ext cx="85939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184B9B7-6514-4F36-85A4-8DEB992427A7}"/>
                </a:ext>
              </a:extLst>
            </p:cNvPr>
            <p:cNvSpPr txBox="1"/>
            <p:nvPr/>
          </p:nvSpPr>
          <p:spPr>
            <a:xfrm>
              <a:off x="3723817" y="1967565"/>
              <a:ext cx="2003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</a:rPr>
                <a:t>VNE1orVNE3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DCD51BE4-EB51-40F7-B35E-08EE43A43152}"/>
                </a:ext>
              </a:extLst>
            </p:cNvPr>
            <p:cNvCxnSpPr>
              <a:cxnSpLocks/>
            </p:cNvCxnSpPr>
            <p:nvPr/>
          </p:nvCxnSpPr>
          <p:spPr>
            <a:xfrm>
              <a:off x="2464536" y="1958975"/>
              <a:ext cx="0" cy="276398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F810C63E-2CC4-4AFB-9949-DB49382A06F1}"/>
                </a:ext>
              </a:extLst>
            </p:cNvPr>
            <p:cNvCxnSpPr>
              <a:cxnSpLocks/>
            </p:cNvCxnSpPr>
            <p:nvPr/>
          </p:nvCxnSpPr>
          <p:spPr>
            <a:xfrm>
              <a:off x="2211515" y="2383840"/>
              <a:ext cx="311150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3C25E4CE-2299-49A2-985B-460A30B67982}"/>
                </a:ext>
              </a:extLst>
            </p:cNvPr>
            <p:cNvCxnSpPr>
              <a:cxnSpLocks/>
            </p:cNvCxnSpPr>
            <p:nvPr/>
          </p:nvCxnSpPr>
          <p:spPr>
            <a:xfrm>
              <a:off x="3751390" y="2298115"/>
              <a:ext cx="1578377" cy="0"/>
            </a:xfrm>
            <a:prstGeom prst="straightConnector1">
              <a:avLst/>
            </a:prstGeom>
            <a:ln w="50800">
              <a:solidFill>
                <a:srgbClr val="FF0000"/>
              </a:solidFill>
              <a:headEnd type="none" w="sm" len="med"/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082D04CE-99DA-4E5E-B237-193E8CD6D109}"/>
              </a:ext>
            </a:extLst>
          </p:cNvPr>
          <p:cNvSpPr txBox="1"/>
          <p:nvPr/>
        </p:nvSpPr>
        <p:spPr>
          <a:xfrm>
            <a:off x="3765060" y="3533968"/>
            <a:ext cx="70659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（原图中连线方式如上，标记了其输入信号来源名）</a:t>
            </a: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E3561E3-3AAD-46C9-9903-EE8CB0F6B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445" y="4272187"/>
            <a:ext cx="4579555" cy="1676634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8CAEAE6-279C-40B1-80DA-D06390C85759}"/>
                  </a:ext>
                </a:extLst>
              </p:cNvPr>
              <p:cNvSpPr txBox="1"/>
              <p:nvPr/>
            </p:nvSpPr>
            <p:spPr>
              <a:xfrm>
                <a:off x="2435329" y="2017641"/>
                <a:ext cx="8593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  <m:r>
                            <m:rPr>
                              <m:sty m:val="p"/>
                            </m:r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8CAEAE6-279C-40B1-80DA-D06390C85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329" y="2017641"/>
                <a:ext cx="85939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23A0851-B42D-45E3-A353-FDFD6F3DFC61}"/>
                  </a:ext>
                </a:extLst>
              </p:cNvPr>
              <p:cNvSpPr txBox="1"/>
              <p:nvPr/>
            </p:nvSpPr>
            <p:spPr>
              <a:xfrm>
                <a:off x="2255816" y="1434146"/>
                <a:ext cx="8593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NE</m:t>
                          </m:r>
                          <m:r>
                            <a:rPr lang="en-US" altLang="zh-CN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23A0851-B42D-45E3-A353-FDFD6F3DF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816" y="1434146"/>
                <a:ext cx="8593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5EAEB5-DA17-4112-8010-90D24CE85EE1}"/>
                  </a:ext>
                </a:extLst>
              </p:cNvPr>
              <p:cNvSpPr txBox="1"/>
              <p:nvPr/>
            </p:nvSpPr>
            <p:spPr>
              <a:xfrm>
                <a:off x="6208728" y="4233341"/>
                <a:ext cx="484272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由原理图可知：某感官此处或门的输入信号源应该是所有</a:t>
                </a:r>
                <a:r>
                  <a:rPr lang="zh-CN" altLang="en-US" dirty="0">
                    <a:solidFill>
                      <a:srgbClr val="FF000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其余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感官通道信号。</a:t>
                </a:r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此处输入信号应该是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NE</m:t>
                        </m:r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方正姚体" panose="02010601030101010101" pitchFamily="2" charset="-122"/>
                    <a:ea typeface="方正姚体" panose="02010601030101010101" pitchFamily="2" charset="-122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NE</m:t>
                        </m:r>
                        <m:r>
                          <a:rPr lang="en-US" altLang="zh-CN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rgbClr val="FF0000"/>
                  </a:solidFill>
                  <a:latin typeface="方正姚体" panose="02010601030101010101" pitchFamily="2" charset="-122"/>
                </a:endParaRPr>
              </a:p>
              <a:p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改正此处错误后，电路图正式搭建完成</a:t>
                </a: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45EAEB5-DA17-4112-8010-90D24CE85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728" y="4233341"/>
                <a:ext cx="4842729" cy="1754326"/>
              </a:xfrm>
              <a:prstGeom prst="rect">
                <a:avLst/>
              </a:prstGeom>
              <a:blipFill>
                <a:blip r:embed="rId8"/>
                <a:stretch>
                  <a:fillRect l="-1006" t="-2083" b="-3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165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近期工作汇报：电路测试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538FFA4-3226-4D0A-850D-90CD023873AB}"/>
              </a:ext>
            </a:extLst>
          </p:cNvPr>
          <p:cNvSpPr txBox="1"/>
          <p:nvPr/>
        </p:nvSpPr>
        <p:spPr>
          <a:xfrm>
            <a:off x="1601971" y="1287045"/>
            <a:ext cx="38489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Chapter 04 CIRCUIT SIMULATIONS AND RESULTS ANALYSES(3/5)</a:t>
            </a:r>
          </a:p>
          <a:p>
            <a:pPr marL="742950" lvl="1" indent="-285750">
              <a:buFontTx/>
              <a:buChar char="-"/>
            </a:pPr>
            <a:r>
              <a:rPr lang="en-US" altLang="zh-CN" strike="sngStrike" dirty="0">
                <a:solidFill>
                  <a:schemeClr val="bg1">
                    <a:lumMod val="65000"/>
                  </a:schemeClr>
                </a:solidFill>
                <a:latin typeface="OCR A Extended" panose="02010509020102010303" pitchFamily="50" charset="0"/>
              </a:rPr>
              <a:t>A:Unisensory NAL Under Different Stimulus Intensities</a:t>
            </a:r>
          </a:p>
          <a:p>
            <a:pPr marL="742950" lvl="1" indent="-285750">
              <a:buFontTx/>
              <a:buChar char="-"/>
            </a:pPr>
            <a:r>
              <a:rPr lang="en-US" altLang="zh-CN" strike="sngStrike" dirty="0">
                <a:solidFill>
                  <a:schemeClr val="bg1">
                    <a:lumMod val="65000"/>
                  </a:schemeClr>
                </a:solidFill>
                <a:latin typeface="OCR A Extended" panose="02010509020102010303" pitchFamily="50" charset="0"/>
              </a:rPr>
              <a:t>B:Unisensory NAL Under Different Stimulus Valences</a:t>
            </a:r>
          </a:p>
          <a:p>
            <a:pPr marL="742950" lvl="1" indent="-285750">
              <a:buFontTx/>
              <a:buChar char="-"/>
            </a:pPr>
            <a:r>
              <a:rPr lang="en-US" altLang="zh-CN" strike="sngStrike" dirty="0">
                <a:solidFill>
                  <a:schemeClr val="bg1">
                    <a:lumMod val="65000"/>
                  </a:schemeClr>
                </a:solidFill>
                <a:latin typeface="OCR A Extended" panose="02010509020102010303" pitchFamily="50" charset="0"/>
              </a:rPr>
              <a:t>C:Firing Properties of EN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D:MSI With Innocuous Stimuli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E:MSI With Both Noxious and Innocuous Stimuli</a:t>
            </a:r>
          </a:p>
          <a:p>
            <a:endParaRPr lang="zh-CN" altLang="en-US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C577FB3-54A6-43B0-932D-DBE6A9E116E1}"/>
              </a:ext>
            </a:extLst>
          </p:cNvPr>
          <p:cNvSpPr txBox="1"/>
          <p:nvPr/>
        </p:nvSpPr>
        <p:spPr>
          <a:xfrm>
            <a:off x="5886206" y="2469286"/>
            <a:ext cx="48427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完成对电路特性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ABC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的测试，均和原文现象一致。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同时测试说明，目前搭建的电路子模块刺激判断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SJ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，非联想学习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NAL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，编码神经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EN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都可以正常工作。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然而测试暂时没有整理汇总结果，只是在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pspice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中看到理想输出后便完成测试。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6228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5711935" y="3289658"/>
            <a:ext cx="2820173" cy="0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3100838" y="2706623"/>
            <a:ext cx="0" cy="583035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本周工作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67139E7-FB11-472A-8A6B-FB12757AED56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9CD10DB-6748-40FB-B491-750705A80A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B14D5851-9DCB-41F9-83D2-00367E02D0C9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FB568A7E-2AC6-47E7-9ABA-4FC8430B58FD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D8667EB-D62E-446B-B2D6-02B762FA0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F299EC-E2CD-4423-A15E-BCDEEE6FB284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近期问题</a:t>
              </a:r>
              <a:endParaRPr lang="zh-CN" altLang="en-US" sz="28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4049710" y="5623796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后续计划</a:t>
              </a:r>
              <a:endParaRPr lang="zh-CN" altLang="en-US" sz="2800" dirty="0"/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435" y="3571874"/>
            <a:ext cx="1905000" cy="1905000"/>
          </a:xfrm>
          <a:prstGeom prst="rect">
            <a:avLst/>
          </a:prstGeom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BCC9A52-F23C-40E9-9ED5-560FA6E8C08B}"/>
              </a:ext>
            </a:extLst>
          </p:cNvPr>
          <p:cNvCxnSpPr>
            <a:cxnSpLocks/>
          </p:cNvCxnSpPr>
          <p:nvPr/>
        </p:nvCxnSpPr>
        <p:spPr>
          <a:xfrm>
            <a:off x="5739541" y="3280436"/>
            <a:ext cx="0" cy="194964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B2808C3-F15B-4670-A68E-7D62BF92A717}"/>
              </a:ext>
            </a:extLst>
          </p:cNvPr>
          <p:cNvCxnSpPr>
            <a:cxnSpLocks/>
          </p:cNvCxnSpPr>
          <p:nvPr/>
        </p:nvCxnSpPr>
        <p:spPr>
          <a:xfrm>
            <a:off x="8532108" y="2919434"/>
            <a:ext cx="0" cy="370224"/>
          </a:xfrm>
          <a:prstGeom prst="line">
            <a:avLst/>
          </a:prstGeom>
          <a:ln w="57150">
            <a:solidFill>
              <a:srgbClr val="FF75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DA752F1-D67B-4D49-8A8C-D45D5696930E}"/>
              </a:ext>
            </a:extLst>
          </p:cNvPr>
          <p:cNvCxnSpPr>
            <a:cxnSpLocks/>
          </p:cNvCxnSpPr>
          <p:nvPr/>
        </p:nvCxnSpPr>
        <p:spPr>
          <a:xfrm>
            <a:off x="3073233" y="3289658"/>
            <a:ext cx="266630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C90A44FB-8E57-4D64-855A-D91EDF9568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170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7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近期问题：忆阻器模型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37E7A7-9339-4830-A527-3486AA7A988C}"/>
              </a:ext>
            </a:extLst>
          </p:cNvPr>
          <p:cNvSpPr txBox="1"/>
          <p:nvPr/>
        </p:nvSpPr>
        <p:spPr>
          <a:xfrm>
            <a:off x="1739505" y="1419470"/>
            <a:ext cx="45230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先前进行过汇报，初始忆阻器模型存在边缘锁死问题，导致忆阻器无法脱离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Ron/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Roff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状态。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0D509C-535B-4339-A30A-2E55CFEE7648}"/>
                  </a:ext>
                </a:extLst>
              </p:cNvPr>
              <p:cNvSpPr txBox="1"/>
              <p:nvPr/>
            </p:nvSpPr>
            <p:spPr>
              <a:xfrm>
                <a:off x="1739505" y="2668541"/>
                <a:ext cx="4523070" cy="32064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该模型中，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x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值的变化率由受控源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Gx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控制，而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Gx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的表达式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=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（函数）*</a:t>
                </a:r>
                <a:r>
                  <a:rPr lang="en-US" altLang="zh-CN" dirty="0">
                    <a:solidFill>
                      <a:srgbClr val="FF000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f(V(x),p)</a:t>
                </a:r>
              </a:p>
              <a:p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问题在于，原始窗函数</a:t>
                </a:r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𝑓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(</m:t>
                      </m:r>
                      <m:r>
                        <a:rPr lang="en-US" altLang="zh-CN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𝑥</m:t>
                      </m:r>
                      <m:r>
                        <a:rPr lang="en-US" altLang="zh-CN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,</m:t>
                      </m:r>
                      <m:r>
                        <a:rPr lang="en-US" altLang="zh-CN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𝑝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)={1−</m:t>
                      </m:r>
                      <m:sSup>
                        <m:sSupPr>
                          <m:ctrlPr>
                            <a:rPr lang="en-US" altLang="zh-CN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方正姚体" panose="02010601030101010101" pitchFamily="2" charset="-122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方正姚体" panose="02010601030101010101" pitchFamily="2" charset="-122"/>
                            </a:rPr>
                            <m:t>(2</m:t>
                          </m:r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方正姚体" panose="02010601030101010101" pitchFamily="2" charset="-122"/>
                            </a:rPr>
                            <m:t>𝑥</m:t>
                          </m:r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方正姚体" panose="02010601030101010101" pitchFamily="2" charset="-122"/>
                            </a:rPr>
                            <m:t>−1)</m:t>
                          </m:r>
                        </m:e>
                        <m:sup>
                          <m:r>
                            <a:rPr lang="en-US" altLang="zh-CN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方正姚体" panose="02010601030101010101" pitchFamily="2" charset="-122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方正姚体" panose="02010601030101010101" pitchFamily="2" charset="-122"/>
                            </a:rPr>
                            <m:t>p</m:t>
                          </m:r>
                        </m:sup>
                      </m:sSup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方正姚体" panose="02010601030101010101" pitchFamily="2" charset="-122"/>
                        </a:rPr>
                        <m:t>}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不区分加减方向，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x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达到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0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或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1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后一律将变化率置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0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。</a:t>
                </a:r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原本情况应该仅仅是在达到</a:t>
                </a:r>
                <a:r>
                  <a:rPr lang="en-US" altLang="zh-CN" dirty="0" err="1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Roff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后不再增加阻值；达到下线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Ron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后不再减少阻值。</a:t>
                </a:r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0D509C-535B-4339-A30A-2E55CFEE7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505" y="2668541"/>
                <a:ext cx="4523070" cy="3206455"/>
              </a:xfrm>
              <a:prstGeom prst="rect">
                <a:avLst/>
              </a:prstGeom>
              <a:blipFill>
                <a:blip r:embed="rId3"/>
                <a:stretch>
                  <a:fillRect l="-1078" t="-1521" r="-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CFF420A1-CE0F-45DA-A385-BEDE52A82F9D}"/>
              </a:ext>
            </a:extLst>
          </p:cNvPr>
          <p:cNvSpPr txBox="1"/>
          <p:nvPr/>
        </p:nvSpPr>
        <p:spPr>
          <a:xfrm>
            <a:off x="1739505" y="5563328"/>
            <a:ext cx="4523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这一问题同样是忆阻器无法将初始值设定为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或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Roff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的原因。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DCC46C-74D7-43A4-872F-D875FF285F97}"/>
              </a:ext>
            </a:extLst>
          </p:cNvPr>
          <p:cNvSpPr/>
          <p:nvPr/>
        </p:nvSpPr>
        <p:spPr>
          <a:xfrm>
            <a:off x="6535480" y="1656961"/>
            <a:ext cx="4242392" cy="4347412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  <a:effectLst>
            <a:glow rad="152400">
              <a:srgbClr val="00FFFF">
                <a:alpha val="75000"/>
              </a:srgbClr>
            </a:glow>
            <a:innerShdw blurRad="355600">
              <a:srgbClr val="00FFFF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FCF9E5-BEA7-4B96-8C69-3E779FBB30DE}"/>
              </a:ext>
            </a:extLst>
          </p:cNvPr>
          <p:cNvSpPr txBox="1"/>
          <p:nvPr/>
        </p:nvSpPr>
        <p:spPr>
          <a:xfrm>
            <a:off x="6641114" y="1800691"/>
            <a:ext cx="413389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.SUBCKT 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memristor_V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Plus Minus PARAMS:</a:t>
            </a:r>
          </a:p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Gx 0 x value={(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Ioff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/(I(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)-I0)*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*(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(V(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)-Vt1))*Ron/D^2+I(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)*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*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(Vt2-V(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))*Ron/D^2)*f(V(x),p)}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Cx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x 0 1 IC={(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Roff-Rinit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)/(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-Ron)}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Raux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x 0 1T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plus aux value={-I(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)*V(x)*(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-Ron)}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aux minus {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Eflux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flux 0 value={SDT(V(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Echarge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charge 0 value={SDT(I(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))}</a:t>
            </a:r>
          </a:p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.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func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f(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x,p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)={1-(2*x-1)^(2*p)}</a:t>
            </a:r>
          </a:p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*proposed window function</a:t>
            </a:r>
          </a:p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.ENDS 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memristor_V</a:t>
            </a:r>
            <a:endParaRPr lang="en-US" altLang="zh-CN" sz="14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F6F7235-B9F3-4F1E-8EE2-BA65241F26D3}"/>
              </a:ext>
            </a:extLst>
          </p:cNvPr>
          <p:cNvSpPr txBox="1"/>
          <p:nvPr/>
        </p:nvSpPr>
        <p:spPr>
          <a:xfrm>
            <a:off x="7536371" y="5563328"/>
            <a:ext cx="4590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原始忆阻器代码（有省略）</a:t>
            </a:r>
            <a:endParaRPr lang="en-US" altLang="zh-CN" sz="16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sz="16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070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近期问题：忆阻器模型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60966" y="1010047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5D67F8-8191-44DA-8B25-9F6E69B84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204" y="1991773"/>
            <a:ext cx="4267796" cy="1771897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015E154-C7A2-4DE0-B8B5-751987F40EF0}"/>
              </a:ext>
            </a:extLst>
          </p:cNvPr>
          <p:cNvSpPr txBox="1"/>
          <p:nvPr/>
        </p:nvSpPr>
        <p:spPr>
          <a:xfrm>
            <a:off x="1387940" y="1129436"/>
            <a:ext cx="5008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在参考文献中，将忆阻器窗函数定义如下：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62DBCAD-4A0F-4684-AD78-5F215016F564}"/>
                  </a:ext>
                </a:extLst>
              </p:cNvPr>
              <p:cNvSpPr txBox="1"/>
              <p:nvPr/>
            </p:nvSpPr>
            <p:spPr>
              <a:xfrm>
                <a:off x="1566529" y="4233335"/>
                <a:ext cx="4947685" cy="2031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solidFill>
                          <a:srgbClr val="00FFFF"/>
                        </a:solidFill>
                        <a:latin typeface="Cambria Math" panose="02040503050406030204" pitchFamily="18" charset="0"/>
                        <a:ea typeface="方正姚体" panose="02010601030101010101" pitchFamily="2" charset="-122"/>
                      </a:rPr>
                      <m:t>𝜔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  <a:ea typeface="方正姚体" panose="0201060103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00FFFF"/>
                            </a:solidFill>
                            <a:latin typeface="Cambria Math" panose="02040503050406030204" pitchFamily="18" charset="0"/>
                            <a:ea typeface="方正姚体" panose="02010601030101010101" pitchFamily="2" charset="-122"/>
                          </a:rPr>
                          <m:t>t</m:t>
                        </m:r>
                      </m:e>
                    </m:d>
                    <m:r>
                      <a:rPr lang="zh-CN" altLang="en-US" i="1">
                        <a:solidFill>
                          <a:srgbClr val="00FFFF"/>
                        </a:solidFill>
                        <a:latin typeface="Cambria Math" panose="02040503050406030204" pitchFamily="18" charset="0"/>
                        <a:ea typeface="方正姚体" panose="02010601030101010101" pitchFamily="2" charset="-122"/>
                      </a:rPr>
                      <m:t>是</m:t>
                    </m:r>
                  </m:oMath>
                </a14:m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忆阻阻值在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Ron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和</a:t>
                </a:r>
                <a:r>
                  <a:rPr lang="en-US" altLang="zh-CN" dirty="0" err="1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Roff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之间变动的相对位置，在代码中对应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x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。</a:t>
                </a:r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endParaRPr lang="en-US" altLang="zh-CN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  <a:p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可以看到其</a:t>
                </a:r>
                <a:r>
                  <a:rPr lang="en-US" altLang="zh-CN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2p</a:t>
                </a:r>
                <a:r>
                  <a:rPr lang="zh-CN" altLang="en-US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次方内的常数项根据电流方向决定，即施加正负电压场景下，对应窗函数不同，也就是说，</a:t>
                </a:r>
                <a:r>
                  <a:rPr lang="zh-CN" altLang="en-US" dirty="0">
                    <a:solidFill>
                      <a:srgbClr val="FF000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增加阻值和减少阻值对应的窗函数不同。</a:t>
                </a:r>
                <a:endParaRPr lang="en-US" altLang="zh-CN" dirty="0">
                  <a:solidFill>
                    <a:srgbClr val="FF000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62DBCAD-4A0F-4684-AD78-5F215016F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529" y="4233335"/>
                <a:ext cx="4947685" cy="2031454"/>
              </a:xfrm>
              <a:prstGeom prst="rect">
                <a:avLst/>
              </a:prstGeom>
              <a:blipFill>
                <a:blip r:embed="rId4"/>
                <a:stretch>
                  <a:fillRect l="-1108" t="-2395" r="-1601" b="-2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4411FE8F-6C06-4AC9-BD96-D7FA258DC84F}"/>
              </a:ext>
            </a:extLst>
          </p:cNvPr>
          <p:cNvSpPr txBox="1"/>
          <p:nvPr/>
        </p:nvSpPr>
        <p:spPr>
          <a:xfrm>
            <a:off x="6705301" y="1991773"/>
            <a:ext cx="426779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现实中的忆阻器件是连续变化的，窗函数对变化率的设置决定其永远不可能超出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或者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Roff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然而，在电路仿真中，由于步长设置和仿真数量级原因，实际上可能导致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x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滑出（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0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）的预设区间。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此时不应出现的窗函数起到反向扩大偏差的作用，最终导致其完全不按照忆阻器件特性工作。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2145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近期问题：忆阻器模型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82231" y="100890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15E154-C7A2-4DE0-B8B5-751987F40EF0}"/>
              </a:ext>
            </a:extLst>
          </p:cNvPr>
          <p:cNvSpPr txBox="1"/>
          <p:nvPr/>
        </p:nvSpPr>
        <p:spPr>
          <a:xfrm>
            <a:off x="1382231" y="1074927"/>
            <a:ext cx="7614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因此，结合文献以及仿真中的实际问题，我现将忆阻模型更改如下：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B1FA01-671F-4AAA-AF03-D291FD05AD28}"/>
              </a:ext>
            </a:extLst>
          </p:cNvPr>
          <p:cNvSpPr/>
          <p:nvPr/>
        </p:nvSpPr>
        <p:spPr>
          <a:xfrm>
            <a:off x="1998920" y="1600788"/>
            <a:ext cx="8708171" cy="453774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  <a:effectLst>
            <a:glow rad="152400">
              <a:srgbClr val="00FFFF">
                <a:alpha val="75000"/>
              </a:srgbClr>
            </a:glow>
            <a:innerShdw blurRad="355600">
              <a:srgbClr val="00FFFF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E5F3266-8444-4FE6-81E1-10E2183B982B}"/>
              </a:ext>
            </a:extLst>
          </p:cNvPr>
          <p:cNvSpPr txBox="1"/>
          <p:nvPr/>
        </p:nvSpPr>
        <p:spPr>
          <a:xfrm>
            <a:off x="2324297" y="1674002"/>
            <a:ext cx="84854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* PSpice Model Editor - Version 23.1.0</a:t>
            </a:r>
          </a:p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.SUBCKT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memristor_V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Plus Minus PARAMS:</a:t>
            </a:r>
          </a:p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+ Ron=10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=420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Rinit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=20 D=3N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=1.6E-12 p=10 Vt1=0.19V Vt2=-0.37V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Ioff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=1e-5 I0=1e-3</a:t>
            </a:r>
          </a:p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Gx 0 x value={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Ioff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/(I(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)-I0)*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(V(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)-Vt1)*Ron/D^2*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f_inc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(V(x),p) + I(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(Vt2-V(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))*Ron/D^2*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f_dec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(V(x),p)}</a:t>
            </a:r>
          </a:p>
          <a:p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Cx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x 0 1 IC={(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Roff-Rinit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)/(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-Ron)}</a:t>
            </a:r>
          </a:p>
          <a:p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Raux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x 0 1T</a:t>
            </a:r>
          </a:p>
          <a:p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Plus aux value={-I(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)*V(x)*(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-Ron)}</a:t>
            </a:r>
          </a:p>
          <a:p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aux Minus {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}</a:t>
            </a:r>
          </a:p>
          <a:p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Eflux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flux 0 value={SDT(V(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))}</a:t>
            </a:r>
          </a:p>
          <a:p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Echarge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charge 0 value={SDT(I(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))}</a:t>
            </a:r>
          </a:p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.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func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f_inc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x,p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)={1-x^(2*p)*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(x)+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(-x)}</a:t>
            </a:r>
          </a:p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.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func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f_dec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x,p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)={1-(1-x)^(2*p)*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(-x+1)+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(x-1)}</a:t>
            </a:r>
          </a:p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</a:rPr>
              <a:t>.ENDS 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memristor_V</a:t>
            </a:r>
            <a:endParaRPr lang="en-US" altLang="zh-CN" sz="1600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B46180-5EA2-4D63-965A-64A6D7A88470}"/>
              </a:ext>
            </a:extLst>
          </p:cNvPr>
          <p:cNvSpPr txBox="1"/>
          <p:nvPr/>
        </p:nvSpPr>
        <p:spPr>
          <a:xfrm>
            <a:off x="5409859" y="5679820"/>
            <a:ext cx="94225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现用忆阻器代码</a:t>
            </a:r>
            <a:endParaRPr lang="en-US" altLang="zh-CN" sz="16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919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近期问题：忆阻器模型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82231" y="100890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015E154-C7A2-4DE0-B8B5-751987F40EF0}"/>
              </a:ext>
            </a:extLst>
          </p:cNvPr>
          <p:cNvSpPr txBox="1"/>
          <p:nvPr/>
        </p:nvSpPr>
        <p:spPr>
          <a:xfrm>
            <a:off x="1465913" y="1088483"/>
            <a:ext cx="7614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因此，结合文献以及仿真中的实际问题，我现将忆阻模型更改如下：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D525AB-46F4-442B-A571-343A3C8D370E}"/>
              </a:ext>
            </a:extLst>
          </p:cNvPr>
          <p:cNvSpPr/>
          <p:nvPr/>
        </p:nvSpPr>
        <p:spPr>
          <a:xfrm>
            <a:off x="6535480" y="1656961"/>
            <a:ext cx="4242392" cy="4347412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  <a:effectLst>
            <a:glow rad="152400">
              <a:srgbClr val="00FFFF">
                <a:alpha val="75000"/>
              </a:srgbClr>
            </a:glow>
            <a:innerShdw blurRad="355600">
              <a:srgbClr val="00FFFF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03C82E9-BBEF-4C4E-9AAB-C90DB6279F7C}"/>
              </a:ext>
            </a:extLst>
          </p:cNvPr>
          <p:cNvSpPr txBox="1"/>
          <p:nvPr/>
        </p:nvSpPr>
        <p:spPr>
          <a:xfrm>
            <a:off x="6643973" y="1751072"/>
            <a:ext cx="4133899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Gx 0 x value={ 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Ioff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/(I(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)-I0)*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*</a:t>
            </a:r>
            <a:r>
              <a:rPr lang="en-US" altLang="zh-CN" sz="1400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(V(</a:t>
            </a:r>
            <a:r>
              <a:rPr lang="en-US" altLang="zh-CN" sz="1400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)-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Vt1)*Ron/D^2*</a:t>
            </a:r>
            <a:r>
              <a:rPr lang="en-US" altLang="zh-CN" sz="1400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f_inc</a:t>
            </a:r>
            <a:r>
              <a:rPr lang="en-US" altLang="zh-CN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(V(x),p) 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+ 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)*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uv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*</a:t>
            </a:r>
            <a:r>
              <a:rPr lang="en-US" altLang="zh-CN" sz="1400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(Vt2-V(</a:t>
            </a:r>
            <a:r>
              <a:rPr lang="en-US" altLang="zh-CN" sz="1400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)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)*Ron/D^2*</a:t>
            </a:r>
            <a:r>
              <a:rPr lang="en-US" altLang="zh-CN" sz="1400" dirty="0" err="1">
                <a:solidFill>
                  <a:srgbClr val="FF0000"/>
                </a:solidFill>
                <a:latin typeface="OCR A Extended" panose="02010509020102010303" pitchFamily="50" charset="0"/>
              </a:rPr>
              <a:t>f_dec</a:t>
            </a:r>
            <a:r>
              <a:rPr lang="en-US" altLang="zh-CN" sz="1400" dirty="0">
                <a:solidFill>
                  <a:srgbClr val="FF0000"/>
                </a:solidFill>
                <a:latin typeface="OCR A Extended" panose="02010509020102010303" pitchFamily="50" charset="0"/>
              </a:rPr>
              <a:t>(V(x),p)}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Cx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x 0 1 IC={(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Roff-Rinit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)/(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-Ron)}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Raux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x 0 1T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Plus aux value={-I(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)*V(x)*(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-Ron)}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aux Minus {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Roff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Eflux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flux 0 value={SDT(V(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Plus,Minus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))}</a:t>
            </a:r>
          </a:p>
          <a:p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Echarge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charge 0 value={SDT(I(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Emem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))}</a:t>
            </a:r>
          </a:p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.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func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f_inc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x,p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)={1-x^(2*p)*</a:t>
            </a:r>
            <a:r>
              <a:rPr lang="en-US" altLang="zh-CN" sz="1400" dirty="0" err="1">
                <a:solidFill>
                  <a:srgbClr val="FF0066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FF0066"/>
                </a:solidFill>
                <a:latin typeface="OCR A Extended" panose="02010509020102010303" pitchFamily="50" charset="0"/>
              </a:rPr>
              <a:t>(x)+</a:t>
            </a:r>
            <a:r>
              <a:rPr lang="en-US" altLang="zh-CN" sz="1400" dirty="0" err="1">
                <a:solidFill>
                  <a:srgbClr val="FF0066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FF0066"/>
                </a:solidFill>
                <a:latin typeface="OCR A Extended" panose="02010509020102010303" pitchFamily="50" charset="0"/>
              </a:rPr>
              <a:t>(-x)}</a:t>
            </a:r>
          </a:p>
          <a:p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.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func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 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f_dec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(</a:t>
            </a:r>
            <a:r>
              <a:rPr lang="en-US" altLang="zh-CN" sz="1400" dirty="0" err="1">
                <a:solidFill>
                  <a:srgbClr val="00FFFF"/>
                </a:solidFill>
                <a:latin typeface="OCR A Extended" panose="02010509020102010303" pitchFamily="50" charset="0"/>
              </a:rPr>
              <a:t>x,p</a:t>
            </a:r>
            <a:r>
              <a:rPr lang="en-US" altLang="zh-CN" sz="1400" dirty="0">
                <a:solidFill>
                  <a:srgbClr val="00FFFF"/>
                </a:solidFill>
                <a:latin typeface="OCR A Extended" panose="02010509020102010303" pitchFamily="50" charset="0"/>
              </a:rPr>
              <a:t>)={1-(1-x)^(2*p)*</a:t>
            </a:r>
            <a:r>
              <a:rPr lang="en-US" altLang="zh-CN" sz="1400" dirty="0" err="1">
                <a:solidFill>
                  <a:srgbClr val="FF0066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FF0066"/>
                </a:solidFill>
                <a:latin typeface="OCR A Extended" panose="02010509020102010303" pitchFamily="50" charset="0"/>
              </a:rPr>
              <a:t>(-x+1)+</a:t>
            </a:r>
            <a:r>
              <a:rPr lang="en-US" altLang="zh-CN" sz="1400" dirty="0" err="1">
                <a:solidFill>
                  <a:srgbClr val="FF0066"/>
                </a:solidFill>
                <a:latin typeface="OCR A Extended" panose="02010509020102010303" pitchFamily="50" charset="0"/>
              </a:rPr>
              <a:t>stp</a:t>
            </a:r>
            <a:r>
              <a:rPr lang="en-US" altLang="zh-CN" sz="1400" dirty="0">
                <a:solidFill>
                  <a:srgbClr val="FF0066"/>
                </a:solidFill>
                <a:latin typeface="OCR A Extended" panose="02010509020102010303" pitchFamily="50" charset="0"/>
              </a:rPr>
              <a:t>(x-1)}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EDA1A2-347F-4947-8432-EDADAE2F60F2}"/>
              </a:ext>
            </a:extLst>
          </p:cNvPr>
          <p:cNvSpPr txBox="1"/>
          <p:nvPr/>
        </p:nvSpPr>
        <p:spPr>
          <a:xfrm>
            <a:off x="7699403" y="5561392"/>
            <a:ext cx="4590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忆阻器代码（有省略）</a:t>
            </a:r>
            <a:endParaRPr lang="en-US" altLang="zh-CN" sz="16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sz="16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1D353B-BA89-49A2-A0CA-2B8106C2CB9F}"/>
              </a:ext>
            </a:extLst>
          </p:cNvPr>
          <p:cNvSpPr txBox="1"/>
          <p:nvPr/>
        </p:nvSpPr>
        <p:spPr>
          <a:xfrm>
            <a:off x="1516121" y="1656961"/>
            <a:ext cx="4659232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第一，将阻值上升和下降函数分别定义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施加正电压使用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f_inc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，施加负电压用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f_dec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。确保更符合原文定义，并且保证忆阻器功能正常实现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这一步确保了忆阻器可以触碰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Ron/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Roff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而不被锁死阻值。</a:t>
            </a:r>
            <a:endParaRPr lang="en-US" altLang="zh-CN" dirty="0">
              <a:solidFill>
                <a:srgbClr val="FF0000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6D0C10-1746-4472-812D-74A6DFCD9F7F}"/>
              </a:ext>
            </a:extLst>
          </p:cNvPr>
          <p:cNvSpPr txBox="1"/>
          <p:nvPr/>
        </p:nvSpPr>
        <p:spPr>
          <a:xfrm>
            <a:off x="1465913" y="4320687"/>
            <a:ext cx="450820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第二，阶跃函数框限窗函数范围，并设置</a:t>
            </a:r>
            <a:r>
              <a:rPr lang="en-US" altLang="zh-CN" sz="2000" b="1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x</a:t>
            </a:r>
            <a:r>
              <a:rPr lang="zh-CN" altLang="en-US" sz="2000" b="1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超限后解决情况</a:t>
            </a:r>
            <a:endParaRPr lang="en-US" altLang="zh-CN" sz="2000" b="1" dirty="0">
              <a:solidFill>
                <a:srgbClr val="FF0066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FFFF00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在保证忆阻器基本功能维持不变的基础下，增加对意外情况的处理能力。</a:t>
            </a:r>
            <a:endParaRPr lang="en-US" altLang="zh-CN" dirty="0">
              <a:solidFill>
                <a:srgbClr val="FFFF00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FFFF00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7661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近期问题：仿真时长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82231" y="100890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2B23EF-8CCA-4688-B139-FA66FB7CC665}"/>
              </a:ext>
            </a:extLst>
          </p:cNvPr>
          <p:cNvSpPr txBox="1"/>
          <p:nvPr/>
        </p:nvSpPr>
        <p:spPr>
          <a:xfrm>
            <a:off x="1382231" y="1037906"/>
            <a:ext cx="61916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整体调试</a:t>
            </a:r>
            <a:r>
              <a:rPr lang="en-US" altLang="zh-CN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MMAM</a:t>
            </a:r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功能时，仿真速度会相当慢</a:t>
            </a:r>
            <a:endParaRPr lang="en-US" altLang="zh-CN" sz="2000" b="1" dirty="0">
              <a:solidFill>
                <a:srgbClr val="FFFF00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003A3A-773B-4379-98A6-EAFDBD490545}"/>
              </a:ext>
            </a:extLst>
          </p:cNvPr>
          <p:cNvSpPr txBox="1"/>
          <p:nvPr/>
        </p:nvSpPr>
        <p:spPr>
          <a:xfrm>
            <a:off x="2178786" y="1726060"/>
            <a:ext cx="29106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测试总时长需要</a:t>
            </a:r>
            <a:r>
              <a:rPr lang="en-US" altLang="zh-CN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40s</a:t>
            </a:r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。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先前测试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EN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单元时，测试用时是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100ms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，然而有时因需要测试其他功能忘记更改测试时间，对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EN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单元单独测试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40s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时也需要运行较长时间。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由于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EN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单元输出信号频率较高，目前认为这个现象是合理的。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但确实会让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debug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很不方便。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34DBB5-2789-4343-9108-DE971ED07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192" y="2079397"/>
            <a:ext cx="4818571" cy="3540642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</p:spTree>
    <p:extLst>
      <p:ext uri="{BB962C8B-B14F-4D97-AF65-F5344CB8AC3E}">
        <p14:creationId xmlns:p14="http://schemas.microsoft.com/office/powerpoint/2010/main" val="845185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近期问题：电路模块整合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928577" y="1008903"/>
            <a:ext cx="10561674" cy="5597460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003A3A-773B-4379-98A6-EAFDBD490545}"/>
              </a:ext>
            </a:extLst>
          </p:cNvPr>
          <p:cNvSpPr txBox="1"/>
          <p:nvPr/>
        </p:nvSpPr>
        <p:spPr>
          <a:xfrm>
            <a:off x="1655798" y="1461627"/>
            <a:ext cx="737057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例如</a:t>
            </a:r>
            <a:r>
              <a:rPr lang="en-US" altLang="zh-CN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SJ</a:t>
            </a:r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，在单独运行时输入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Vval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=0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会触发习惯化，但在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MMAM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总电路中却触发敏感化，目前不知道是什么原因。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这确实是一个临界值，并且正好在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管的阈值电压边缘。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目前把</a:t>
            </a:r>
            <a:r>
              <a:rPr lang="en-US" altLang="zh-CN" dirty="0" err="1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Vval</a:t>
            </a:r>
            <a:r>
              <a:rPr lang="zh-CN" altLang="en-US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设置成较小的正值，可以正常工作。</a:t>
            </a:r>
            <a:endParaRPr lang="en-US" altLang="zh-CN" dirty="0">
              <a:solidFill>
                <a:srgbClr val="FF0066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56BD0E-5DE0-4150-BD08-BE9C9DA65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224" y="3215953"/>
            <a:ext cx="3099871" cy="2978308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F358E55-AA53-4BD3-95F7-EA8E90D786FF}"/>
              </a:ext>
            </a:extLst>
          </p:cNvPr>
          <p:cNvSpPr txBox="1"/>
          <p:nvPr/>
        </p:nvSpPr>
        <p:spPr>
          <a:xfrm>
            <a:off x="1662887" y="2905366"/>
            <a:ext cx="443311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以及</a:t>
            </a:r>
            <a:r>
              <a:rPr lang="en-US" altLang="zh-CN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NAL</a:t>
            </a:r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末尾的求和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Vsen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和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Vhab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的运放电路，在总电路中出现频率异常高的波动颤抖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此处改用理想比较器</a:t>
            </a:r>
            <a:r>
              <a:rPr lang="en-US" altLang="zh-CN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OPAMP</a:t>
            </a: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2DE12CC-1A9E-4D68-A7CB-9255EA383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292" y="4454010"/>
            <a:ext cx="2666657" cy="1889053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0A804F4-0582-42AF-846D-51A2454FF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253" y="4451846"/>
            <a:ext cx="2621650" cy="1889053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18FDA06-199B-4260-897D-6F3E62BC1924}"/>
              </a:ext>
            </a:extLst>
          </p:cNvPr>
          <p:cNvSpPr txBox="1"/>
          <p:nvPr/>
        </p:nvSpPr>
        <p:spPr>
          <a:xfrm>
            <a:off x="1100801" y="1068277"/>
            <a:ext cx="77475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发现一些电路模块在单独测试时和整合到总体电路表现状况不一样：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386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近期问题：电路模块整合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976703" y="1015663"/>
            <a:ext cx="10561674" cy="5597460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F358E55-AA53-4BD3-95F7-EA8E90D786FF}"/>
              </a:ext>
            </a:extLst>
          </p:cNvPr>
          <p:cNvSpPr txBox="1"/>
          <p:nvPr/>
        </p:nvSpPr>
        <p:spPr>
          <a:xfrm>
            <a:off x="1807266" y="1745145"/>
            <a:ext cx="86086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EC</a:t>
            </a:r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，按照原文设置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管阈值无法接受较小（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0.7V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以下）信号并转化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FF0066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略微调整了阈值，使其暂时可以正常工作，后续电路分析再详细研究设置及原因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8FDA06-199B-4260-897D-6F3E62BC1924}"/>
              </a:ext>
            </a:extLst>
          </p:cNvPr>
          <p:cNvSpPr txBox="1"/>
          <p:nvPr/>
        </p:nvSpPr>
        <p:spPr>
          <a:xfrm>
            <a:off x="1382231" y="1094409"/>
            <a:ext cx="77475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发现一些电路模块在单独测试时和整合到总体电路表现状况不一样：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0ADC6BE-85B7-4E41-A8B4-15215A78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2561591"/>
            <a:ext cx="9163050" cy="3848100"/>
          </a:xfrm>
          <a:prstGeom prst="rect">
            <a:avLst/>
          </a:prstGeom>
          <a:solidFill>
            <a:schemeClr val="bg1"/>
          </a:solidFill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5B0F3F55-68A5-40CF-9731-FEDD3DAA0EC7}"/>
              </a:ext>
            </a:extLst>
          </p:cNvPr>
          <p:cNvSpPr/>
          <p:nvPr/>
        </p:nvSpPr>
        <p:spPr>
          <a:xfrm>
            <a:off x="2612571" y="4743879"/>
            <a:ext cx="570641" cy="336885"/>
          </a:xfrm>
          <a:prstGeom prst="rect">
            <a:avLst/>
          </a:prstGeom>
          <a:noFill/>
          <a:ln w="38100">
            <a:solidFill>
              <a:srgbClr val="00FF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BAF945C-5C6A-45F6-8966-15CBAE67F236}"/>
              </a:ext>
            </a:extLst>
          </p:cNvPr>
          <p:cNvCxnSpPr>
            <a:cxnSpLocks/>
          </p:cNvCxnSpPr>
          <p:nvPr/>
        </p:nvCxnSpPr>
        <p:spPr>
          <a:xfrm flipH="1">
            <a:off x="3213892" y="3930194"/>
            <a:ext cx="828719" cy="1023130"/>
          </a:xfrm>
          <a:prstGeom prst="straightConnector1">
            <a:avLst/>
          </a:prstGeom>
          <a:ln w="3810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F169FBF-24CD-46F0-95EF-F8776456C25C}"/>
              </a:ext>
            </a:extLst>
          </p:cNvPr>
          <p:cNvSpPr txBox="1"/>
          <p:nvPr/>
        </p:nvSpPr>
        <p:spPr>
          <a:xfrm>
            <a:off x="3935157" y="3568072"/>
            <a:ext cx="236309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此处</a:t>
            </a:r>
            <a:r>
              <a:rPr lang="en-US" altLang="zh-CN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管参数设置需进一步调整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BDFE3AC-63DB-4B3B-8AB2-B11EBC15E3AB}"/>
              </a:ext>
            </a:extLst>
          </p:cNvPr>
          <p:cNvCxnSpPr>
            <a:cxnSpLocks/>
          </p:cNvCxnSpPr>
          <p:nvPr/>
        </p:nvCxnSpPr>
        <p:spPr>
          <a:xfrm>
            <a:off x="4027761" y="3941307"/>
            <a:ext cx="523602" cy="0"/>
          </a:xfrm>
          <a:prstGeom prst="line">
            <a:avLst/>
          </a:prstGeom>
          <a:ln w="381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49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2.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近期问题：电路模块整合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976703" y="1015663"/>
            <a:ext cx="10561674" cy="5597460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8FDA06-199B-4260-897D-6F3E62BC1924}"/>
              </a:ext>
            </a:extLst>
          </p:cNvPr>
          <p:cNvSpPr txBox="1"/>
          <p:nvPr/>
        </p:nvSpPr>
        <p:spPr>
          <a:xfrm>
            <a:off x="1382231" y="1094409"/>
            <a:ext cx="77475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经调整，解决了先前发现的问题，有待进一步观察后效：</a:t>
            </a:r>
            <a:endParaRPr lang="en-US" altLang="zh-CN" sz="2000" b="1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9871F11-99DB-4079-9C53-F3C27A432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288" y="2004985"/>
            <a:ext cx="5198533" cy="3195648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08C45B3-9969-4A39-833B-9F1EAAB2B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54" y="1865186"/>
            <a:ext cx="3066217" cy="3419558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7C7A255-01AE-487F-99F1-FBE9EE1AD53A}"/>
              </a:ext>
            </a:extLst>
          </p:cNvPr>
          <p:cNvSpPr txBox="1"/>
          <p:nvPr/>
        </p:nvSpPr>
        <p:spPr>
          <a:xfrm>
            <a:off x="1677448" y="5519170"/>
            <a:ext cx="32592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调整后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NAL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单元的输出，基本与文中图像一致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D7376E-8A5D-48CF-88C8-807E4AB2F6E7}"/>
              </a:ext>
            </a:extLst>
          </p:cNvPr>
          <p:cNvSpPr txBox="1"/>
          <p:nvPr/>
        </p:nvSpPr>
        <p:spPr>
          <a:xfrm>
            <a:off x="6257540" y="5519169"/>
            <a:ext cx="4417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调整后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EN</a:t>
            </a:r>
            <a:r>
              <a:rPr lang="zh-CN" altLang="en-US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单元的输出，可以观察到强度高的信号编码后对应输出频率密集</a:t>
            </a:r>
            <a:endParaRPr lang="en-US" altLang="zh-CN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3237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007B5ECC-D1C3-4CD1-AC32-72414C03504D}"/>
              </a:ext>
            </a:extLst>
          </p:cNvPr>
          <p:cNvCxnSpPr>
            <a:cxnSpLocks/>
          </p:cNvCxnSpPr>
          <p:nvPr/>
        </p:nvCxnSpPr>
        <p:spPr>
          <a:xfrm>
            <a:off x="5711935" y="3289658"/>
            <a:ext cx="2820173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02D6684-3025-41A5-A869-CD95CEFEDE70}"/>
              </a:ext>
            </a:extLst>
          </p:cNvPr>
          <p:cNvCxnSpPr>
            <a:cxnSpLocks/>
          </p:cNvCxnSpPr>
          <p:nvPr/>
        </p:nvCxnSpPr>
        <p:spPr>
          <a:xfrm>
            <a:off x="3100838" y="2706623"/>
            <a:ext cx="0" cy="583035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48D1DFF-FED1-474C-9662-B6C8215465E9}"/>
              </a:ext>
            </a:extLst>
          </p:cNvPr>
          <p:cNvGrpSpPr/>
          <p:nvPr/>
        </p:nvGrpSpPr>
        <p:grpSpPr>
          <a:xfrm>
            <a:off x="1474379" y="2280734"/>
            <a:ext cx="3494568" cy="620039"/>
            <a:chOff x="1474379" y="2232418"/>
            <a:chExt cx="3355526" cy="595842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C6AE43CA-2D08-461F-A7C5-912BD4B3BB03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62CE5753-F71F-425A-B03A-BC1B1B3BD257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94F5FFE-7759-47A3-B547-0883BC342324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Part1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A528B43-642E-418B-BF37-C1D32B3140A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本周工作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4DE905A7-1DE4-4C07-8FE5-04FB3D574FE7}"/>
              </a:ext>
            </a:extLst>
          </p:cNvPr>
          <p:cNvGrpSpPr/>
          <p:nvPr/>
        </p:nvGrpSpPr>
        <p:grpSpPr>
          <a:xfrm>
            <a:off x="4049710" y="5623796"/>
            <a:ext cx="3494568" cy="620039"/>
            <a:chOff x="1474379" y="2232418"/>
            <a:chExt cx="3355526" cy="595842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223C794-B253-456E-984F-744D25364304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B3AD275C-1ED9-41E9-961D-D521A19112D0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25F6056-2CB4-405B-984F-09DB5DB43E01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FFFF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Part3</a:t>
                </a:r>
                <a:endParaRPr lang="zh-CN" altLang="en-US" sz="3200" b="1" dirty="0">
                  <a:solidFill>
                    <a:srgbClr val="00FFFF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755E394-6A7A-40E1-B726-E8E7C4A99A75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FFFF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剩余工作</a:t>
              </a:r>
              <a:endParaRPr lang="zh-CN" altLang="en-US" sz="2800" dirty="0"/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AA619368-4AF0-4BAC-A9D2-016FA7957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9435" y="3571874"/>
            <a:ext cx="1905000" cy="1905000"/>
          </a:xfrm>
          <a:prstGeom prst="rect">
            <a:avLst/>
          </a:prstGeom>
        </p:spPr>
      </p:pic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BCC9A52-F23C-40E9-9ED5-560FA6E8C08B}"/>
              </a:ext>
            </a:extLst>
          </p:cNvPr>
          <p:cNvCxnSpPr>
            <a:cxnSpLocks/>
          </p:cNvCxnSpPr>
          <p:nvPr/>
        </p:nvCxnSpPr>
        <p:spPr>
          <a:xfrm>
            <a:off x="5739541" y="3280436"/>
            <a:ext cx="0" cy="194964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B2808C3-F15B-4670-A68E-7D62BF92A717}"/>
              </a:ext>
            </a:extLst>
          </p:cNvPr>
          <p:cNvCxnSpPr>
            <a:cxnSpLocks/>
          </p:cNvCxnSpPr>
          <p:nvPr/>
        </p:nvCxnSpPr>
        <p:spPr>
          <a:xfrm>
            <a:off x="8532108" y="2919434"/>
            <a:ext cx="0" cy="370224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DA752F1-D67B-4D49-8A8C-D45D5696930E}"/>
              </a:ext>
            </a:extLst>
          </p:cNvPr>
          <p:cNvCxnSpPr>
            <a:cxnSpLocks/>
          </p:cNvCxnSpPr>
          <p:nvPr/>
        </p:nvCxnSpPr>
        <p:spPr>
          <a:xfrm>
            <a:off x="3073233" y="3289658"/>
            <a:ext cx="2666308" cy="0"/>
          </a:xfrm>
          <a:prstGeom prst="line">
            <a:avLst/>
          </a:prstGeom>
          <a:ln w="571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C90A44FB-8E57-4D64-855A-D91EDF956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162" y="371703"/>
            <a:ext cx="1905000" cy="1905000"/>
          </a:xfrm>
          <a:prstGeom prst="rect">
            <a:avLst/>
          </a:prstGeom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79997F64-FBEC-4140-BDF8-F8FD7B121335}"/>
              </a:ext>
            </a:extLst>
          </p:cNvPr>
          <p:cNvGrpSpPr/>
          <p:nvPr/>
        </p:nvGrpSpPr>
        <p:grpSpPr>
          <a:xfrm>
            <a:off x="6625042" y="475963"/>
            <a:ext cx="3494568" cy="2443471"/>
            <a:chOff x="1474379" y="480144"/>
            <a:chExt cx="3355526" cy="2348116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2E1136B-9BB0-46F7-8B47-4CE8CBA952E8}"/>
                </a:ext>
              </a:extLst>
            </p:cNvPr>
            <p:cNvGrpSpPr/>
            <p:nvPr/>
          </p:nvGrpSpPr>
          <p:grpSpPr>
            <a:xfrm>
              <a:off x="1474379" y="2232418"/>
              <a:ext cx="3355526" cy="595842"/>
              <a:chOff x="1368055" y="184463"/>
              <a:chExt cx="2977004" cy="2955687"/>
            </a:xfrm>
          </p:grpSpPr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F30651B9-7766-4CB1-8E1E-AF9C473E7E18}"/>
                  </a:ext>
                </a:extLst>
              </p:cNvPr>
              <p:cNvSpPr/>
              <p:nvPr/>
            </p:nvSpPr>
            <p:spPr>
              <a:xfrm>
                <a:off x="1368055" y="467833"/>
                <a:ext cx="2977004" cy="2672317"/>
              </a:xfrm>
              <a:prstGeom prst="roundRect">
                <a:avLst>
                  <a:gd name="adj" fmla="val 4996"/>
                </a:avLst>
              </a:prstGeom>
              <a:solidFill>
                <a:schemeClr val="tx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2EA07D73-4FFF-4D97-AC96-DAA29DCBB37B}"/>
                  </a:ext>
                </a:extLst>
              </p:cNvPr>
              <p:cNvSpPr txBox="1"/>
              <p:nvPr/>
            </p:nvSpPr>
            <p:spPr>
              <a:xfrm>
                <a:off x="1410067" y="184463"/>
                <a:ext cx="1337239" cy="2787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00B050"/>
                    </a:solidFill>
                    <a:latin typeface="OCR A Extended" panose="02010509020102010303" pitchFamily="50" charset="0"/>
                    <a:ea typeface="方正姚体" panose="02010601030101010101" pitchFamily="2" charset="-122"/>
                  </a:rPr>
                  <a:t>Part2</a:t>
                </a:r>
                <a:endParaRPr lang="zh-CN" altLang="en-US" sz="3200" b="1" dirty="0">
                  <a:solidFill>
                    <a:srgbClr val="00B050"/>
                  </a:solidFill>
                  <a:latin typeface="OCR A Extended" panose="02010509020102010303" pitchFamily="50" charset="0"/>
                  <a:ea typeface="方正姚体" panose="02010601030101010101" pitchFamily="2" charset="-122"/>
                </a:endParaRPr>
              </a:p>
            </p:txBody>
          </p:sp>
        </p:grpSp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5A3D21BE-C3F3-4F39-9D39-17A9ADB9F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00280" y="480144"/>
              <a:ext cx="1703723" cy="1705078"/>
            </a:xfrm>
            <a:prstGeom prst="rect">
              <a:avLst/>
            </a:prstGeom>
          </p:spPr>
        </p:pic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BD81A40-0B4C-41F1-AE7A-882D5BA4B5FF}"/>
                </a:ext>
              </a:extLst>
            </p:cNvPr>
            <p:cNvSpPr txBox="1"/>
            <p:nvPr/>
          </p:nvSpPr>
          <p:spPr>
            <a:xfrm>
              <a:off x="3152142" y="2297291"/>
              <a:ext cx="1590202" cy="5028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solidFill>
                    <a:srgbClr val="00B050"/>
                  </a:solidFill>
                  <a:latin typeface="方正姚体" panose="02010601030101010101" pitchFamily="2" charset="-122"/>
                  <a:ea typeface="方正姚体" panose="02010601030101010101" pitchFamily="2" charset="-122"/>
                </a:rPr>
                <a:t>近期问题</a:t>
              </a:r>
              <a:endParaRPr lang="zh-CN" altLang="en-US" sz="28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787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后续计划：完成电路模拟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82231" y="1008903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003A3A-773B-4379-98A6-EAFDBD490545}"/>
              </a:ext>
            </a:extLst>
          </p:cNvPr>
          <p:cNvSpPr txBox="1"/>
          <p:nvPr/>
        </p:nvSpPr>
        <p:spPr>
          <a:xfrm>
            <a:off x="1929475" y="1453165"/>
            <a:ext cx="833304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按照开题时阶段设计，目前已经完成了中期答辩前电路设计需要的核心功能任务。</a:t>
            </a:r>
            <a:endParaRPr lang="en-US" altLang="zh-CN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目前计划，如果后续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debug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理想，将整个仿真部分，包含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chapter4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和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chapter5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在中期之前都验证成功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FB74BB-988F-467B-9AAC-14B321DE7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610" y="3429000"/>
            <a:ext cx="8514780" cy="2467351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E48027-EA23-439A-9B59-8FE503080C78}"/>
              </a:ext>
            </a:extLst>
          </p:cNvPr>
          <p:cNvCxnSpPr/>
          <p:nvPr/>
        </p:nvCxnSpPr>
        <p:spPr>
          <a:xfrm>
            <a:off x="2880704" y="4118238"/>
            <a:ext cx="165692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E973FE7-6C49-4F82-82F4-C9DE58D7EE45}"/>
              </a:ext>
            </a:extLst>
          </p:cNvPr>
          <p:cNvCxnSpPr>
            <a:cxnSpLocks/>
          </p:cNvCxnSpPr>
          <p:nvPr/>
        </p:nvCxnSpPr>
        <p:spPr>
          <a:xfrm>
            <a:off x="4772526" y="4118238"/>
            <a:ext cx="17176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C31735C-9A65-42E4-8E78-7D47C220C697}"/>
              </a:ext>
            </a:extLst>
          </p:cNvPr>
          <p:cNvCxnSpPr>
            <a:cxnSpLocks/>
          </p:cNvCxnSpPr>
          <p:nvPr/>
        </p:nvCxnSpPr>
        <p:spPr>
          <a:xfrm>
            <a:off x="6903835" y="4112509"/>
            <a:ext cx="283143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35B374F-79A5-43B4-9CD7-72A324ECC335}"/>
              </a:ext>
            </a:extLst>
          </p:cNvPr>
          <p:cNvCxnSpPr>
            <a:cxnSpLocks/>
          </p:cNvCxnSpPr>
          <p:nvPr/>
        </p:nvCxnSpPr>
        <p:spPr>
          <a:xfrm>
            <a:off x="2880704" y="4505541"/>
            <a:ext cx="112065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AE0420D-E1BF-4381-8A55-2C8A686284E4}"/>
              </a:ext>
            </a:extLst>
          </p:cNvPr>
          <p:cNvCxnSpPr>
            <a:cxnSpLocks/>
          </p:cNvCxnSpPr>
          <p:nvPr/>
        </p:nvCxnSpPr>
        <p:spPr>
          <a:xfrm>
            <a:off x="4537624" y="4505541"/>
            <a:ext cx="462700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649C333-D46F-4978-AF0B-4358360186ED}"/>
              </a:ext>
            </a:extLst>
          </p:cNvPr>
          <p:cNvCxnSpPr>
            <a:cxnSpLocks/>
          </p:cNvCxnSpPr>
          <p:nvPr/>
        </p:nvCxnSpPr>
        <p:spPr>
          <a:xfrm>
            <a:off x="3191233" y="4850446"/>
            <a:ext cx="53821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455BB0F-A305-4B29-AEA4-EA5123DECE38}"/>
              </a:ext>
            </a:extLst>
          </p:cNvPr>
          <p:cNvCxnSpPr>
            <a:cxnSpLocks/>
          </p:cNvCxnSpPr>
          <p:nvPr/>
        </p:nvCxnSpPr>
        <p:spPr>
          <a:xfrm>
            <a:off x="4971264" y="5236603"/>
            <a:ext cx="369147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9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9201A5-D1E3-46D0-BB18-C33BB318D456}"/>
              </a:ext>
            </a:extLst>
          </p:cNvPr>
          <p:cNvSpPr txBox="1"/>
          <p:nvPr/>
        </p:nvSpPr>
        <p:spPr>
          <a:xfrm>
            <a:off x="177210" y="0"/>
            <a:ext cx="8059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3.</a:t>
            </a:r>
            <a:r>
              <a:rPr lang="zh-CN" altLang="en-US" sz="44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后续计划：完成电路模拟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A041A7-D9B2-4A18-9E46-BB93B861D099}"/>
              </a:ext>
            </a:extLst>
          </p:cNvPr>
          <p:cNvSpPr/>
          <p:nvPr/>
        </p:nvSpPr>
        <p:spPr>
          <a:xfrm>
            <a:off x="1375356" y="1012282"/>
            <a:ext cx="9803219" cy="5355311"/>
          </a:xfrm>
          <a:prstGeom prst="rect">
            <a:avLst/>
          </a:prstGeom>
          <a:solidFill>
            <a:schemeClr val="tx1"/>
          </a:solidFill>
          <a:ln w="22225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C003A3A-773B-4379-98A6-EAFDBD490545}"/>
              </a:ext>
            </a:extLst>
          </p:cNvPr>
          <p:cNvSpPr txBox="1"/>
          <p:nvPr/>
        </p:nvSpPr>
        <p:spPr>
          <a:xfrm>
            <a:off x="2327529" y="1660141"/>
            <a:ext cx="31967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</a:rPr>
              <a:t>Chapter 05</a:t>
            </a:r>
            <a:r>
              <a:rPr lang="zh-CN" altLang="en-US" sz="20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中对生物特性的模拟使用的电路架构和</a:t>
            </a:r>
            <a:r>
              <a:rPr lang="en-US" altLang="zh-CN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Chapter 04</a:t>
            </a:r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中不太一样，需要另行绘制电路图。</a:t>
            </a:r>
            <a:endParaRPr lang="en-US" altLang="zh-CN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endParaRPr lang="en-US" altLang="zh-CN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  <a:p>
            <a:r>
              <a:rPr lang="zh-CN" altLang="en-US" sz="20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且部分参数设置论文中有特别说明，后续需要决定是否依照其调整进行。</a:t>
            </a:r>
            <a:endParaRPr lang="en-US" altLang="zh-CN" sz="2000" dirty="0">
              <a:solidFill>
                <a:srgbClr val="00FFFF"/>
              </a:solidFill>
              <a:latin typeface="OCR A Extended" panose="02010509020102010303" pitchFamily="50" charset="0"/>
              <a:ea typeface="方正姚体" panose="02010601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E1877F-989A-477A-A345-ECE9899B7D0C}"/>
              </a:ext>
            </a:extLst>
          </p:cNvPr>
          <p:cNvSpPr txBox="1"/>
          <p:nvPr/>
        </p:nvSpPr>
        <p:spPr>
          <a:xfrm>
            <a:off x="6476479" y="1684175"/>
            <a:ext cx="38489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Chapter 05 APPLICATIONS IN ARTIFICIAL NOCICEPTOR AND SEMANTIC SATIATION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Artificial Nociceptor for Thermal Pain</a:t>
            </a:r>
          </a:p>
          <a:p>
            <a:pPr lvl="1"/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OCR A Extended" panose="02010509020102010303" pitchFamily="50" charset="0"/>
              </a:rPr>
              <a:t>2channels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, each 1+1+1)</a:t>
            </a:r>
          </a:p>
          <a:p>
            <a:pPr marL="742950" lvl="1" indent="-285750">
              <a:buFontTx/>
              <a:buChar char="-"/>
            </a:pP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Occurrence and Elimination of Semantic Satiation</a:t>
            </a:r>
          </a:p>
          <a:p>
            <a:pPr lvl="1"/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(</a:t>
            </a:r>
            <a:r>
              <a:rPr lang="en-US" altLang="zh-CN" dirty="0">
                <a:solidFill>
                  <a:srgbClr val="FF0000"/>
                </a:solidFill>
                <a:latin typeface="OCR A Extended" panose="02010509020102010303" pitchFamily="50" charset="0"/>
              </a:rPr>
              <a:t>2channels</a:t>
            </a:r>
            <a:r>
              <a:rPr lang="en-US" altLang="zh-CN" dirty="0">
                <a:solidFill>
                  <a:srgbClr val="00FFFF"/>
                </a:solidFill>
                <a:latin typeface="OCR A Extended" panose="02010509020102010303" pitchFamily="50" charset="0"/>
              </a:rPr>
              <a:t>)</a:t>
            </a:r>
            <a:endParaRPr lang="zh-CN" altLang="en-US" dirty="0">
              <a:solidFill>
                <a:srgbClr val="00FFFF"/>
              </a:solidFill>
              <a:latin typeface="OCR A Extended" panose="02010509020102010303" pitchFamily="50" charset="0"/>
            </a:endParaRPr>
          </a:p>
          <a:p>
            <a:endParaRPr lang="zh-CN" altLang="en-US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F9AEF3-2928-4B34-BEB8-7DCB580F0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494" y="4935261"/>
            <a:ext cx="8507012" cy="828791"/>
          </a:xfrm>
          <a:prstGeom prst="rect">
            <a:avLst/>
          </a:prstGeom>
          <a:effectLst>
            <a:glow rad="152400">
              <a:srgbClr val="00FFFF">
                <a:alpha val="75000"/>
              </a:srgbClr>
            </a:glow>
            <a:innerShdw blurRad="355600">
              <a:prstClr val="black"/>
            </a:inn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9D0297A-23E4-498D-ACCC-FC2C9B1FF011}"/>
              </a:ext>
            </a:extLst>
          </p:cNvPr>
          <p:cNvSpPr/>
          <p:nvPr/>
        </p:nvSpPr>
        <p:spPr>
          <a:xfrm>
            <a:off x="1911302" y="5364549"/>
            <a:ext cx="5658280" cy="343040"/>
          </a:xfrm>
          <a:prstGeom prst="rect">
            <a:avLst/>
          </a:prstGeom>
          <a:noFill/>
          <a:ln w="57150">
            <a:solidFill>
              <a:srgbClr val="00FFFF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EF059A5-5110-4F06-AFCB-560C021D5C93}"/>
              </a:ext>
            </a:extLst>
          </p:cNvPr>
          <p:cNvCxnSpPr>
            <a:cxnSpLocks/>
          </p:cNvCxnSpPr>
          <p:nvPr/>
        </p:nvCxnSpPr>
        <p:spPr>
          <a:xfrm>
            <a:off x="2001236" y="6108685"/>
            <a:ext cx="326293" cy="0"/>
          </a:xfrm>
          <a:prstGeom prst="straightConnector1">
            <a:avLst/>
          </a:prstGeom>
          <a:ln w="57150">
            <a:solidFill>
              <a:srgbClr val="00FF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854FE343-C326-4318-A687-6B96C36E8479}"/>
              </a:ext>
            </a:extLst>
          </p:cNvPr>
          <p:cNvCxnSpPr>
            <a:cxnSpLocks/>
          </p:cNvCxnSpPr>
          <p:nvPr/>
        </p:nvCxnSpPr>
        <p:spPr>
          <a:xfrm>
            <a:off x="2001236" y="5764052"/>
            <a:ext cx="0" cy="373426"/>
          </a:xfrm>
          <a:prstGeom prst="line">
            <a:avLst/>
          </a:prstGeom>
          <a:ln w="5715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E822833D-3549-4B79-B8C1-78B452DA7FE0}"/>
              </a:ext>
            </a:extLst>
          </p:cNvPr>
          <p:cNvSpPr txBox="1"/>
          <p:nvPr/>
        </p:nvSpPr>
        <p:spPr>
          <a:xfrm>
            <a:off x="2266521" y="5896545"/>
            <a:ext cx="6191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(</a:t>
            </a:r>
            <a:r>
              <a:rPr lang="zh-CN" altLang="en-US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原电路设计中，此处</a:t>
            </a:r>
            <a:r>
              <a:rPr lang="en-US" altLang="zh-CN" sz="1600" dirty="0" err="1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mos</a:t>
            </a:r>
            <a:r>
              <a:rPr lang="zh-CN" altLang="en-US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管统一规定阈值为</a:t>
            </a:r>
            <a:r>
              <a:rPr lang="en-US" altLang="zh-CN" sz="1600" dirty="0">
                <a:solidFill>
                  <a:srgbClr val="00FFFF"/>
                </a:solidFill>
                <a:latin typeface="OCR A Extended" panose="02010509020102010303" pitchFamily="50" charset="0"/>
                <a:ea typeface="方正姚体" panose="02010601030101010101" pitchFamily="2" charset="-122"/>
              </a:rPr>
              <a:t>-2.1V)</a:t>
            </a:r>
          </a:p>
        </p:txBody>
      </p:sp>
    </p:spTree>
    <p:extLst>
      <p:ext uri="{BB962C8B-B14F-4D97-AF65-F5344CB8AC3E}">
        <p14:creationId xmlns:p14="http://schemas.microsoft.com/office/powerpoint/2010/main" val="1398509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954B7F4-BA24-4D2E-AE93-B0CD461E0EFA}"/>
              </a:ext>
            </a:extLst>
          </p:cNvPr>
          <p:cNvSpPr/>
          <p:nvPr/>
        </p:nvSpPr>
        <p:spPr>
          <a:xfrm>
            <a:off x="0" y="2104209"/>
            <a:ext cx="12191999" cy="14608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5999F7-05DF-4793-A1BA-59776A064A90}"/>
              </a:ext>
            </a:extLst>
          </p:cNvPr>
          <p:cNvSpPr/>
          <p:nvPr/>
        </p:nvSpPr>
        <p:spPr>
          <a:xfrm>
            <a:off x="2991852" y="321573"/>
            <a:ext cx="6208295" cy="804396"/>
          </a:xfrm>
          <a:prstGeom prst="rect">
            <a:avLst/>
          </a:prstGeom>
          <a:noFill/>
          <a:ln w="31750"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FFFF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25D484-8EF3-4744-8DB4-6AC4DC1E9BFF}"/>
              </a:ext>
            </a:extLst>
          </p:cNvPr>
          <p:cNvSpPr txBox="1"/>
          <p:nvPr/>
        </p:nvSpPr>
        <p:spPr>
          <a:xfrm>
            <a:off x="4422986" y="344862"/>
            <a:ext cx="33460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00FFFF"/>
                </a:solidFill>
                <a:latin typeface="OCR A Extended" panose="02010509020102010303" pitchFamily="50" charset="0"/>
              </a:rPr>
              <a:t>2026/01/28</a:t>
            </a:r>
            <a:endParaRPr lang="zh-CN" altLang="en-US" sz="4000" b="1" dirty="0">
              <a:solidFill>
                <a:srgbClr val="00FFFF"/>
              </a:solidFill>
              <a:latin typeface="OCR A Extended" panose="02010509020102010303" pitchFamily="50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943EB9-EBD7-4A9A-83A8-3A2C5B91BCDC}"/>
              </a:ext>
            </a:extLst>
          </p:cNvPr>
          <p:cNvSpPr txBox="1"/>
          <p:nvPr/>
        </p:nvSpPr>
        <p:spPr>
          <a:xfrm>
            <a:off x="1935199" y="2277436"/>
            <a:ext cx="83216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汇报完毕 请老师指示</a:t>
            </a:r>
            <a:endParaRPr lang="zh-CN" altLang="en-US" sz="6600" dirty="0">
              <a:solidFill>
                <a:srgbClr val="00FFFF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7F6DBD-D2D3-497C-AB94-617808ED62E3}"/>
              </a:ext>
            </a:extLst>
          </p:cNvPr>
          <p:cNvSpPr txBox="1"/>
          <p:nvPr/>
        </p:nvSpPr>
        <p:spPr>
          <a:xfrm>
            <a:off x="4715612" y="4281659"/>
            <a:ext cx="2760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FFFF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汇报人：蒋彦熙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F05A2EC-5B70-4C95-A4E4-B59144FF57B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" y="723771"/>
            <a:ext cx="2991850" cy="0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C1CF351-9168-4DFE-8394-6CFF710CB80A}"/>
              </a:ext>
            </a:extLst>
          </p:cNvPr>
          <p:cNvCxnSpPr>
            <a:cxnSpLocks/>
          </p:cNvCxnSpPr>
          <p:nvPr/>
        </p:nvCxnSpPr>
        <p:spPr>
          <a:xfrm flipH="1">
            <a:off x="9200147" y="694573"/>
            <a:ext cx="2991852" cy="14599"/>
          </a:xfrm>
          <a:prstGeom prst="line">
            <a:avLst/>
          </a:prstGeom>
          <a:ln w="762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27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1861</Words>
  <Application>Microsoft Office PowerPoint</Application>
  <PresentationFormat>宽屏</PresentationFormat>
  <Paragraphs>177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等线</vt:lpstr>
      <vt:lpstr>等线 Light</vt:lpstr>
      <vt:lpstr>方正姚体</vt:lpstr>
      <vt:lpstr>Arial</vt:lpstr>
      <vt:lpstr>Cambria Math</vt:lpstr>
      <vt:lpstr>OCR A Extended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沛溪 中村</dc:creator>
  <cp:lastModifiedBy>沛溪 中村</cp:lastModifiedBy>
  <cp:revision>39</cp:revision>
  <dcterms:created xsi:type="dcterms:W3CDTF">2026-01-13T11:38:27Z</dcterms:created>
  <dcterms:modified xsi:type="dcterms:W3CDTF">2026-01-28T06:27:23Z</dcterms:modified>
</cp:coreProperties>
</file>