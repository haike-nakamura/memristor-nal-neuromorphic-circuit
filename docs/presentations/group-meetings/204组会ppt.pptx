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302" r:id="rId4"/>
    <p:sldId id="303" r:id="rId5"/>
    <p:sldId id="307" r:id="rId6"/>
    <p:sldId id="310" r:id="rId7"/>
    <p:sldId id="311" r:id="rId8"/>
    <p:sldId id="312" r:id="rId9"/>
    <p:sldId id="313" r:id="rId10"/>
    <p:sldId id="308" r:id="rId11"/>
    <p:sldId id="304" r:id="rId12"/>
    <p:sldId id="314" r:id="rId13"/>
    <p:sldId id="316" r:id="rId14"/>
    <p:sldId id="317" r:id="rId15"/>
    <p:sldId id="318" r:id="rId16"/>
    <p:sldId id="315" r:id="rId17"/>
    <p:sldId id="319" r:id="rId18"/>
    <p:sldId id="320" r:id="rId19"/>
    <p:sldId id="322" r:id="rId20"/>
    <p:sldId id="321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沛溪 中村" initials="沛溪" lastIdx="1" clrIdx="0">
    <p:extLst>
      <p:ext uri="{19B8F6BF-5375-455C-9EA6-DF929625EA0E}">
        <p15:presenceInfo xmlns:p15="http://schemas.microsoft.com/office/powerpoint/2012/main" userId="4b6ad4d7a42030d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000000"/>
    <a:srgbClr val="00FF00"/>
    <a:srgbClr val="FF0066"/>
    <a:srgbClr val="FF33FF"/>
    <a:srgbClr val="00002A"/>
    <a:srgbClr val="FFCC00"/>
    <a:srgbClr val="080808"/>
    <a:srgbClr val="00FFFF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7" autoAdjust="0"/>
    <p:restoredTop sz="94296" autoAdjust="0"/>
  </p:normalViewPr>
  <p:slideViewPr>
    <p:cSldViewPr snapToGrid="0">
      <p:cViewPr varScale="1">
        <p:scale>
          <a:sx n="90" d="100"/>
          <a:sy n="90" d="100"/>
        </p:scale>
        <p:origin x="1472" y="6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沛溪 中村" userId="4b6ad4d7a42030dd" providerId="LiveId" clId="{353225E4-864F-467D-8322-849B9B0A9092}"/>
    <pc:docChg chg="undo redo custSel addSld delSld modSld sldOrd modMainMaster">
      <pc:chgData name="沛溪 中村" userId="4b6ad4d7a42030dd" providerId="LiveId" clId="{353225E4-864F-467D-8322-849B9B0A9092}" dt="2026-01-16T05:55:44.675" v="13307" actId="1076"/>
      <pc:docMkLst>
        <pc:docMk/>
      </pc:docMkLst>
      <pc:sldChg chg="addSp delSp modSp new mod setBg">
        <pc:chgData name="沛溪 中村" userId="4b6ad4d7a42030dd" providerId="LiveId" clId="{353225E4-864F-467D-8322-849B9B0A9092}" dt="2026-01-13T11:55:28.569" v="319"/>
        <pc:sldMkLst>
          <pc:docMk/>
          <pc:sldMk cId="567495197" sldId="256"/>
        </pc:sldMkLst>
        <pc:spChg chg="del">
          <ac:chgData name="沛溪 中村" userId="4b6ad4d7a42030dd" providerId="LiveId" clId="{353225E4-864F-467D-8322-849B9B0A9092}" dt="2026-01-13T11:38:48.526" v="1" actId="478"/>
          <ac:spMkLst>
            <pc:docMk/>
            <pc:sldMk cId="567495197" sldId="256"/>
            <ac:spMk id="2" creationId="{3507C230-F32F-4CBF-9157-EEDB1E8E213B}"/>
          </ac:spMkLst>
        </pc:spChg>
        <pc:spChg chg="del">
          <ac:chgData name="沛溪 中村" userId="4b6ad4d7a42030dd" providerId="LiveId" clId="{353225E4-864F-467D-8322-849B9B0A9092}" dt="2026-01-13T11:38:49.731" v="2" actId="478"/>
          <ac:spMkLst>
            <pc:docMk/>
            <pc:sldMk cId="567495197" sldId="256"/>
            <ac:spMk id="3" creationId="{4A53FE8B-9588-4119-91A6-4F2A0B98822E}"/>
          </ac:spMkLst>
        </pc:spChg>
        <pc:spChg chg="add mod">
          <ac:chgData name="沛溪 中村" userId="4b6ad4d7a42030dd" providerId="LiveId" clId="{353225E4-864F-467D-8322-849B9B0A9092}" dt="2026-01-13T11:53:33.633" v="291" actId="207"/>
          <ac:spMkLst>
            <pc:docMk/>
            <pc:sldMk cId="567495197" sldId="256"/>
            <ac:spMk id="4" creationId="{485999F7-05DF-4793-A1BA-59776A064A90}"/>
          </ac:spMkLst>
        </pc:spChg>
        <pc:spChg chg="add mod">
          <ac:chgData name="沛溪 中村" userId="4b6ad4d7a42030dd" providerId="LiveId" clId="{353225E4-864F-467D-8322-849B9B0A9092}" dt="2026-01-13T11:51:45.409" v="231" actId="1076"/>
          <ac:spMkLst>
            <pc:docMk/>
            <pc:sldMk cId="567495197" sldId="256"/>
            <ac:spMk id="5" creationId="{D125D484-8EF3-4744-8DB4-6AC4DC1E9BFF}"/>
          </ac:spMkLst>
        </pc:spChg>
        <pc:spChg chg="add mod">
          <ac:chgData name="沛溪 中村" userId="4b6ad4d7a42030dd" providerId="LiveId" clId="{353225E4-864F-467D-8322-849B9B0A9092}" dt="2026-01-13T11:51:49.252" v="232" actId="1076"/>
          <ac:spMkLst>
            <pc:docMk/>
            <pc:sldMk cId="567495197" sldId="256"/>
            <ac:spMk id="7" creationId="{71FFC770-4F84-41E7-81EC-C07101026A75}"/>
          </ac:spMkLst>
        </pc:spChg>
        <pc:spChg chg="add mod">
          <ac:chgData name="沛溪 中村" userId="4b6ad4d7a42030dd" providerId="LiveId" clId="{353225E4-864F-467D-8322-849B9B0A9092}" dt="2026-01-13T11:52:36.741" v="244" actId="1076"/>
          <ac:spMkLst>
            <pc:docMk/>
            <pc:sldMk cId="567495197" sldId="256"/>
            <ac:spMk id="8" creationId="{01943EB9-EBD7-4A9A-83A8-3A2C5B91BCDC}"/>
          </ac:spMkLst>
        </pc:spChg>
        <pc:spChg chg="add mod">
          <ac:chgData name="沛溪 中村" userId="4b6ad4d7a42030dd" providerId="LiveId" clId="{353225E4-864F-467D-8322-849B9B0A9092}" dt="2026-01-13T11:53:05.703" v="273" actId="1076"/>
          <ac:spMkLst>
            <pc:docMk/>
            <pc:sldMk cId="567495197" sldId="256"/>
            <ac:spMk id="9" creationId="{9F7F6DBD-D2D3-497C-AB94-617808ED62E3}"/>
          </ac:spMkLst>
        </pc:spChg>
        <pc:spChg chg="add mod">
          <ac:chgData name="沛溪 中村" userId="4b6ad4d7a42030dd" providerId="LiveId" clId="{353225E4-864F-467D-8322-849B9B0A9092}" dt="2026-01-13T11:53:28.771" v="290" actId="1076"/>
          <ac:spMkLst>
            <pc:docMk/>
            <pc:sldMk cId="567495197" sldId="256"/>
            <ac:spMk id="10" creationId="{93B870E4-AFA2-4381-B016-E62A516F7C42}"/>
          </ac:spMkLst>
        </pc:spChg>
        <pc:spChg chg="add mod ord">
          <ac:chgData name="沛溪 中村" userId="4b6ad4d7a42030dd" providerId="LiveId" clId="{353225E4-864F-467D-8322-849B9B0A9092}" dt="2026-01-13T11:54:59.396" v="312" actId="14100"/>
          <ac:spMkLst>
            <pc:docMk/>
            <pc:sldMk cId="567495197" sldId="256"/>
            <ac:spMk id="16" creationId="{A954B7F4-BA24-4D2E-AE93-B0CD461E0EFA}"/>
          </ac:spMkLst>
        </pc:spChg>
        <pc:cxnChg chg="add mod">
          <ac:chgData name="沛溪 中村" userId="4b6ad4d7a42030dd" providerId="LiveId" clId="{353225E4-864F-467D-8322-849B9B0A9092}" dt="2026-01-13T11:54:00.515" v="297" actId="14100"/>
          <ac:cxnSpMkLst>
            <pc:docMk/>
            <pc:sldMk cId="567495197" sldId="256"/>
            <ac:cxnSpMk id="12" creationId="{3F05A2EC-5B70-4C95-A4E4-B59144FF57B2}"/>
          </ac:cxnSpMkLst>
        </pc:cxnChg>
        <pc:cxnChg chg="add mod">
          <ac:chgData name="沛溪 中村" userId="4b6ad4d7a42030dd" providerId="LiveId" clId="{353225E4-864F-467D-8322-849B9B0A9092}" dt="2026-01-13T11:54:05.481" v="299" actId="1076"/>
          <ac:cxnSpMkLst>
            <pc:docMk/>
            <pc:sldMk cId="567495197" sldId="256"/>
            <ac:cxnSpMk id="15" creationId="{EC1CF351-9168-4DFE-8394-6CFF710CB80A}"/>
          </ac:cxnSpMkLst>
        </pc:cxnChg>
        <pc:cxnChg chg="add del mod">
          <ac:chgData name="沛溪 中村" userId="4b6ad4d7a42030dd" providerId="LiveId" clId="{353225E4-864F-467D-8322-849B9B0A9092}" dt="2026-01-13T11:55:14.113" v="314"/>
          <ac:cxnSpMkLst>
            <pc:docMk/>
            <pc:sldMk cId="567495197" sldId="256"/>
            <ac:cxnSpMk id="17" creationId="{A1F707DD-8A3C-4CF8-8812-E82C1B4F5B15}"/>
          </ac:cxnSpMkLst>
        </pc:cxnChg>
      </pc:sldChg>
      <pc:sldChg chg="add del setBg">
        <pc:chgData name="沛溪 中村" userId="4b6ad4d7a42030dd" providerId="LiveId" clId="{353225E4-864F-467D-8322-849B9B0A9092}" dt="2026-01-13T11:55:16.348" v="316"/>
        <pc:sldMkLst>
          <pc:docMk/>
          <pc:sldMk cId="1357487339" sldId="257"/>
        </pc:sldMkLst>
      </pc:sldChg>
      <pc:sldChg chg="addSp delSp modSp new mod setBg">
        <pc:chgData name="沛溪 中村" userId="4b6ad4d7a42030dd" providerId="LiveId" clId="{353225E4-864F-467D-8322-849B9B0A9092}" dt="2026-01-13T12:17:21.109" v="639" actId="1076"/>
        <pc:sldMkLst>
          <pc:docMk/>
          <pc:sldMk cId="3299538037" sldId="257"/>
        </pc:sldMkLst>
        <pc:spChg chg="del">
          <ac:chgData name="沛溪 中村" userId="4b6ad4d7a42030dd" providerId="LiveId" clId="{353225E4-864F-467D-8322-849B9B0A9092}" dt="2026-01-13T11:55:36.711" v="323" actId="478"/>
          <ac:spMkLst>
            <pc:docMk/>
            <pc:sldMk cId="3299538037" sldId="257"/>
            <ac:spMk id="2" creationId="{71363741-C0E3-4973-95D6-00B7F96EE5CF}"/>
          </ac:spMkLst>
        </pc:spChg>
        <pc:spChg chg="del">
          <ac:chgData name="沛溪 中村" userId="4b6ad4d7a42030dd" providerId="LiveId" clId="{353225E4-864F-467D-8322-849B9B0A9092}" dt="2026-01-13T11:55:37.501" v="324" actId="478"/>
          <ac:spMkLst>
            <pc:docMk/>
            <pc:sldMk cId="3299538037" sldId="257"/>
            <ac:spMk id="3" creationId="{78098B1E-BA15-408D-9151-1809E39AA510}"/>
          </ac:spMkLst>
        </pc:spChg>
        <pc:spChg chg="add mod">
          <ac:chgData name="沛溪 中村" userId="4b6ad4d7a42030dd" providerId="LiveId" clId="{353225E4-864F-467D-8322-849B9B0A9092}" dt="2026-01-13T12:15:43.982" v="617" actId="692"/>
          <ac:spMkLst>
            <pc:docMk/>
            <pc:sldMk cId="3299538037" sldId="257"/>
            <ac:spMk id="4" creationId="{62CE5753-F71F-425A-B03A-BC1B1B3BD257}"/>
          </ac:spMkLst>
        </pc:spChg>
        <pc:spChg chg="add mod">
          <ac:chgData name="沛溪 中村" userId="4b6ad4d7a42030dd" providerId="LiveId" clId="{353225E4-864F-467D-8322-849B9B0A9092}" dt="2026-01-13T12:16:14.246" v="620" actId="207"/>
          <ac:spMkLst>
            <pc:docMk/>
            <pc:sldMk cId="3299538037" sldId="257"/>
            <ac:spMk id="5" creationId="{A94F5FFE-7759-47A3-B547-0883BC342324}"/>
          </ac:spMkLst>
        </pc:spChg>
        <pc:spChg chg="mod">
          <ac:chgData name="沛溪 中村" userId="4b6ad4d7a42030dd" providerId="LiveId" clId="{353225E4-864F-467D-8322-849B9B0A9092}" dt="2026-01-13T11:57:41.765" v="403"/>
          <ac:spMkLst>
            <pc:docMk/>
            <pc:sldMk cId="3299538037" sldId="257"/>
            <ac:spMk id="8" creationId="{B9F31212-B251-429B-B245-4F7F2F790372}"/>
          </ac:spMkLst>
        </pc:spChg>
        <pc:spChg chg="mod">
          <ac:chgData name="沛溪 中村" userId="4b6ad4d7a42030dd" providerId="LiveId" clId="{353225E4-864F-467D-8322-849B9B0A9092}" dt="2026-01-13T11:57:41.765" v="403"/>
          <ac:spMkLst>
            <pc:docMk/>
            <pc:sldMk cId="3299538037" sldId="257"/>
            <ac:spMk id="9" creationId="{74CE9C89-F09F-44DF-880C-0972C1DC3111}"/>
          </ac:spMkLst>
        </pc:spChg>
        <pc:spChg chg="add del">
          <ac:chgData name="沛溪 中村" userId="4b6ad4d7a42030dd" providerId="LiveId" clId="{353225E4-864F-467D-8322-849B9B0A9092}" dt="2026-01-13T12:01:41.095" v="414" actId="22"/>
          <ac:spMkLst>
            <pc:docMk/>
            <pc:sldMk cId="3299538037" sldId="257"/>
            <ac:spMk id="11" creationId="{7664C0D3-EF07-47F6-9F9B-A4A6867F7C9F}"/>
          </ac:spMkLst>
        </pc:spChg>
        <pc:spChg chg="add mod">
          <ac:chgData name="沛溪 中村" userId="4b6ad4d7a42030dd" providerId="LiveId" clId="{353225E4-864F-467D-8322-849B9B0A9092}" dt="2026-01-13T12:16:14.246" v="620" actId="207"/>
          <ac:spMkLst>
            <pc:docMk/>
            <pc:sldMk cId="3299538037" sldId="257"/>
            <ac:spMk id="15" creationId="{2A528B43-642E-418B-BF37-C1D32B3140A5}"/>
          </ac:spMkLst>
        </pc:spChg>
        <pc:spChg chg="mod">
          <ac:chgData name="沛溪 中村" userId="4b6ad4d7a42030dd" providerId="LiveId" clId="{353225E4-864F-467D-8322-849B9B0A9092}" dt="2026-01-13T12:05:18.279" v="525" actId="207"/>
          <ac:spMkLst>
            <pc:docMk/>
            <pc:sldMk cId="3299538037" sldId="257"/>
            <ac:spMk id="20" creationId="{21F299EC-E2CD-4423-A15E-BCDEEE6FB284}"/>
          </ac:spMkLst>
        </pc:spChg>
        <pc:spChg chg="mod">
          <ac:chgData name="沛溪 中村" userId="4b6ad4d7a42030dd" providerId="LiveId" clId="{353225E4-864F-467D-8322-849B9B0A9092}" dt="2026-01-13T12:02:59.103" v="446"/>
          <ac:spMkLst>
            <pc:docMk/>
            <pc:sldMk cId="3299538037" sldId="257"/>
            <ac:spMk id="21" creationId="{B14D5851-9DCB-41F9-83D2-00367E02D0C9}"/>
          </ac:spMkLst>
        </pc:spChg>
        <pc:spChg chg="mod">
          <ac:chgData name="沛溪 中村" userId="4b6ad4d7a42030dd" providerId="LiveId" clId="{353225E4-864F-467D-8322-849B9B0A9092}" dt="2026-01-13T12:05:18.279" v="525" actId="207"/>
          <ac:spMkLst>
            <pc:docMk/>
            <pc:sldMk cId="3299538037" sldId="257"/>
            <ac:spMk id="22" creationId="{FB568A7E-2AC6-47E7-9ABA-4FC8430B58FD}"/>
          </ac:spMkLst>
        </pc:spChg>
        <pc:spChg chg="mod">
          <ac:chgData name="沛溪 中村" userId="4b6ad4d7a42030dd" providerId="LiveId" clId="{353225E4-864F-467D-8322-849B9B0A9092}" dt="2026-01-13T12:03:45.028" v="497" actId="20577"/>
          <ac:spMkLst>
            <pc:docMk/>
            <pc:sldMk cId="3299538037" sldId="257"/>
            <ac:spMk id="26" creationId="{9755E394-6A7A-40E1-B726-E8E7C4A99A75}"/>
          </ac:spMkLst>
        </pc:spChg>
        <pc:spChg chg="mod">
          <ac:chgData name="沛溪 中村" userId="4b6ad4d7a42030dd" providerId="LiveId" clId="{353225E4-864F-467D-8322-849B9B0A9092}" dt="2026-01-13T12:03:17.051" v="461"/>
          <ac:spMkLst>
            <pc:docMk/>
            <pc:sldMk cId="3299538037" sldId="257"/>
            <ac:spMk id="27" creationId="{B3AD275C-1ED9-41E9-961D-D521A19112D0}"/>
          </ac:spMkLst>
        </pc:spChg>
        <pc:spChg chg="mod">
          <ac:chgData name="沛溪 中村" userId="4b6ad4d7a42030dd" providerId="LiveId" clId="{353225E4-864F-467D-8322-849B9B0A9092}" dt="2026-01-13T12:03:32.634" v="466" actId="20577"/>
          <ac:spMkLst>
            <pc:docMk/>
            <pc:sldMk cId="3299538037" sldId="257"/>
            <ac:spMk id="28" creationId="{125F6056-2CB4-405B-984F-09DB5DB43E01}"/>
          </ac:spMkLst>
        </pc:spChg>
        <pc:spChg chg="mod">
          <ac:chgData name="沛溪 中村" userId="4b6ad4d7a42030dd" providerId="LiveId" clId="{353225E4-864F-467D-8322-849B9B0A9092}" dt="2026-01-13T12:03:48.846" v="511" actId="20577"/>
          <ac:spMkLst>
            <pc:docMk/>
            <pc:sldMk cId="3299538037" sldId="257"/>
            <ac:spMk id="32" creationId="{FDB5F439-5E7A-43D2-8592-4A9CC09DBFA8}"/>
          </ac:spMkLst>
        </pc:spChg>
        <pc:spChg chg="mod">
          <ac:chgData name="沛溪 中村" userId="4b6ad4d7a42030dd" providerId="LiveId" clId="{353225E4-864F-467D-8322-849B9B0A9092}" dt="2026-01-13T12:03:22.082" v="464"/>
          <ac:spMkLst>
            <pc:docMk/>
            <pc:sldMk cId="3299538037" sldId="257"/>
            <ac:spMk id="33" creationId="{446304F8-7963-4B1C-B0F0-524F65194842}"/>
          </ac:spMkLst>
        </pc:spChg>
        <pc:spChg chg="mod">
          <ac:chgData name="沛溪 中村" userId="4b6ad4d7a42030dd" providerId="LiveId" clId="{353225E4-864F-467D-8322-849B9B0A9092}" dt="2026-01-13T12:03:50.635" v="512" actId="20577"/>
          <ac:spMkLst>
            <pc:docMk/>
            <pc:sldMk cId="3299538037" sldId="257"/>
            <ac:spMk id="34" creationId="{792C9C69-F65C-462C-8730-F35CE8F98E27}"/>
          </ac:spMkLst>
        </pc:spChg>
        <pc:spChg chg="add del">
          <ac:chgData name="沛溪 中村" userId="4b6ad4d7a42030dd" providerId="LiveId" clId="{353225E4-864F-467D-8322-849B9B0A9092}" dt="2026-01-13T12:16:50.400" v="628" actId="22"/>
          <ac:spMkLst>
            <pc:docMk/>
            <pc:sldMk cId="3299538037" sldId="257"/>
            <ac:spMk id="70" creationId="{71E563C7-3A80-46D6-90F2-B3B23F40F09A}"/>
          </ac:spMkLst>
        </pc:spChg>
        <pc:spChg chg="add del">
          <ac:chgData name="沛溪 中村" userId="4b6ad4d7a42030dd" providerId="LiveId" clId="{353225E4-864F-467D-8322-849B9B0A9092}" dt="2026-01-13T12:16:51.707" v="630" actId="22"/>
          <ac:spMkLst>
            <pc:docMk/>
            <pc:sldMk cId="3299538037" sldId="257"/>
            <ac:spMk id="72" creationId="{6E9AF80F-8CA1-4CA2-8DAC-B63E73CD335E}"/>
          </ac:spMkLst>
        </pc:spChg>
        <pc:grpChg chg="add mod">
          <ac:chgData name="沛溪 中村" userId="4b6ad4d7a42030dd" providerId="LiveId" clId="{353225E4-864F-467D-8322-849B9B0A9092}" dt="2026-01-13T12:02:27.309" v="433" actId="164"/>
          <ac:grpSpMkLst>
            <pc:docMk/>
            <pc:sldMk cId="3299538037" sldId="257"/>
            <ac:grpSpMk id="6" creationId="{C6AE43CA-2D08-461F-A7C5-912BD4B3BB03}"/>
          </ac:grpSpMkLst>
        </pc:grpChg>
        <pc:grpChg chg="add del mod">
          <ac:chgData name="沛溪 中村" userId="4b6ad4d7a42030dd" providerId="LiveId" clId="{353225E4-864F-467D-8322-849B9B0A9092}" dt="2026-01-13T11:57:54.011" v="408" actId="478"/>
          <ac:grpSpMkLst>
            <pc:docMk/>
            <pc:sldMk cId="3299538037" sldId="257"/>
            <ac:grpSpMk id="7" creationId="{7D76AADD-31FD-4CF1-AC1F-330611A6587D}"/>
          </ac:grpSpMkLst>
        </pc:grpChg>
        <pc:grpChg chg="add mod">
          <ac:chgData name="沛溪 中村" userId="4b6ad4d7a42030dd" providerId="LiveId" clId="{353225E4-864F-467D-8322-849B9B0A9092}" dt="2026-01-13T12:04:30.606" v="516" actId="1076"/>
          <ac:grpSpMkLst>
            <pc:docMk/>
            <pc:sldMk cId="3299538037" sldId="257"/>
            <ac:grpSpMk id="16" creationId="{C48D1DFF-FED1-474C-9662-B6C8215465E9}"/>
          </ac:grpSpMkLst>
        </pc:grpChg>
        <pc:grpChg chg="add mod">
          <ac:chgData name="沛溪 中村" userId="4b6ad4d7a42030dd" providerId="LiveId" clId="{353225E4-864F-467D-8322-849B9B0A9092}" dt="2026-01-13T12:03:01.836" v="447" actId="1076"/>
          <ac:grpSpMkLst>
            <pc:docMk/>
            <pc:sldMk cId="3299538037" sldId="257"/>
            <ac:grpSpMk id="17" creationId="{767139E7-FB11-472A-8A6B-FB12757AED56}"/>
          </ac:grpSpMkLst>
        </pc:grpChg>
        <pc:grpChg chg="mod">
          <ac:chgData name="沛溪 中村" userId="4b6ad4d7a42030dd" providerId="LiveId" clId="{353225E4-864F-467D-8322-849B9B0A9092}" dt="2026-01-13T12:02:59.103" v="446"/>
          <ac:grpSpMkLst>
            <pc:docMk/>
            <pc:sldMk cId="3299538037" sldId="257"/>
            <ac:grpSpMk id="18" creationId="{49CD10DB-6748-40FB-B491-750705A80A03}"/>
          </ac:grpSpMkLst>
        </pc:grpChg>
        <pc:grpChg chg="add mod">
          <ac:chgData name="沛溪 中村" userId="4b6ad4d7a42030dd" providerId="LiveId" clId="{353225E4-864F-467D-8322-849B9B0A9092}" dt="2026-01-13T12:03:21.692" v="463" actId="1076"/>
          <ac:grpSpMkLst>
            <pc:docMk/>
            <pc:sldMk cId="3299538037" sldId="257"/>
            <ac:grpSpMk id="23" creationId="{4DE905A7-1DE4-4C07-8FE5-04FB3D574FE7}"/>
          </ac:grpSpMkLst>
        </pc:grpChg>
        <pc:grpChg chg="mod">
          <ac:chgData name="沛溪 中村" userId="4b6ad4d7a42030dd" providerId="LiveId" clId="{353225E4-864F-467D-8322-849B9B0A9092}" dt="2026-01-13T12:03:17.051" v="461"/>
          <ac:grpSpMkLst>
            <pc:docMk/>
            <pc:sldMk cId="3299538037" sldId="257"/>
            <ac:grpSpMk id="24" creationId="{5223C794-B253-456E-984F-744D25364304}"/>
          </ac:grpSpMkLst>
        </pc:grpChg>
        <pc:grpChg chg="add mod">
          <ac:chgData name="沛溪 中村" userId="4b6ad4d7a42030dd" providerId="LiveId" clId="{353225E4-864F-467D-8322-849B9B0A9092}" dt="2026-01-13T12:03:26.026" v="465" actId="1076"/>
          <ac:grpSpMkLst>
            <pc:docMk/>
            <pc:sldMk cId="3299538037" sldId="257"/>
            <ac:grpSpMk id="29" creationId="{D4E80694-393A-4AD2-88C4-8FDB77D2AEAE}"/>
          </ac:grpSpMkLst>
        </pc:grpChg>
        <pc:grpChg chg="mod">
          <ac:chgData name="沛溪 中村" userId="4b6ad4d7a42030dd" providerId="LiveId" clId="{353225E4-864F-467D-8322-849B9B0A9092}" dt="2026-01-13T12:03:22.082" v="464"/>
          <ac:grpSpMkLst>
            <pc:docMk/>
            <pc:sldMk cId="3299538037" sldId="257"/>
            <ac:grpSpMk id="30" creationId="{A8FF4CE7-CF51-40DD-A886-7B61ABDFEC96}"/>
          </ac:grpSpMkLst>
        </pc:grpChg>
        <pc:picChg chg="add del mod">
          <ac:chgData name="沛溪 中村" userId="4b6ad4d7a42030dd" providerId="LiveId" clId="{353225E4-864F-467D-8322-849B9B0A9092}" dt="2026-01-13T12:11:28.690" v="545" actId="478"/>
          <ac:picMkLst>
            <pc:docMk/>
            <pc:sldMk cId="3299538037" sldId="257"/>
            <ac:picMk id="13" creationId="{3B56E872-4F61-4966-AF0E-32D0656C2231}"/>
          </ac:picMkLst>
        </pc:picChg>
        <pc:picChg chg="mod">
          <ac:chgData name="沛溪 中村" userId="4b6ad4d7a42030dd" providerId="LiveId" clId="{353225E4-864F-467D-8322-849B9B0A9092}" dt="2026-01-13T12:11:36.857" v="547" actId="1076"/>
          <ac:picMkLst>
            <pc:docMk/>
            <pc:sldMk cId="3299538037" sldId="257"/>
            <ac:picMk id="19" creationId="{BD8667EB-D62E-446B-B2D6-02B762FA097B}"/>
          </ac:picMkLst>
        </pc:picChg>
        <pc:picChg chg="del mod">
          <ac:chgData name="沛溪 中村" userId="4b6ad4d7a42030dd" providerId="LiveId" clId="{353225E4-864F-467D-8322-849B9B0A9092}" dt="2026-01-13T12:12:04.528" v="548" actId="478"/>
          <ac:picMkLst>
            <pc:docMk/>
            <pc:sldMk cId="3299538037" sldId="257"/>
            <ac:picMk id="25" creationId="{56AFB835-F718-4183-B55D-2CEC9C45FD5E}"/>
          </ac:picMkLst>
        </pc:picChg>
        <pc:picChg chg="del mod">
          <ac:chgData name="沛溪 中村" userId="4b6ad4d7a42030dd" providerId="LiveId" clId="{353225E4-864F-467D-8322-849B9B0A9092}" dt="2026-01-13T12:12:47.107" v="551" actId="478"/>
          <ac:picMkLst>
            <pc:docMk/>
            <pc:sldMk cId="3299538037" sldId="257"/>
            <ac:picMk id="31" creationId="{1D8280C0-6E0E-41F3-BE25-4F8809FF7514}"/>
          </ac:picMkLst>
        </pc:picChg>
        <pc:picChg chg="add del mod">
          <ac:chgData name="沛溪 中村" userId="4b6ad4d7a42030dd" providerId="LiveId" clId="{353225E4-864F-467D-8322-849B9B0A9092}" dt="2026-01-13T12:06:17.259" v="536"/>
          <ac:picMkLst>
            <pc:docMk/>
            <pc:sldMk cId="3299538037" sldId="257"/>
            <ac:picMk id="38" creationId="{FC1EE6E6-9780-4D0C-9B01-8A2F66D7E5A5}"/>
          </ac:picMkLst>
        </pc:picChg>
        <pc:picChg chg="add del mod">
          <ac:chgData name="沛溪 中村" userId="4b6ad4d7a42030dd" providerId="LiveId" clId="{353225E4-864F-467D-8322-849B9B0A9092}" dt="2026-01-13T12:09:29.518" v="542" actId="478"/>
          <ac:picMkLst>
            <pc:docMk/>
            <pc:sldMk cId="3299538037" sldId="257"/>
            <ac:picMk id="40" creationId="{3B3BDC6B-4EA5-42AE-AEFC-66FEBD138DC7}"/>
          </ac:picMkLst>
        </pc:picChg>
        <pc:picChg chg="add del mod">
          <ac:chgData name="沛溪 中村" userId="4b6ad4d7a42030dd" providerId="LiveId" clId="{353225E4-864F-467D-8322-849B9B0A9092}" dt="2026-01-13T12:16:17.359" v="621" actId="478"/>
          <ac:picMkLst>
            <pc:docMk/>
            <pc:sldMk cId="3299538037" sldId="257"/>
            <ac:picMk id="42" creationId="{8FD15056-5E9F-4530-B1B0-7EFD789779B6}"/>
          </ac:picMkLst>
        </pc:picChg>
        <pc:picChg chg="add mod">
          <ac:chgData name="沛溪 中村" userId="4b6ad4d7a42030dd" providerId="LiveId" clId="{353225E4-864F-467D-8322-849B9B0A9092}" dt="2026-01-13T12:12:10.738" v="550" actId="1076"/>
          <ac:picMkLst>
            <pc:docMk/>
            <pc:sldMk cId="3299538037" sldId="257"/>
            <ac:picMk id="44" creationId="{AA619368-4AF0-4BAC-A9D2-016FA7957E68}"/>
          </ac:picMkLst>
        </pc:picChg>
        <pc:picChg chg="add mod">
          <ac:chgData name="沛溪 中村" userId="4b6ad4d7a42030dd" providerId="LiveId" clId="{353225E4-864F-467D-8322-849B9B0A9092}" dt="2026-01-13T12:12:56.893" v="555" actId="1076"/>
          <ac:picMkLst>
            <pc:docMk/>
            <pc:sldMk cId="3299538037" sldId="257"/>
            <ac:picMk id="46" creationId="{3F38CBE5-B325-4D15-A40A-245D3842989C}"/>
          </ac:picMkLst>
        </pc:picChg>
        <pc:picChg chg="add del mod">
          <ac:chgData name="沛溪 中村" userId="4b6ad4d7a42030dd" providerId="LiveId" clId="{353225E4-864F-467D-8322-849B9B0A9092}" dt="2026-01-13T12:16:30.477" v="623"/>
          <ac:picMkLst>
            <pc:docMk/>
            <pc:sldMk cId="3299538037" sldId="257"/>
            <ac:picMk id="66" creationId="{E1E7CF84-D19F-4F1A-B378-5EDAEAD08C1B}"/>
          </ac:picMkLst>
        </pc:picChg>
        <pc:picChg chg="add del mod">
          <ac:chgData name="沛溪 中村" userId="4b6ad4d7a42030dd" providerId="LiveId" clId="{353225E4-864F-467D-8322-849B9B0A9092}" dt="2026-01-13T12:17:04.941" v="633" actId="21"/>
          <ac:picMkLst>
            <pc:docMk/>
            <pc:sldMk cId="3299538037" sldId="257"/>
            <ac:picMk id="68" creationId="{09AB2D8E-1D8B-4CB1-9985-7D2724B9FEFC}"/>
          </ac:picMkLst>
        </pc:picChg>
        <pc:picChg chg="add mod">
          <ac:chgData name="沛溪 中村" userId="4b6ad4d7a42030dd" providerId="LiveId" clId="{353225E4-864F-467D-8322-849B9B0A9092}" dt="2026-01-13T12:17:21.109" v="639" actId="1076"/>
          <ac:picMkLst>
            <pc:docMk/>
            <pc:sldMk cId="3299538037" sldId="257"/>
            <ac:picMk id="74" creationId="{F01B2C4B-C716-40FD-B472-3AA118BD9113}"/>
          </ac:picMkLst>
        </pc:picChg>
        <pc:cxnChg chg="add del">
          <ac:chgData name="沛溪 中村" userId="4b6ad4d7a42030dd" providerId="LiveId" clId="{353225E4-864F-467D-8322-849B9B0A9092}" dt="2026-01-13T12:05:38.130" v="529" actId="478"/>
          <ac:cxnSpMkLst>
            <pc:docMk/>
            <pc:sldMk cId="3299538037" sldId="257"/>
            <ac:cxnSpMk id="36" creationId="{9356CD0A-4E31-4664-A5B3-95FBB807A8D7}"/>
          </ac:cxnSpMkLst>
        </pc:cxnChg>
        <pc:cxnChg chg="add mod ord">
          <ac:chgData name="沛溪 中村" userId="4b6ad4d7a42030dd" providerId="LiveId" clId="{353225E4-864F-467D-8322-849B9B0A9092}" dt="2026-01-13T12:14:45.239" v="595" actId="692"/>
          <ac:cxnSpMkLst>
            <pc:docMk/>
            <pc:sldMk cId="3299538037" sldId="257"/>
            <ac:cxnSpMk id="48" creationId="{302D6684-3025-41A5-A869-CD95CEFEDE70}"/>
          </ac:cxnSpMkLst>
        </pc:cxnChg>
        <pc:cxnChg chg="add del mod">
          <ac:chgData name="沛溪 中村" userId="4b6ad4d7a42030dd" providerId="LiveId" clId="{353225E4-864F-467D-8322-849B9B0A9092}" dt="2026-01-13T12:13:29.118" v="560"/>
          <ac:cxnSpMkLst>
            <pc:docMk/>
            <pc:sldMk cId="3299538037" sldId="257"/>
            <ac:cxnSpMk id="50" creationId="{FEB7A069-4A25-4510-8691-12090A6B7FA8}"/>
          </ac:cxnSpMkLst>
        </pc:cxnChg>
        <pc:cxnChg chg="add mod ord">
          <ac:chgData name="沛溪 中村" userId="4b6ad4d7a42030dd" providerId="LiveId" clId="{353225E4-864F-467D-8322-849B9B0A9092}" dt="2026-01-13T12:15:13.915" v="611" actId="14100"/>
          <ac:cxnSpMkLst>
            <pc:docMk/>
            <pc:sldMk cId="3299538037" sldId="257"/>
            <ac:cxnSpMk id="54" creationId="{9875D3D3-23FE-4E72-97E0-C3AD5ADF0184}"/>
          </ac:cxnSpMkLst>
        </pc:cxnChg>
        <pc:cxnChg chg="add mod">
          <ac:chgData name="沛溪 中村" userId="4b6ad4d7a42030dd" providerId="LiveId" clId="{353225E4-864F-467D-8322-849B9B0A9092}" dt="2026-01-13T12:15:19.569" v="613" actId="1076"/>
          <ac:cxnSpMkLst>
            <pc:docMk/>
            <pc:sldMk cId="3299538037" sldId="257"/>
            <ac:cxnSpMk id="56" creationId="{E627F3CB-D19E-4372-A510-CAEBB266E5A7}"/>
          </ac:cxnSpMkLst>
        </pc:cxnChg>
        <pc:cxnChg chg="add mod ord">
          <ac:chgData name="沛溪 中村" userId="4b6ad4d7a42030dd" providerId="LiveId" clId="{353225E4-864F-467D-8322-849B9B0A9092}" dt="2026-01-13T12:15:16.370" v="612" actId="14100"/>
          <ac:cxnSpMkLst>
            <pc:docMk/>
            <pc:sldMk cId="3299538037" sldId="257"/>
            <ac:cxnSpMk id="59" creationId="{007B5ECC-D1C3-4CD1-AC32-72414C03504D}"/>
          </ac:cxnSpMkLst>
        </pc:cxnChg>
        <pc:cxnChg chg="add del mod">
          <ac:chgData name="沛溪 中村" userId="4b6ad4d7a42030dd" providerId="LiveId" clId="{353225E4-864F-467D-8322-849B9B0A9092}" dt="2026-01-13T12:14:52.899" v="602" actId="478"/>
          <ac:cxnSpMkLst>
            <pc:docMk/>
            <pc:sldMk cId="3299538037" sldId="257"/>
            <ac:cxnSpMk id="60" creationId="{2B3401E9-63DA-443E-9E0B-D515D18E95DC}"/>
          </ac:cxnSpMkLst>
        </pc:cxnChg>
        <pc:cxnChg chg="add mod ord">
          <ac:chgData name="沛溪 中村" userId="4b6ad4d7a42030dd" providerId="LiveId" clId="{353225E4-864F-467D-8322-849B9B0A9092}" dt="2026-01-13T12:15:08.924" v="610" actId="167"/>
          <ac:cxnSpMkLst>
            <pc:docMk/>
            <pc:sldMk cId="3299538037" sldId="257"/>
            <ac:cxnSpMk id="61" creationId="{EB3C9446-EDD0-452E-A411-C53E0BFF4800}"/>
          </ac:cxnSpMkLst>
        </pc:cxnChg>
      </pc:sldChg>
      <pc:sldChg chg="delSp add del mod">
        <pc:chgData name="沛溪 中村" userId="4b6ad4d7a42030dd" providerId="LiveId" clId="{353225E4-864F-467D-8322-849B9B0A9092}" dt="2026-01-13T12:46:50.649" v="2548" actId="47"/>
        <pc:sldMkLst>
          <pc:docMk/>
          <pc:sldMk cId="1178221437" sldId="258"/>
        </pc:sldMkLst>
        <pc:spChg chg="del">
          <ac:chgData name="沛溪 中村" userId="4b6ad4d7a42030dd" providerId="LiveId" clId="{353225E4-864F-467D-8322-849B9B0A9092}" dt="2026-01-13T11:55:32.567" v="321" actId="478"/>
          <ac:spMkLst>
            <pc:docMk/>
            <pc:sldMk cId="1178221437" sldId="258"/>
            <ac:spMk id="2" creationId="{71363741-C0E3-4973-95D6-00B7F96EE5CF}"/>
          </ac:spMkLst>
        </pc:spChg>
        <pc:spChg chg="del">
          <ac:chgData name="沛溪 中村" userId="4b6ad4d7a42030dd" providerId="LiveId" clId="{353225E4-864F-467D-8322-849B9B0A9092}" dt="2026-01-13T11:55:33.782" v="322" actId="478"/>
          <ac:spMkLst>
            <pc:docMk/>
            <pc:sldMk cId="1178221437" sldId="258"/>
            <ac:spMk id="3" creationId="{78098B1E-BA15-408D-9151-1809E39AA510}"/>
          </ac:spMkLst>
        </pc:spChg>
      </pc:sldChg>
      <pc:sldChg chg="modSp add del mod ord">
        <pc:chgData name="沛溪 中村" userId="4b6ad4d7a42030dd" providerId="LiveId" clId="{353225E4-864F-467D-8322-849B9B0A9092}" dt="2026-01-13T12:17:17.782" v="638"/>
        <pc:sldMkLst>
          <pc:docMk/>
          <pc:sldMk cId="4118616141" sldId="259"/>
        </pc:sldMkLst>
        <pc:picChg chg="mod">
          <ac:chgData name="沛溪 中村" userId="4b6ad4d7a42030dd" providerId="LiveId" clId="{353225E4-864F-467D-8322-849B9B0A9092}" dt="2026-01-13T12:17:16.662" v="636" actId="1076"/>
          <ac:picMkLst>
            <pc:docMk/>
            <pc:sldMk cId="4118616141" sldId="259"/>
            <ac:picMk id="42" creationId="{8FD15056-5E9F-4530-B1B0-7EFD789779B6}"/>
          </ac:picMkLst>
        </pc:picChg>
      </pc:sldChg>
      <pc:sldChg chg="modSp add mod">
        <pc:chgData name="沛溪 中村" userId="4b6ad4d7a42030dd" providerId="LiveId" clId="{353225E4-864F-467D-8322-849B9B0A9092}" dt="2026-01-13T12:18:16.201" v="647" actId="14826"/>
        <pc:sldMkLst>
          <pc:docMk/>
          <pc:sldMk cId="76436427" sldId="260"/>
        </pc:sldMkLst>
        <pc:spChg chg="mod">
          <ac:chgData name="沛溪 中村" userId="4b6ad4d7a42030dd" providerId="LiveId" clId="{353225E4-864F-467D-8322-849B9B0A9092}" dt="2026-01-13T12:18:16.201" v="647" actId="14826"/>
          <ac:spMkLst>
            <pc:docMk/>
            <pc:sldMk cId="76436427" sldId="260"/>
            <ac:spMk id="20" creationId="{21F299EC-E2CD-4423-A15E-BCDEEE6FB284}"/>
          </ac:spMkLst>
        </pc:spChg>
        <pc:spChg chg="mod">
          <ac:chgData name="沛溪 中村" userId="4b6ad4d7a42030dd" providerId="LiveId" clId="{353225E4-864F-467D-8322-849B9B0A9092}" dt="2026-01-13T12:18:16.201" v="647" actId="14826"/>
          <ac:spMkLst>
            <pc:docMk/>
            <pc:sldMk cId="76436427" sldId="260"/>
            <ac:spMk id="21" creationId="{B14D5851-9DCB-41F9-83D2-00367E02D0C9}"/>
          </ac:spMkLst>
        </pc:spChg>
        <pc:spChg chg="mod">
          <ac:chgData name="沛溪 中村" userId="4b6ad4d7a42030dd" providerId="LiveId" clId="{353225E4-864F-467D-8322-849B9B0A9092}" dt="2026-01-13T12:18:16.201" v="647" actId="14826"/>
          <ac:spMkLst>
            <pc:docMk/>
            <pc:sldMk cId="76436427" sldId="260"/>
            <ac:spMk id="22" creationId="{FB568A7E-2AC6-47E7-9ABA-4FC8430B58FD}"/>
          </ac:spMkLst>
        </pc:spChg>
        <pc:grpChg chg="mod">
          <ac:chgData name="沛溪 中村" userId="4b6ad4d7a42030dd" providerId="LiveId" clId="{353225E4-864F-467D-8322-849B9B0A9092}" dt="2026-01-13T12:18:16.201" v="647" actId="14826"/>
          <ac:grpSpMkLst>
            <pc:docMk/>
            <pc:sldMk cId="76436427" sldId="260"/>
            <ac:grpSpMk id="17" creationId="{767139E7-FB11-472A-8A6B-FB12757AED56}"/>
          </ac:grpSpMkLst>
        </pc:grpChg>
        <pc:grpChg chg="mod">
          <ac:chgData name="沛溪 中村" userId="4b6ad4d7a42030dd" providerId="LiveId" clId="{353225E4-864F-467D-8322-849B9B0A9092}" dt="2026-01-13T12:18:16.201" v="647" actId="14826"/>
          <ac:grpSpMkLst>
            <pc:docMk/>
            <pc:sldMk cId="76436427" sldId="260"/>
            <ac:grpSpMk id="18" creationId="{49CD10DB-6748-40FB-B491-750705A80A03}"/>
          </ac:grpSpMkLst>
        </pc:grpChg>
        <pc:picChg chg="mod">
          <ac:chgData name="沛溪 中村" userId="4b6ad4d7a42030dd" providerId="LiveId" clId="{353225E4-864F-467D-8322-849B9B0A9092}" dt="2026-01-13T12:18:16.201" v="647" actId="14826"/>
          <ac:picMkLst>
            <pc:docMk/>
            <pc:sldMk cId="76436427" sldId="260"/>
            <ac:picMk id="19" creationId="{BD8667EB-D62E-446B-B2D6-02B762FA097B}"/>
          </ac:picMkLst>
        </pc:picChg>
        <pc:cxnChg chg="mod">
          <ac:chgData name="沛溪 中村" userId="4b6ad4d7a42030dd" providerId="LiveId" clId="{353225E4-864F-467D-8322-849B9B0A9092}" dt="2026-01-13T12:17:30.678" v="643" actId="692"/>
          <ac:cxnSpMkLst>
            <pc:docMk/>
            <pc:sldMk cId="76436427" sldId="260"/>
            <ac:cxnSpMk id="48" creationId="{302D6684-3025-41A5-A869-CD95CEFEDE70}"/>
          </ac:cxnSpMkLst>
        </pc:cxnChg>
      </pc:sldChg>
      <pc:sldChg chg="add del">
        <pc:chgData name="沛溪 中村" userId="4b6ad4d7a42030dd" providerId="LiveId" clId="{353225E4-864F-467D-8322-849B9B0A9092}" dt="2026-01-13T12:17:24.469" v="640" actId="47"/>
        <pc:sldMkLst>
          <pc:docMk/>
          <pc:sldMk cId="375189303" sldId="260"/>
        </pc:sldMkLst>
      </pc:sldChg>
      <pc:sldChg chg="modSp add mod">
        <pc:chgData name="沛溪 中村" userId="4b6ad4d7a42030dd" providerId="LiveId" clId="{353225E4-864F-467D-8322-849B9B0A9092}" dt="2026-01-13T12:18:49.140" v="652" actId="692"/>
        <pc:sldMkLst>
          <pc:docMk/>
          <pc:sldMk cId="1182989881" sldId="261"/>
        </pc:sldMkLst>
        <pc:spChg chg="mod">
          <ac:chgData name="沛溪 中村" userId="4b6ad4d7a42030dd" providerId="LiveId" clId="{353225E4-864F-467D-8322-849B9B0A9092}" dt="2026-01-13T12:18:42.210" v="651" actId="207"/>
          <ac:spMkLst>
            <pc:docMk/>
            <pc:sldMk cId="1182989881" sldId="261"/>
            <ac:spMk id="26" creationId="{9755E394-6A7A-40E1-B726-E8E7C4A99A75}"/>
          </ac:spMkLst>
        </pc:spChg>
        <pc:spChg chg="mod">
          <ac:chgData name="沛溪 中村" userId="4b6ad4d7a42030dd" providerId="LiveId" clId="{353225E4-864F-467D-8322-849B9B0A9092}" dt="2026-01-13T12:18:49.140" v="652" actId="692"/>
          <ac:spMkLst>
            <pc:docMk/>
            <pc:sldMk cId="1182989881" sldId="261"/>
            <ac:spMk id="27" creationId="{B3AD275C-1ED9-41E9-961D-D521A19112D0}"/>
          </ac:spMkLst>
        </pc:spChg>
        <pc:spChg chg="mod">
          <ac:chgData name="沛溪 中村" userId="4b6ad4d7a42030dd" providerId="LiveId" clId="{353225E4-864F-467D-8322-849B9B0A9092}" dt="2026-01-13T12:18:42.210" v="651" actId="207"/>
          <ac:spMkLst>
            <pc:docMk/>
            <pc:sldMk cId="1182989881" sldId="261"/>
            <ac:spMk id="28" creationId="{125F6056-2CB4-405B-984F-09DB5DB43E01}"/>
          </ac:spMkLst>
        </pc:spChg>
        <pc:picChg chg="mod">
          <ac:chgData name="沛溪 中村" userId="4b6ad4d7a42030dd" providerId="LiveId" clId="{353225E4-864F-467D-8322-849B9B0A9092}" dt="2026-01-13T12:18:37.483" v="650" actId="14826"/>
          <ac:picMkLst>
            <pc:docMk/>
            <pc:sldMk cId="1182989881" sldId="261"/>
            <ac:picMk id="44" creationId="{AA619368-4AF0-4BAC-A9D2-016FA7957E68}"/>
          </ac:picMkLst>
        </pc:picChg>
        <pc:cxnChg chg="mod">
          <ac:chgData name="沛溪 中村" userId="4b6ad4d7a42030dd" providerId="LiveId" clId="{353225E4-864F-467D-8322-849B9B0A9092}" dt="2026-01-13T12:18:26.732" v="649" actId="692"/>
          <ac:cxnSpMkLst>
            <pc:docMk/>
            <pc:sldMk cId="1182989881" sldId="261"/>
            <ac:cxnSpMk id="54" creationId="{9875D3D3-23FE-4E72-97E0-C3AD5ADF0184}"/>
          </ac:cxnSpMkLst>
        </pc:cxnChg>
        <pc:cxnChg chg="mod">
          <ac:chgData name="沛溪 中村" userId="4b6ad4d7a42030dd" providerId="LiveId" clId="{353225E4-864F-467D-8322-849B9B0A9092}" dt="2026-01-13T12:18:26.732" v="649" actId="692"/>
          <ac:cxnSpMkLst>
            <pc:docMk/>
            <pc:sldMk cId="1182989881" sldId="261"/>
            <ac:cxnSpMk id="56" creationId="{E627F3CB-D19E-4372-A510-CAEBB266E5A7}"/>
          </ac:cxnSpMkLst>
        </pc:cxnChg>
        <pc:cxnChg chg="mod">
          <ac:chgData name="沛溪 中村" userId="4b6ad4d7a42030dd" providerId="LiveId" clId="{353225E4-864F-467D-8322-849B9B0A9092}" dt="2026-01-13T12:18:26.732" v="649" actId="692"/>
          <ac:cxnSpMkLst>
            <pc:docMk/>
            <pc:sldMk cId="1182989881" sldId="261"/>
            <ac:cxnSpMk id="59" creationId="{007B5ECC-D1C3-4CD1-AC32-72414C03504D}"/>
          </ac:cxnSpMkLst>
        </pc:cxnChg>
      </pc:sldChg>
      <pc:sldChg chg="add del">
        <pc:chgData name="沛溪 中村" userId="4b6ad4d7a42030dd" providerId="LiveId" clId="{353225E4-864F-467D-8322-849B9B0A9092}" dt="2026-01-13T12:17:25.135" v="641" actId="47"/>
        <pc:sldMkLst>
          <pc:docMk/>
          <pc:sldMk cId="3848017193" sldId="261"/>
        </pc:sldMkLst>
      </pc:sldChg>
      <pc:sldChg chg="addSp modSp add mod">
        <pc:chgData name="沛溪 中村" userId="4b6ad4d7a42030dd" providerId="LiveId" clId="{353225E4-864F-467D-8322-849B9B0A9092}" dt="2026-01-14T13:38:32.873" v="12047" actId="2711"/>
        <pc:sldMkLst>
          <pc:docMk/>
          <pc:sldMk cId="2903389945" sldId="262"/>
        </pc:sldMkLst>
        <pc:spChg chg="add mod">
          <ac:chgData name="沛溪 中村" userId="4b6ad4d7a42030dd" providerId="LiveId" clId="{353225E4-864F-467D-8322-849B9B0A9092}" dt="2026-01-13T12:20:20.670" v="721" actId="1076"/>
          <ac:spMkLst>
            <pc:docMk/>
            <pc:sldMk cId="2903389945" sldId="262"/>
            <ac:spMk id="2" creationId="{529201A5-D1E3-46D0-BB18-C33BB318D456}"/>
          </ac:spMkLst>
        </pc:spChg>
        <pc:spChg chg="add mod">
          <ac:chgData name="沛溪 中村" userId="4b6ad4d7a42030dd" providerId="LiveId" clId="{353225E4-864F-467D-8322-849B9B0A9092}" dt="2026-01-13T12:21:57.097" v="797" actId="1076"/>
          <ac:spMkLst>
            <pc:docMk/>
            <pc:sldMk cId="2903389945" sldId="262"/>
            <ac:spMk id="3" creationId="{7E288859-9B22-4438-AA66-09082DCE6083}"/>
          </ac:spMkLst>
        </pc:spChg>
        <pc:spChg chg="add mod">
          <ac:chgData name="沛溪 中村" userId="4b6ad4d7a42030dd" providerId="LiveId" clId="{353225E4-864F-467D-8322-849B9B0A9092}" dt="2026-01-13T12:22:16.291" v="817" actId="1076"/>
          <ac:spMkLst>
            <pc:docMk/>
            <pc:sldMk cId="2903389945" sldId="262"/>
            <ac:spMk id="4" creationId="{702210D9-1875-417B-97C8-736B3BC5C669}"/>
          </ac:spMkLst>
        </pc:spChg>
        <pc:spChg chg="add mod ord">
          <ac:chgData name="沛溪 中村" userId="4b6ad4d7a42030dd" providerId="LiveId" clId="{353225E4-864F-467D-8322-849B9B0A9092}" dt="2026-01-13T12:21:54.514" v="796" actId="692"/>
          <ac:spMkLst>
            <pc:docMk/>
            <pc:sldMk cId="2903389945" sldId="262"/>
            <ac:spMk id="5" creationId="{3D195604-6E68-48B8-9C23-6B19CBE01A8A}"/>
          </ac:spMkLst>
        </pc:spChg>
        <pc:spChg chg="add mod ord">
          <ac:chgData name="沛溪 中村" userId="4b6ad4d7a42030dd" providerId="LiveId" clId="{353225E4-864F-467D-8322-849B9B0A9092}" dt="2026-01-14T13:38:15.463" v="12041" actId="1076"/>
          <ac:spMkLst>
            <pc:docMk/>
            <pc:sldMk cId="2903389945" sldId="262"/>
            <ac:spMk id="6" creationId="{5A8DD637-03F4-4C31-8BBA-0C2B0C1C0C61}"/>
          </ac:spMkLst>
        </pc:spChg>
        <pc:spChg chg="add mod">
          <ac:chgData name="沛溪 中村" userId="4b6ad4d7a42030dd" providerId="LiveId" clId="{353225E4-864F-467D-8322-849B9B0A9092}" dt="2026-01-14T13:38:29.753" v="12046" actId="2711"/>
          <ac:spMkLst>
            <pc:docMk/>
            <pc:sldMk cId="2903389945" sldId="262"/>
            <ac:spMk id="7" creationId="{CAD25DCA-EDF1-48C7-B6D6-C2ABBD1C5BDE}"/>
          </ac:spMkLst>
        </pc:spChg>
        <pc:spChg chg="add mod">
          <ac:chgData name="沛溪 中村" userId="4b6ad4d7a42030dd" providerId="LiveId" clId="{353225E4-864F-467D-8322-849B9B0A9092}" dt="2026-01-14T13:38:32.873" v="12047" actId="2711"/>
          <ac:spMkLst>
            <pc:docMk/>
            <pc:sldMk cId="2903389945" sldId="262"/>
            <ac:spMk id="8" creationId="{3766C356-255F-47BB-8B4E-49C7A2F626E7}"/>
          </ac:spMkLst>
        </pc:spChg>
      </pc:sldChg>
      <pc:sldChg chg="addSp delSp modSp add mod">
        <pc:chgData name="沛溪 中村" userId="4b6ad4d7a42030dd" providerId="LiveId" clId="{353225E4-864F-467D-8322-849B9B0A9092}" dt="2026-01-16T05:52:02.535" v="13165" actId="20577"/>
        <pc:sldMkLst>
          <pc:docMk/>
          <pc:sldMk cId="1813256592" sldId="263"/>
        </pc:sldMkLst>
        <pc:spChg chg="del">
          <ac:chgData name="沛溪 中村" userId="4b6ad4d7a42030dd" providerId="LiveId" clId="{353225E4-864F-467D-8322-849B9B0A9092}" dt="2026-01-13T12:27:46.541" v="1487" actId="478"/>
          <ac:spMkLst>
            <pc:docMk/>
            <pc:sldMk cId="1813256592" sldId="263"/>
            <ac:spMk id="3" creationId="{7E288859-9B22-4438-AA66-09082DCE6083}"/>
          </ac:spMkLst>
        </pc:spChg>
        <pc:spChg chg="del">
          <ac:chgData name="沛溪 中村" userId="4b6ad4d7a42030dd" providerId="LiveId" clId="{353225E4-864F-467D-8322-849B9B0A9092}" dt="2026-01-13T12:27:49.189" v="1489" actId="478"/>
          <ac:spMkLst>
            <pc:docMk/>
            <pc:sldMk cId="1813256592" sldId="263"/>
            <ac:spMk id="4" creationId="{702210D9-1875-417B-97C8-736B3BC5C669}"/>
          </ac:spMkLst>
        </pc:spChg>
        <pc:spChg chg="del">
          <ac:chgData name="沛溪 中村" userId="4b6ad4d7a42030dd" providerId="LiveId" clId="{353225E4-864F-467D-8322-849B9B0A9092}" dt="2026-01-13T12:27:45.394" v="1486" actId="478"/>
          <ac:spMkLst>
            <pc:docMk/>
            <pc:sldMk cId="1813256592" sldId="263"/>
            <ac:spMk id="5" creationId="{3D195604-6E68-48B8-9C23-6B19CBE01A8A}"/>
          </ac:spMkLst>
        </pc:spChg>
        <pc:spChg chg="del">
          <ac:chgData name="沛溪 中村" userId="4b6ad4d7a42030dd" providerId="LiveId" clId="{353225E4-864F-467D-8322-849B9B0A9092}" dt="2026-01-13T12:27:49.598" v="1490" actId="478"/>
          <ac:spMkLst>
            <pc:docMk/>
            <pc:sldMk cId="1813256592" sldId="263"/>
            <ac:spMk id="6" creationId="{5A8DD637-03F4-4C31-8BBA-0C2B0C1C0C61}"/>
          </ac:spMkLst>
        </pc:spChg>
        <pc:spChg chg="del">
          <ac:chgData name="沛溪 中村" userId="4b6ad4d7a42030dd" providerId="LiveId" clId="{353225E4-864F-467D-8322-849B9B0A9092}" dt="2026-01-13T12:27:47.660" v="1488" actId="478"/>
          <ac:spMkLst>
            <pc:docMk/>
            <pc:sldMk cId="1813256592" sldId="263"/>
            <ac:spMk id="7" creationId="{CAD25DCA-EDF1-48C7-B6D6-C2ABBD1C5BDE}"/>
          </ac:spMkLst>
        </pc:spChg>
        <pc:spChg chg="add mod">
          <ac:chgData name="沛溪 中村" userId="4b6ad4d7a42030dd" providerId="LiveId" clId="{353225E4-864F-467D-8322-849B9B0A9092}" dt="2026-01-16T05:52:02.535" v="13165" actId="20577"/>
          <ac:spMkLst>
            <pc:docMk/>
            <pc:sldMk cId="1813256592" sldId="263"/>
            <ac:spMk id="7" creationId="{F9B3C64C-B0FE-42AA-99FA-FDDF08919466}"/>
          </ac:spMkLst>
        </pc:spChg>
        <pc:spChg chg="del">
          <ac:chgData name="沛溪 中村" userId="4b6ad4d7a42030dd" providerId="LiveId" clId="{353225E4-864F-467D-8322-849B9B0A9092}" dt="2026-01-13T12:27:50.562" v="1491" actId="478"/>
          <ac:spMkLst>
            <pc:docMk/>
            <pc:sldMk cId="1813256592" sldId="263"/>
            <ac:spMk id="8" creationId="{3766C356-255F-47BB-8B4E-49C7A2F626E7}"/>
          </ac:spMkLst>
        </pc:spChg>
        <pc:spChg chg="add mod ord">
          <ac:chgData name="沛溪 中村" userId="4b6ad4d7a42030dd" providerId="LiveId" clId="{353225E4-864F-467D-8322-849B9B0A9092}" dt="2026-01-16T05:51:56.657" v="13163" actId="1076"/>
          <ac:spMkLst>
            <pc:docMk/>
            <pc:sldMk cId="1813256592" sldId="263"/>
            <ac:spMk id="11" creationId="{B12064B1-187A-4AE6-B3E0-73D319EC27A9}"/>
          </ac:spMkLst>
        </pc:spChg>
        <pc:spChg chg="add mod">
          <ac:chgData name="沛溪 中村" userId="4b6ad4d7a42030dd" providerId="LiveId" clId="{353225E4-864F-467D-8322-849B9B0A9092}" dt="2026-01-16T05:50:26.943" v="13045" actId="1076"/>
          <ac:spMkLst>
            <pc:docMk/>
            <pc:sldMk cId="1813256592" sldId="263"/>
            <ac:spMk id="14" creationId="{62035740-A158-440C-8C28-DB59AE8F0B16}"/>
          </ac:spMkLst>
        </pc:spChg>
        <pc:picChg chg="add mod">
          <ac:chgData name="沛溪 中村" userId="4b6ad4d7a42030dd" providerId="LiveId" clId="{353225E4-864F-467D-8322-849B9B0A9092}" dt="2026-01-13T12:29:34.349" v="1521" actId="1076"/>
          <ac:picMkLst>
            <pc:docMk/>
            <pc:sldMk cId="1813256592" sldId="263"/>
            <ac:picMk id="10" creationId="{00408EAB-D660-4160-9171-37FF4D424089}"/>
          </ac:picMkLst>
        </pc:picChg>
        <pc:picChg chg="add mod">
          <ac:chgData name="沛溪 中村" userId="4b6ad4d7a42030dd" providerId="LiveId" clId="{353225E4-864F-467D-8322-849B9B0A9092}" dt="2026-01-16T05:50:25.021" v="13044" actId="1076"/>
          <ac:picMkLst>
            <pc:docMk/>
            <pc:sldMk cId="1813256592" sldId="263"/>
            <ac:picMk id="13" creationId="{15BD1663-F9D6-4821-A599-B484139730AC}"/>
          </ac:picMkLst>
        </pc:picChg>
      </pc:sldChg>
      <pc:sldChg chg="addSp delSp modSp add mod">
        <pc:chgData name="沛溪 中村" userId="4b6ad4d7a42030dd" providerId="LiveId" clId="{353225E4-864F-467D-8322-849B9B0A9092}" dt="2026-01-13T12:34:55.355" v="1864" actId="20577"/>
        <pc:sldMkLst>
          <pc:docMk/>
          <pc:sldMk cId="2362338169" sldId="264"/>
        </pc:sldMkLst>
        <pc:spChg chg="mod">
          <ac:chgData name="沛溪 中村" userId="4b6ad4d7a42030dd" providerId="LiveId" clId="{353225E4-864F-467D-8322-849B9B0A9092}" dt="2026-01-13T12:31:40.859" v="1769" actId="20577"/>
          <ac:spMkLst>
            <pc:docMk/>
            <pc:sldMk cId="2362338169" sldId="264"/>
            <ac:spMk id="2" creationId="{529201A5-D1E3-46D0-BB18-C33BB318D456}"/>
          </ac:spMkLst>
        </pc:spChg>
        <pc:spChg chg="add del mod">
          <ac:chgData name="沛溪 中村" userId="4b6ad4d7a42030dd" providerId="LiveId" clId="{353225E4-864F-467D-8322-849B9B0A9092}" dt="2026-01-13T12:31:37.208" v="1767" actId="478"/>
          <ac:spMkLst>
            <pc:docMk/>
            <pc:sldMk cId="2362338169" sldId="264"/>
            <ac:spMk id="3" creationId="{7E288859-9B22-4438-AA66-09082DCE6083}"/>
          </ac:spMkLst>
        </pc:spChg>
        <pc:spChg chg="del">
          <ac:chgData name="沛溪 中村" userId="4b6ad4d7a42030dd" providerId="LiveId" clId="{353225E4-864F-467D-8322-849B9B0A9092}" dt="2026-01-13T12:31:43.924" v="1771" actId="478"/>
          <ac:spMkLst>
            <pc:docMk/>
            <pc:sldMk cId="2362338169" sldId="264"/>
            <ac:spMk id="4" creationId="{702210D9-1875-417B-97C8-736B3BC5C669}"/>
          </ac:spMkLst>
        </pc:spChg>
        <pc:spChg chg="mod">
          <ac:chgData name="沛溪 中村" userId="4b6ad4d7a42030dd" providerId="LiveId" clId="{353225E4-864F-467D-8322-849B9B0A9092}" dt="2026-01-13T12:34:12.197" v="1846" actId="14100"/>
          <ac:spMkLst>
            <pc:docMk/>
            <pc:sldMk cId="2362338169" sldId="264"/>
            <ac:spMk id="5" creationId="{3D195604-6E68-48B8-9C23-6B19CBE01A8A}"/>
          </ac:spMkLst>
        </pc:spChg>
        <pc:spChg chg="del">
          <ac:chgData name="沛溪 中村" userId="4b6ad4d7a42030dd" providerId="LiveId" clId="{353225E4-864F-467D-8322-849B9B0A9092}" dt="2026-01-13T12:32:23.930" v="1779" actId="478"/>
          <ac:spMkLst>
            <pc:docMk/>
            <pc:sldMk cId="2362338169" sldId="264"/>
            <ac:spMk id="6" creationId="{5A8DD637-03F4-4C31-8BBA-0C2B0C1C0C61}"/>
          </ac:spMkLst>
        </pc:spChg>
        <pc:spChg chg="del">
          <ac:chgData name="沛溪 中村" userId="4b6ad4d7a42030dd" providerId="LiveId" clId="{353225E4-864F-467D-8322-849B9B0A9092}" dt="2026-01-13T12:31:42.617" v="1770" actId="478"/>
          <ac:spMkLst>
            <pc:docMk/>
            <pc:sldMk cId="2362338169" sldId="264"/>
            <ac:spMk id="7" creationId="{CAD25DCA-EDF1-48C7-B6D6-C2ABBD1C5BDE}"/>
          </ac:spMkLst>
        </pc:spChg>
        <pc:spChg chg="del">
          <ac:chgData name="沛溪 中村" userId="4b6ad4d7a42030dd" providerId="LiveId" clId="{353225E4-864F-467D-8322-849B9B0A9092}" dt="2026-01-13T12:31:44.838" v="1772" actId="478"/>
          <ac:spMkLst>
            <pc:docMk/>
            <pc:sldMk cId="2362338169" sldId="264"/>
            <ac:spMk id="8" creationId="{3766C356-255F-47BB-8B4E-49C7A2F626E7}"/>
          </ac:spMkLst>
        </pc:spChg>
        <pc:spChg chg="add mod">
          <ac:chgData name="沛溪 中村" userId="4b6ad4d7a42030dd" providerId="LiveId" clId="{353225E4-864F-467D-8322-849B9B0A9092}" dt="2026-01-13T12:34:55.355" v="1864" actId="20577"/>
          <ac:spMkLst>
            <pc:docMk/>
            <pc:sldMk cId="2362338169" sldId="264"/>
            <ac:spMk id="9" creationId="{36DA8502-1CE8-4AA0-B92D-076064896069}"/>
          </ac:spMkLst>
        </pc:spChg>
      </pc:sldChg>
      <pc:sldChg chg="addSp delSp modSp add del mod">
        <pc:chgData name="沛溪 中村" userId="4b6ad4d7a42030dd" providerId="LiveId" clId="{353225E4-864F-467D-8322-849B9B0A9092}" dt="2026-01-13T12:50:41.896" v="2571" actId="47"/>
        <pc:sldMkLst>
          <pc:docMk/>
          <pc:sldMk cId="2749632878" sldId="265"/>
        </pc:sldMkLst>
        <pc:spChg chg="add mod">
          <ac:chgData name="沛溪 中村" userId="4b6ad4d7a42030dd" providerId="LiveId" clId="{353225E4-864F-467D-8322-849B9B0A9092}" dt="2026-01-13T12:45:11.251" v="2439" actId="1076"/>
          <ac:spMkLst>
            <pc:docMk/>
            <pc:sldMk cId="2749632878" sldId="265"/>
            <ac:spMk id="3" creationId="{5F05EB7E-D734-4854-BAB3-0DF540E3D0E2}"/>
          </ac:spMkLst>
        </pc:spChg>
        <pc:spChg chg="add mod">
          <ac:chgData name="沛溪 中村" userId="4b6ad4d7a42030dd" providerId="LiveId" clId="{353225E4-864F-467D-8322-849B9B0A9092}" dt="2026-01-13T12:45:52.085" v="2466" actId="1076"/>
          <ac:spMkLst>
            <pc:docMk/>
            <pc:sldMk cId="2749632878" sldId="265"/>
            <ac:spMk id="4" creationId="{3E77F559-B366-4D61-8CF2-5FEB2C68C0F4}"/>
          </ac:spMkLst>
        </pc:spChg>
        <pc:spChg chg="mod">
          <ac:chgData name="沛溪 中村" userId="4b6ad4d7a42030dd" providerId="LiveId" clId="{353225E4-864F-467D-8322-849B9B0A9092}" dt="2026-01-13T12:45:07.427" v="2438" actId="1076"/>
          <ac:spMkLst>
            <pc:docMk/>
            <pc:sldMk cId="2749632878" sldId="265"/>
            <ac:spMk id="5" creationId="{3D195604-6E68-48B8-9C23-6B19CBE01A8A}"/>
          </ac:spMkLst>
        </pc:spChg>
        <pc:spChg chg="add del mod">
          <ac:chgData name="沛溪 中村" userId="4b6ad4d7a42030dd" providerId="LiveId" clId="{353225E4-864F-467D-8322-849B9B0A9092}" dt="2026-01-13T12:41:09.903" v="2146" actId="478"/>
          <ac:spMkLst>
            <pc:docMk/>
            <pc:sldMk cId="2749632878" sldId="265"/>
            <ac:spMk id="7" creationId="{5EC7AFE2-1CE6-4814-A635-6D9883DD83DB}"/>
          </ac:spMkLst>
        </pc:spChg>
        <pc:spChg chg="add mod">
          <ac:chgData name="沛溪 中村" userId="4b6ad4d7a42030dd" providerId="LiveId" clId="{353225E4-864F-467D-8322-849B9B0A9092}" dt="2026-01-13T12:46:37.189" v="2545" actId="1076"/>
          <ac:spMkLst>
            <pc:docMk/>
            <pc:sldMk cId="2749632878" sldId="265"/>
            <ac:spMk id="8" creationId="{DC72027D-A87C-4F2D-B2E7-93D162EA8E5B}"/>
          </ac:spMkLst>
        </pc:spChg>
        <pc:spChg chg="mod">
          <ac:chgData name="沛溪 中村" userId="4b6ad4d7a42030dd" providerId="LiveId" clId="{353225E4-864F-467D-8322-849B9B0A9092}" dt="2026-01-13T12:35:15.087" v="1866" actId="20577"/>
          <ac:spMkLst>
            <pc:docMk/>
            <pc:sldMk cId="2749632878" sldId="265"/>
            <ac:spMk id="9" creationId="{36DA8502-1CE8-4AA0-B92D-076064896069}"/>
          </ac:spMkLst>
        </pc:spChg>
      </pc:sldChg>
      <pc:sldChg chg="addSp delSp modSp add del mod">
        <pc:chgData name="沛溪 中村" userId="4b6ad4d7a42030dd" providerId="LiveId" clId="{353225E4-864F-467D-8322-849B9B0A9092}" dt="2026-01-14T12:18:19.989" v="3419" actId="47"/>
        <pc:sldMkLst>
          <pc:docMk/>
          <pc:sldMk cId="2897531879" sldId="266"/>
        </pc:sldMkLst>
        <pc:spChg chg="mod">
          <ac:chgData name="沛溪 中村" userId="4b6ad4d7a42030dd" providerId="LiveId" clId="{353225E4-864F-467D-8322-849B9B0A9092}" dt="2026-01-13T12:46:40.896" v="2546" actId="20577"/>
          <ac:spMkLst>
            <pc:docMk/>
            <pc:sldMk cId="2897531879" sldId="266"/>
            <ac:spMk id="2" creationId="{529201A5-D1E3-46D0-BB18-C33BB318D456}"/>
          </ac:spMkLst>
        </pc:spChg>
        <pc:spChg chg="del">
          <ac:chgData name="沛溪 中村" userId="4b6ad4d7a42030dd" providerId="LiveId" clId="{353225E4-864F-467D-8322-849B9B0A9092}" dt="2026-01-13T12:45:46.414" v="2464" actId="478"/>
          <ac:spMkLst>
            <pc:docMk/>
            <pc:sldMk cId="2897531879" sldId="266"/>
            <ac:spMk id="3" creationId="{5F05EB7E-D734-4854-BAB3-0DF540E3D0E2}"/>
          </ac:spMkLst>
        </pc:spChg>
        <pc:spChg chg="add mod">
          <ac:chgData name="沛溪 中村" userId="4b6ad4d7a42030dd" providerId="LiveId" clId="{353225E4-864F-467D-8322-849B9B0A9092}" dt="2026-01-14T12:09:55.163" v="2914" actId="20577"/>
          <ac:spMkLst>
            <pc:docMk/>
            <pc:sldMk cId="2897531879" sldId="266"/>
            <ac:spMk id="3" creationId="{EDEC7225-D682-44F5-B2E0-ADDEC8B0C5EA}"/>
          </ac:spMkLst>
        </pc:spChg>
        <pc:spChg chg="del">
          <ac:chgData name="沛溪 中村" userId="4b6ad4d7a42030dd" providerId="LiveId" clId="{353225E4-864F-467D-8322-849B9B0A9092}" dt="2026-01-13T12:45:44.431" v="2463" actId="478"/>
          <ac:spMkLst>
            <pc:docMk/>
            <pc:sldMk cId="2897531879" sldId="266"/>
            <ac:spMk id="4" creationId="{3E77F559-B366-4D61-8CF2-5FEB2C68C0F4}"/>
          </ac:spMkLst>
        </pc:spChg>
        <pc:spChg chg="del">
          <ac:chgData name="沛溪 中村" userId="4b6ad4d7a42030dd" providerId="LiveId" clId="{353225E4-864F-467D-8322-849B9B0A9092}" dt="2026-01-13T12:45:47.620" v="2465" actId="478"/>
          <ac:spMkLst>
            <pc:docMk/>
            <pc:sldMk cId="2897531879" sldId="266"/>
            <ac:spMk id="8" creationId="{DC72027D-A87C-4F2D-B2E7-93D162EA8E5B}"/>
          </ac:spMkLst>
        </pc:spChg>
      </pc:sldChg>
      <pc:sldChg chg="addSp modSp add mod">
        <pc:chgData name="沛溪 中村" userId="4b6ad4d7a42030dd" providerId="LiveId" clId="{353225E4-864F-467D-8322-849B9B0A9092}" dt="2026-01-14T13:38:02.573" v="12039" actId="1076"/>
        <pc:sldMkLst>
          <pc:docMk/>
          <pc:sldMk cId="2426827196" sldId="267"/>
        </pc:sldMkLst>
        <pc:spChg chg="mod">
          <ac:chgData name="沛溪 中村" userId="4b6ad4d7a42030dd" providerId="LiveId" clId="{353225E4-864F-467D-8322-849B9B0A9092}" dt="2026-01-13T16:38:36.526" v="2573" actId="20577"/>
          <ac:spMkLst>
            <pc:docMk/>
            <pc:sldMk cId="2426827196" sldId="267"/>
            <ac:spMk id="2" creationId="{529201A5-D1E3-46D0-BB18-C33BB318D456}"/>
          </ac:spMkLst>
        </pc:spChg>
        <pc:spChg chg="mod">
          <ac:chgData name="沛溪 中村" userId="4b6ad4d7a42030dd" providerId="LiveId" clId="{353225E4-864F-467D-8322-849B9B0A9092}" dt="2026-01-14T13:27:45.015" v="11026" actId="1076"/>
          <ac:spMkLst>
            <pc:docMk/>
            <pc:sldMk cId="2426827196" sldId="267"/>
            <ac:spMk id="5" creationId="{3D195604-6E68-48B8-9C23-6B19CBE01A8A}"/>
          </ac:spMkLst>
        </pc:spChg>
        <pc:spChg chg="add mod">
          <ac:chgData name="沛溪 中村" userId="4b6ad4d7a42030dd" providerId="LiveId" clId="{353225E4-864F-467D-8322-849B9B0A9092}" dt="2026-01-14T13:38:02.573" v="12039" actId="1076"/>
          <ac:spMkLst>
            <pc:docMk/>
            <pc:sldMk cId="2426827196" sldId="267"/>
            <ac:spMk id="6" creationId="{35E8ACB5-A52F-40D2-983A-9D5F6D5CC63E}"/>
          </ac:spMkLst>
        </pc:spChg>
      </pc:sldChg>
      <pc:sldChg chg="modSp add mod">
        <pc:chgData name="沛溪 中村" userId="4b6ad4d7a42030dd" providerId="LiveId" clId="{353225E4-864F-467D-8322-849B9B0A9092}" dt="2026-01-14T13:39:19.279" v="12076" actId="20577"/>
        <pc:sldMkLst>
          <pc:docMk/>
          <pc:sldMk cId="256574873" sldId="268"/>
        </pc:sldMkLst>
        <pc:spChg chg="mod">
          <ac:chgData name="沛溪 中村" userId="4b6ad4d7a42030dd" providerId="LiveId" clId="{353225E4-864F-467D-8322-849B9B0A9092}" dt="2026-01-14T13:39:03.102" v="12066" actId="2711"/>
          <ac:spMkLst>
            <pc:docMk/>
            <pc:sldMk cId="256574873" sldId="268"/>
            <ac:spMk id="3" creationId="{5F05EB7E-D734-4854-BAB3-0DF540E3D0E2}"/>
          </ac:spMkLst>
        </pc:spChg>
        <pc:spChg chg="mod">
          <ac:chgData name="沛溪 中村" userId="4b6ad4d7a42030dd" providerId="LiveId" clId="{353225E4-864F-467D-8322-849B9B0A9092}" dt="2026-01-14T13:39:19.279" v="12076" actId="20577"/>
          <ac:spMkLst>
            <pc:docMk/>
            <pc:sldMk cId="256574873" sldId="268"/>
            <ac:spMk id="8" creationId="{DC72027D-A87C-4F2D-B2E7-93D162EA8E5B}"/>
          </ac:spMkLst>
        </pc:spChg>
      </pc:sldChg>
      <pc:sldChg chg="addSp delSp modSp add mod addCm delCm">
        <pc:chgData name="沛溪 中村" userId="4b6ad4d7a42030dd" providerId="LiveId" clId="{353225E4-864F-467D-8322-849B9B0A9092}" dt="2026-01-14T12:41:42.852" v="9539" actId="14861"/>
        <pc:sldMkLst>
          <pc:docMk/>
          <pc:sldMk cId="2446941514" sldId="269"/>
        </pc:sldMkLst>
        <pc:spChg chg="mod ord">
          <ac:chgData name="沛溪 中村" userId="4b6ad4d7a42030dd" providerId="LiveId" clId="{353225E4-864F-467D-8322-849B9B0A9092}" dt="2026-01-14T12:40:34.202" v="9316" actId="1076"/>
          <ac:spMkLst>
            <pc:docMk/>
            <pc:sldMk cId="2446941514" sldId="269"/>
            <ac:spMk id="3" creationId="{EDEC7225-D682-44F5-B2E0-ADDEC8B0C5EA}"/>
          </ac:spMkLst>
        </pc:spChg>
        <pc:spChg chg="mod">
          <ac:chgData name="沛溪 中村" userId="4b6ad4d7a42030dd" providerId="LiveId" clId="{353225E4-864F-467D-8322-849B9B0A9092}" dt="2026-01-14T12:39:51.480" v="9277" actId="14861"/>
          <ac:spMkLst>
            <pc:docMk/>
            <pc:sldMk cId="2446941514" sldId="269"/>
            <ac:spMk id="5" creationId="{3D195604-6E68-48B8-9C23-6B19CBE01A8A}"/>
          </ac:spMkLst>
        </pc:spChg>
        <pc:spChg chg="add mod">
          <ac:chgData name="沛溪 中村" userId="4b6ad4d7a42030dd" providerId="LiveId" clId="{353225E4-864F-467D-8322-849B9B0A9092}" dt="2026-01-14T12:16:32.372" v="3284" actId="1076"/>
          <ac:spMkLst>
            <pc:docMk/>
            <pc:sldMk cId="2446941514" sldId="269"/>
            <ac:spMk id="7" creationId="{B2E8A292-E360-4A7F-A3B2-BA2DD4680CEE}"/>
          </ac:spMkLst>
        </pc:spChg>
        <pc:spChg chg="add mod">
          <ac:chgData name="沛溪 中村" userId="4b6ad4d7a42030dd" providerId="LiveId" clId="{353225E4-864F-467D-8322-849B9B0A9092}" dt="2026-01-14T12:16:07.899" v="3247" actId="1076"/>
          <ac:spMkLst>
            <pc:docMk/>
            <pc:sldMk cId="2446941514" sldId="269"/>
            <ac:spMk id="13" creationId="{9A1E7AE3-F9ED-4F16-BA05-C9A561BB1172}"/>
          </ac:spMkLst>
        </pc:spChg>
        <pc:spChg chg="add mod">
          <ac:chgData name="沛溪 中村" userId="4b6ad4d7a42030dd" providerId="LiveId" clId="{353225E4-864F-467D-8322-849B9B0A9092}" dt="2026-01-14T12:38:46.086" v="8679" actId="2085"/>
          <ac:spMkLst>
            <pc:docMk/>
            <pc:sldMk cId="2446941514" sldId="269"/>
            <ac:spMk id="14" creationId="{343A194C-CCC3-46C9-B1CE-A412A01F2F9A}"/>
          </ac:spMkLst>
        </pc:spChg>
        <pc:spChg chg="add del mod ord">
          <ac:chgData name="沛溪 中村" userId="4b6ad4d7a42030dd" providerId="LiveId" clId="{353225E4-864F-467D-8322-849B9B0A9092}" dt="2026-01-14T12:20:26.425" v="3555" actId="478"/>
          <ac:spMkLst>
            <pc:docMk/>
            <pc:sldMk cId="2446941514" sldId="269"/>
            <ac:spMk id="15" creationId="{2D6A9C53-9A34-437B-AB3D-894493B9A719}"/>
          </ac:spMkLst>
        </pc:spChg>
        <pc:spChg chg="add del mod ord">
          <ac:chgData name="沛溪 中村" userId="4b6ad4d7a42030dd" providerId="LiveId" clId="{353225E4-864F-467D-8322-849B9B0A9092}" dt="2026-01-14T12:24:51.820" v="3989" actId="478"/>
          <ac:spMkLst>
            <pc:docMk/>
            <pc:sldMk cId="2446941514" sldId="269"/>
            <ac:spMk id="16" creationId="{9C149782-160E-4FBC-A042-4052461C67DA}"/>
          </ac:spMkLst>
        </pc:spChg>
        <pc:spChg chg="add del mod ord">
          <ac:chgData name="沛溪 中村" userId="4b6ad4d7a42030dd" providerId="LiveId" clId="{353225E4-864F-467D-8322-849B9B0A9092}" dt="2026-01-14T12:36:22.396" v="8087" actId="478"/>
          <ac:spMkLst>
            <pc:docMk/>
            <pc:sldMk cId="2446941514" sldId="269"/>
            <ac:spMk id="18" creationId="{DD36A310-1296-4F22-AFEA-1E8D3471B8F1}"/>
          </ac:spMkLst>
        </pc:spChg>
        <pc:spChg chg="add mod">
          <ac:chgData name="沛溪 中村" userId="4b6ad4d7a42030dd" providerId="LiveId" clId="{353225E4-864F-467D-8322-849B9B0A9092}" dt="2026-01-14T12:41:23.780" v="9470" actId="14100"/>
          <ac:spMkLst>
            <pc:docMk/>
            <pc:sldMk cId="2446941514" sldId="269"/>
            <ac:spMk id="19" creationId="{44C31F42-6F93-47EE-A380-64F14FA0DF9B}"/>
          </ac:spMkLst>
        </pc:spChg>
        <pc:grpChg chg="add mod">
          <ac:chgData name="沛溪 中村" userId="4b6ad4d7a42030dd" providerId="LiveId" clId="{353225E4-864F-467D-8322-849B9B0A9092}" dt="2026-01-14T12:41:42.852" v="9539" actId="14861"/>
          <ac:grpSpMkLst>
            <pc:docMk/>
            <pc:sldMk cId="2446941514" sldId="269"/>
            <ac:grpSpMk id="17" creationId="{9A00214C-E020-49B5-A252-0D1E2B94848C}"/>
          </ac:grpSpMkLst>
        </pc:grpChg>
        <pc:picChg chg="add mod ord">
          <ac:chgData name="沛溪 中村" userId="4b6ad4d7a42030dd" providerId="LiveId" clId="{353225E4-864F-467D-8322-849B9B0A9092}" dt="2026-01-14T12:39:40.949" v="9195" actId="14861"/>
          <ac:picMkLst>
            <pc:docMk/>
            <pc:sldMk cId="2446941514" sldId="269"/>
            <ac:picMk id="6" creationId="{95D9428D-8AE7-4CF8-B8F6-F17C6F053126}"/>
          </ac:picMkLst>
        </pc:picChg>
        <pc:picChg chg="add mod">
          <ac:chgData name="沛溪 中村" userId="4b6ad4d7a42030dd" providerId="LiveId" clId="{353225E4-864F-467D-8322-849B9B0A9092}" dt="2026-01-14T12:41:39.026" v="9538" actId="14861"/>
          <ac:picMkLst>
            <pc:docMk/>
            <pc:sldMk cId="2446941514" sldId="269"/>
            <ac:picMk id="10" creationId="{A1CDA1D2-4B20-436C-8AA9-7FABA28F9F3C}"/>
          </ac:picMkLst>
        </pc:picChg>
        <pc:picChg chg="add mod">
          <ac:chgData name="沛溪 中村" userId="4b6ad4d7a42030dd" providerId="LiveId" clId="{353225E4-864F-467D-8322-849B9B0A9092}" dt="2026-01-14T12:40:29.236" v="9313" actId="14861"/>
          <ac:picMkLst>
            <pc:docMk/>
            <pc:sldMk cId="2446941514" sldId="269"/>
            <ac:picMk id="12" creationId="{FFFA5350-3296-4738-B314-8F39F2F75E1E}"/>
          </ac:picMkLst>
        </pc:picChg>
      </pc:sldChg>
      <pc:sldChg chg="modSp add mod">
        <pc:chgData name="沛溪 中村" userId="4b6ad4d7a42030dd" providerId="LiveId" clId="{353225E4-864F-467D-8322-849B9B0A9092}" dt="2026-01-14T13:26:55.256" v="11020" actId="20577"/>
        <pc:sldMkLst>
          <pc:docMk/>
          <pc:sldMk cId="521492738" sldId="270"/>
        </pc:sldMkLst>
        <pc:spChg chg="mod">
          <ac:chgData name="沛溪 中村" userId="4b6ad4d7a42030dd" providerId="LiveId" clId="{353225E4-864F-467D-8322-849B9B0A9092}" dt="2026-01-14T13:26:55.256" v="11020" actId="20577"/>
          <ac:spMkLst>
            <pc:docMk/>
            <pc:sldMk cId="521492738" sldId="270"/>
            <ac:spMk id="3" creationId="{EDEC7225-D682-44F5-B2E0-ADDEC8B0C5EA}"/>
          </ac:spMkLst>
        </pc:spChg>
      </pc:sldChg>
      <pc:sldChg chg="add del">
        <pc:chgData name="沛溪 中村" userId="4b6ad4d7a42030dd" providerId="LiveId" clId="{353225E4-864F-467D-8322-849B9B0A9092}" dt="2026-01-14T13:23:14.903" v="10570" actId="47"/>
        <pc:sldMkLst>
          <pc:docMk/>
          <pc:sldMk cId="416638404" sldId="271"/>
        </pc:sldMkLst>
      </pc:sldChg>
      <pc:sldChg chg="addSp delSp modSp add mod">
        <pc:chgData name="沛溪 中村" userId="4b6ad4d7a42030dd" providerId="LiveId" clId="{353225E4-864F-467D-8322-849B9B0A9092}" dt="2026-01-15T11:47:13.193" v="13036" actId="14861"/>
        <pc:sldMkLst>
          <pc:docMk/>
          <pc:sldMk cId="2326410795" sldId="272"/>
        </pc:sldMkLst>
        <pc:spChg chg="mod">
          <ac:chgData name="沛溪 中村" userId="4b6ad4d7a42030dd" providerId="LiveId" clId="{353225E4-864F-467D-8322-849B9B0A9092}" dt="2026-01-14T12:51:37.220" v="9696" actId="1076"/>
          <ac:spMkLst>
            <pc:docMk/>
            <pc:sldMk cId="2326410795" sldId="272"/>
            <ac:spMk id="3" creationId="{EDEC7225-D682-44F5-B2E0-ADDEC8B0C5EA}"/>
          </ac:spMkLst>
        </pc:spChg>
        <pc:spChg chg="add del mod">
          <ac:chgData name="沛溪 中村" userId="4b6ad4d7a42030dd" providerId="LiveId" clId="{353225E4-864F-467D-8322-849B9B0A9092}" dt="2026-01-14T12:49:29.200" v="9620" actId="478"/>
          <ac:spMkLst>
            <pc:docMk/>
            <pc:sldMk cId="2326410795" sldId="272"/>
            <ac:spMk id="8" creationId="{C9B297FF-5019-4A04-8F56-37CA0ED0811F}"/>
          </ac:spMkLst>
        </pc:spChg>
        <pc:spChg chg="add mod">
          <ac:chgData name="沛溪 中村" userId="4b6ad4d7a42030dd" providerId="LiveId" clId="{353225E4-864F-467D-8322-849B9B0A9092}" dt="2026-01-14T12:51:40.216" v="9698" actId="1076"/>
          <ac:spMkLst>
            <pc:docMk/>
            <pc:sldMk cId="2326410795" sldId="272"/>
            <ac:spMk id="10" creationId="{214899B9-72BF-4E8D-85F5-FA860B93E2AB}"/>
          </ac:spMkLst>
        </pc:spChg>
        <pc:spChg chg="add mod">
          <ac:chgData name="沛溪 中村" userId="4b6ad4d7a42030dd" providerId="LiveId" clId="{353225E4-864F-467D-8322-849B9B0A9092}" dt="2026-01-14T12:51:42.983" v="9699" actId="1076"/>
          <ac:spMkLst>
            <pc:docMk/>
            <pc:sldMk cId="2326410795" sldId="272"/>
            <ac:spMk id="12" creationId="{763CB90E-59C3-4DF3-BEFD-BA929A213318}"/>
          </ac:spMkLst>
        </pc:spChg>
        <pc:spChg chg="add mod">
          <ac:chgData name="沛溪 中村" userId="4b6ad4d7a42030dd" providerId="LiveId" clId="{353225E4-864F-467D-8322-849B9B0A9092}" dt="2026-01-14T12:51:44.889" v="9700" actId="1076"/>
          <ac:spMkLst>
            <pc:docMk/>
            <pc:sldMk cId="2326410795" sldId="272"/>
            <ac:spMk id="14" creationId="{69130291-6BE5-479A-B883-9E7A6F3D5526}"/>
          </ac:spMkLst>
        </pc:spChg>
        <pc:spChg chg="add mod">
          <ac:chgData name="沛溪 中村" userId="4b6ad4d7a42030dd" providerId="LiveId" clId="{353225E4-864F-467D-8322-849B9B0A9092}" dt="2026-01-14T12:51:49.784" v="9701" actId="1076"/>
          <ac:spMkLst>
            <pc:docMk/>
            <pc:sldMk cId="2326410795" sldId="272"/>
            <ac:spMk id="15" creationId="{BEDAB009-8409-4473-9B78-610E5A2F1DF6}"/>
          </ac:spMkLst>
        </pc:spChg>
        <pc:picChg chg="add mod">
          <ac:chgData name="沛溪 中村" userId="4b6ad4d7a42030dd" providerId="LiveId" clId="{353225E4-864F-467D-8322-849B9B0A9092}" dt="2026-01-15T11:47:13.193" v="13036" actId="14861"/>
          <ac:picMkLst>
            <pc:docMk/>
            <pc:sldMk cId="2326410795" sldId="272"/>
            <ac:picMk id="6" creationId="{A77BD436-7763-4DD2-90D9-8F356005BA80}"/>
          </ac:picMkLst>
        </pc:picChg>
      </pc:sldChg>
      <pc:sldChg chg="addSp delSp modSp add mod">
        <pc:chgData name="沛溪 中村" userId="4b6ad4d7a42030dd" providerId="LiveId" clId="{353225E4-864F-467D-8322-849B9B0A9092}" dt="2026-01-14T13:22:49.912" v="10559" actId="1076"/>
        <pc:sldMkLst>
          <pc:docMk/>
          <pc:sldMk cId="1791989760" sldId="273"/>
        </pc:sldMkLst>
        <pc:spChg chg="add del">
          <ac:chgData name="沛溪 中村" userId="4b6ad4d7a42030dd" providerId="LiveId" clId="{353225E4-864F-467D-8322-849B9B0A9092}" dt="2026-01-14T12:52:17.439" v="9708" actId="478"/>
          <ac:spMkLst>
            <pc:docMk/>
            <pc:sldMk cId="1791989760" sldId="273"/>
            <ac:spMk id="5" creationId="{3D195604-6E68-48B8-9C23-6B19CBE01A8A}"/>
          </ac:spMkLst>
        </pc:spChg>
        <pc:spChg chg="del">
          <ac:chgData name="沛溪 中村" userId="4b6ad4d7a42030dd" providerId="LiveId" clId="{353225E4-864F-467D-8322-849B9B0A9092}" dt="2026-01-14T12:52:14.131" v="9705" actId="478"/>
          <ac:spMkLst>
            <pc:docMk/>
            <pc:sldMk cId="1791989760" sldId="273"/>
            <ac:spMk id="10" creationId="{214899B9-72BF-4E8D-85F5-FA860B93E2AB}"/>
          </ac:spMkLst>
        </pc:spChg>
        <pc:spChg chg="add mod">
          <ac:chgData name="沛溪 中村" userId="4b6ad4d7a42030dd" providerId="LiveId" clId="{353225E4-864F-467D-8322-849B9B0A9092}" dt="2026-01-14T12:53:18.848" v="9836" actId="1076"/>
          <ac:spMkLst>
            <pc:docMk/>
            <pc:sldMk cId="1791989760" sldId="273"/>
            <ac:spMk id="11" creationId="{B7237602-5BE2-40DB-B3B7-8FD1884E0FC7}"/>
          </ac:spMkLst>
        </pc:spChg>
        <pc:spChg chg="del">
          <ac:chgData name="沛溪 中村" userId="4b6ad4d7a42030dd" providerId="LiveId" clId="{353225E4-864F-467D-8322-849B9B0A9092}" dt="2026-01-14T12:52:15.261" v="9706" actId="478"/>
          <ac:spMkLst>
            <pc:docMk/>
            <pc:sldMk cId="1791989760" sldId="273"/>
            <ac:spMk id="12" creationId="{763CB90E-59C3-4DF3-BEFD-BA929A213318}"/>
          </ac:spMkLst>
        </pc:spChg>
        <pc:spChg chg="del">
          <ac:chgData name="沛溪 中村" userId="4b6ad4d7a42030dd" providerId="LiveId" clId="{353225E4-864F-467D-8322-849B9B0A9092}" dt="2026-01-14T12:52:18.484" v="9709" actId="478"/>
          <ac:spMkLst>
            <pc:docMk/>
            <pc:sldMk cId="1791989760" sldId="273"/>
            <ac:spMk id="14" creationId="{69130291-6BE5-479A-B883-9E7A6F3D5526}"/>
          </ac:spMkLst>
        </pc:spChg>
        <pc:spChg chg="del">
          <ac:chgData name="沛溪 中村" userId="4b6ad4d7a42030dd" providerId="LiveId" clId="{353225E4-864F-467D-8322-849B9B0A9092}" dt="2026-01-14T12:52:12.700" v="9704" actId="478"/>
          <ac:spMkLst>
            <pc:docMk/>
            <pc:sldMk cId="1791989760" sldId="273"/>
            <ac:spMk id="15" creationId="{BEDAB009-8409-4473-9B78-610E5A2F1DF6}"/>
          </ac:spMkLst>
        </pc:spChg>
        <pc:spChg chg="add mod">
          <ac:chgData name="沛溪 中村" userId="4b6ad4d7a42030dd" providerId="LiveId" clId="{353225E4-864F-467D-8322-849B9B0A9092}" dt="2026-01-14T13:22:49.912" v="10559" actId="1076"/>
          <ac:spMkLst>
            <pc:docMk/>
            <pc:sldMk cId="1791989760" sldId="273"/>
            <ac:spMk id="16" creationId="{B0968806-435B-4835-814D-3DB818ED5ED3}"/>
          </ac:spMkLst>
        </pc:spChg>
        <pc:graphicFrameChg chg="add mod modGraphic">
          <ac:chgData name="沛溪 中村" userId="4b6ad4d7a42030dd" providerId="LiveId" clId="{353225E4-864F-467D-8322-849B9B0A9092}" dt="2026-01-14T13:22:20.282" v="10444" actId="14100"/>
          <ac:graphicFrameMkLst>
            <pc:docMk/>
            <pc:sldMk cId="1791989760" sldId="273"/>
            <ac:graphicFrameMk id="8" creationId="{C3947F52-4151-4B56-9913-F196459034BC}"/>
          </ac:graphicFrameMkLst>
        </pc:graphicFrameChg>
        <pc:picChg chg="del">
          <ac:chgData name="沛溪 中村" userId="4b6ad4d7a42030dd" providerId="LiveId" clId="{353225E4-864F-467D-8322-849B9B0A9092}" dt="2026-01-14T12:52:11.534" v="9703" actId="478"/>
          <ac:picMkLst>
            <pc:docMk/>
            <pc:sldMk cId="1791989760" sldId="273"/>
            <ac:picMk id="6" creationId="{A77BD436-7763-4DD2-90D9-8F356005BA80}"/>
          </ac:picMkLst>
        </pc:picChg>
      </pc:sldChg>
      <pc:sldChg chg="add del">
        <pc:chgData name="沛溪 中村" userId="4b6ad4d7a42030dd" providerId="LiveId" clId="{353225E4-864F-467D-8322-849B9B0A9092}" dt="2026-01-14T13:27:03.606" v="11022"/>
        <pc:sldMkLst>
          <pc:docMk/>
          <pc:sldMk cId="498082996" sldId="274"/>
        </pc:sldMkLst>
      </pc:sldChg>
      <pc:sldChg chg="modSp add mod">
        <pc:chgData name="沛溪 中村" userId="4b6ad4d7a42030dd" providerId="LiveId" clId="{353225E4-864F-467D-8322-849B9B0A9092}" dt="2026-01-15T10:44:19.948" v="12078" actId="20577"/>
        <pc:sldMkLst>
          <pc:docMk/>
          <pc:sldMk cId="1322873592" sldId="274"/>
        </pc:sldMkLst>
        <pc:spChg chg="mod">
          <ac:chgData name="沛溪 中村" userId="4b6ad4d7a42030dd" providerId="LiveId" clId="{353225E4-864F-467D-8322-849B9B0A9092}" dt="2026-01-15T10:44:19.948" v="12078" actId="20577"/>
          <ac:spMkLst>
            <pc:docMk/>
            <pc:sldMk cId="1322873592" sldId="274"/>
            <ac:spMk id="3" creationId="{EDEC7225-D682-44F5-B2E0-ADDEC8B0C5EA}"/>
          </ac:spMkLst>
        </pc:spChg>
      </pc:sldChg>
      <pc:sldChg chg="addSp delSp modSp add mod">
        <pc:chgData name="沛溪 中村" userId="4b6ad4d7a42030dd" providerId="LiveId" clId="{353225E4-864F-467D-8322-849B9B0A9092}" dt="2026-01-15T11:46:57.086" v="13028" actId="20577"/>
        <pc:sldMkLst>
          <pc:docMk/>
          <pc:sldMk cId="458015549" sldId="275"/>
        </pc:sldMkLst>
        <pc:spChg chg="mod">
          <ac:chgData name="沛溪 中村" userId="4b6ad4d7a42030dd" providerId="LiveId" clId="{353225E4-864F-467D-8322-849B9B0A9092}" dt="2026-01-15T11:44:23.643" v="12947" actId="1076"/>
          <ac:spMkLst>
            <pc:docMk/>
            <pc:sldMk cId="458015549" sldId="275"/>
            <ac:spMk id="5" creationId="{3D195604-6E68-48B8-9C23-6B19CBE01A8A}"/>
          </ac:spMkLst>
        </pc:spChg>
        <pc:spChg chg="mod">
          <ac:chgData name="沛溪 中村" userId="4b6ad4d7a42030dd" providerId="LiveId" clId="{353225E4-864F-467D-8322-849B9B0A9092}" dt="2026-01-15T11:46:57.086" v="13028" actId="20577"/>
          <ac:spMkLst>
            <pc:docMk/>
            <pc:sldMk cId="458015549" sldId="275"/>
            <ac:spMk id="6" creationId="{35E8ACB5-A52F-40D2-983A-9D5F6D5CC63E}"/>
          </ac:spMkLst>
        </pc:spChg>
        <pc:spChg chg="add mod">
          <ac:chgData name="沛溪 中村" userId="4b6ad4d7a42030dd" providerId="LiveId" clId="{353225E4-864F-467D-8322-849B9B0A9092}" dt="2026-01-15T11:44:20.285" v="12944" actId="1076"/>
          <ac:spMkLst>
            <pc:docMk/>
            <pc:sldMk cId="458015549" sldId="275"/>
            <ac:spMk id="15" creationId="{41415CC0-16FE-448B-AC2A-16825EAC7F73}"/>
          </ac:spMkLst>
        </pc:spChg>
        <pc:spChg chg="add mod">
          <ac:chgData name="沛溪 中村" userId="4b6ad4d7a42030dd" providerId="LiveId" clId="{353225E4-864F-467D-8322-849B9B0A9092}" dt="2026-01-15T11:45:24.498" v="12979" actId="20577"/>
          <ac:spMkLst>
            <pc:docMk/>
            <pc:sldMk cId="458015549" sldId="275"/>
            <ac:spMk id="16" creationId="{AFF78B1D-71BD-44E0-9EE1-6355B0AF5FBE}"/>
          </ac:spMkLst>
        </pc:spChg>
        <pc:spChg chg="add mod">
          <ac:chgData name="沛溪 中村" userId="4b6ad4d7a42030dd" providerId="LiveId" clId="{353225E4-864F-467D-8322-849B9B0A9092}" dt="2026-01-15T11:45:38.195" v="12987" actId="14100"/>
          <ac:spMkLst>
            <pc:docMk/>
            <pc:sldMk cId="458015549" sldId="275"/>
            <ac:spMk id="17" creationId="{DB62B0A1-76E6-47A0-B566-2A00221C3984}"/>
          </ac:spMkLst>
        </pc:spChg>
        <pc:spChg chg="add mod">
          <ac:chgData name="沛溪 中村" userId="4b6ad4d7a42030dd" providerId="LiveId" clId="{353225E4-864F-467D-8322-849B9B0A9092}" dt="2026-01-15T11:45:35.341" v="12986" actId="14100"/>
          <ac:spMkLst>
            <pc:docMk/>
            <pc:sldMk cId="458015549" sldId="275"/>
            <ac:spMk id="22" creationId="{31A03AA8-A95C-468C-B270-BA2286B687E1}"/>
          </ac:spMkLst>
        </pc:spChg>
        <pc:spChg chg="add mod">
          <ac:chgData name="沛溪 中村" userId="4b6ad4d7a42030dd" providerId="LiveId" clId="{353225E4-864F-467D-8322-849B9B0A9092}" dt="2026-01-15T11:46:02.852" v="13023" actId="1076"/>
          <ac:spMkLst>
            <pc:docMk/>
            <pc:sldMk cId="458015549" sldId="275"/>
            <ac:spMk id="23" creationId="{B37E9E7D-94E3-476D-9368-3E577448145F}"/>
          </ac:spMkLst>
        </pc:spChg>
        <pc:picChg chg="add mod modCrop">
          <ac:chgData name="沛溪 中村" userId="4b6ad4d7a42030dd" providerId="LiveId" clId="{353225E4-864F-467D-8322-849B9B0A9092}" dt="2026-01-15T11:44:10.316" v="12939" actId="1076"/>
          <ac:picMkLst>
            <pc:docMk/>
            <pc:sldMk cId="458015549" sldId="275"/>
            <ac:picMk id="4" creationId="{8A81B80D-241E-4C77-8DC6-100B22C84786}"/>
          </ac:picMkLst>
        </pc:picChg>
        <pc:picChg chg="add mod modCrop">
          <ac:chgData name="沛溪 中村" userId="4b6ad4d7a42030dd" providerId="LiveId" clId="{353225E4-864F-467D-8322-849B9B0A9092}" dt="2026-01-15T11:44:11.550" v="12940" actId="1076"/>
          <ac:picMkLst>
            <pc:docMk/>
            <pc:sldMk cId="458015549" sldId="275"/>
            <ac:picMk id="8" creationId="{FBBD54A5-D67C-4D20-8777-3E2ABE6BCFBE}"/>
          </ac:picMkLst>
        </pc:picChg>
        <pc:picChg chg="add mod">
          <ac:chgData name="沛溪 中村" userId="4b6ad4d7a42030dd" providerId="LiveId" clId="{353225E4-864F-467D-8322-849B9B0A9092}" dt="2026-01-15T11:45:07.596" v="12969" actId="1076"/>
          <ac:picMkLst>
            <pc:docMk/>
            <pc:sldMk cId="458015549" sldId="275"/>
            <ac:picMk id="11" creationId="{0E7272FF-573B-4E50-8205-62D72418B58E}"/>
          </ac:picMkLst>
        </pc:picChg>
        <pc:picChg chg="add mod">
          <ac:chgData name="沛溪 中村" userId="4b6ad4d7a42030dd" providerId="LiveId" clId="{353225E4-864F-467D-8322-849B9B0A9092}" dt="2026-01-15T11:45:20.926" v="12977" actId="14861"/>
          <ac:picMkLst>
            <pc:docMk/>
            <pc:sldMk cId="458015549" sldId="275"/>
            <ac:picMk id="19" creationId="{EC522C52-C311-41B8-8E44-1318BB0FC2C1}"/>
          </ac:picMkLst>
        </pc:picChg>
        <pc:picChg chg="add del">
          <ac:chgData name="沛溪 中村" userId="4b6ad4d7a42030dd" providerId="LiveId" clId="{353225E4-864F-467D-8322-849B9B0A9092}" dt="2026-01-15T11:45:26.016" v="12981" actId="22"/>
          <ac:picMkLst>
            <pc:docMk/>
            <pc:sldMk cId="458015549" sldId="275"/>
            <ac:picMk id="21" creationId="{42D2783F-4C11-411B-B6A9-E5043BD09EA5}"/>
          </ac:picMkLst>
        </pc:picChg>
        <pc:cxnChg chg="add mod">
          <ac:chgData name="沛溪 中村" userId="4b6ad4d7a42030dd" providerId="LiveId" clId="{353225E4-864F-467D-8322-849B9B0A9092}" dt="2026-01-15T11:44:06.115" v="12937" actId="1076"/>
          <ac:cxnSpMkLst>
            <pc:docMk/>
            <pc:sldMk cId="458015549" sldId="275"/>
            <ac:cxnSpMk id="13" creationId="{0691A1D0-39E4-4F61-921B-B0F2C949EFA1}"/>
          </ac:cxnSpMkLst>
        </pc:cxnChg>
      </pc:sldChg>
      <pc:sldChg chg="modSp add mod">
        <pc:chgData name="沛溪 中村" userId="4b6ad4d7a42030dd" providerId="LiveId" clId="{353225E4-864F-467D-8322-849B9B0A9092}" dt="2026-01-15T10:48:14.114" v="12177" actId="2711"/>
        <pc:sldMkLst>
          <pc:docMk/>
          <pc:sldMk cId="1118418003" sldId="276"/>
        </pc:sldMkLst>
        <pc:spChg chg="mod">
          <ac:chgData name="沛溪 中村" userId="4b6ad4d7a42030dd" providerId="LiveId" clId="{353225E4-864F-467D-8322-849B9B0A9092}" dt="2026-01-15T10:48:14.114" v="12177" actId="2711"/>
          <ac:spMkLst>
            <pc:docMk/>
            <pc:sldMk cId="1118418003" sldId="276"/>
            <ac:spMk id="3" creationId="{EDEC7225-D682-44F5-B2E0-ADDEC8B0C5EA}"/>
          </ac:spMkLst>
        </pc:spChg>
      </pc:sldChg>
      <pc:sldChg chg="addSp delSp modSp add mod">
        <pc:chgData name="沛溪 中村" userId="4b6ad4d7a42030dd" providerId="LiveId" clId="{353225E4-864F-467D-8322-849B9B0A9092}" dt="2026-01-15T11:38:15.656" v="12815" actId="1076"/>
        <pc:sldMkLst>
          <pc:docMk/>
          <pc:sldMk cId="3277357486" sldId="277"/>
        </pc:sldMkLst>
        <pc:spChg chg="mod">
          <ac:chgData name="沛溪 中村" userId="4b6ad4d7a42030dd" providerId="LiveId" clId="{353225E4-864F-467D-8322-849B9B0A9092}" dt="2026-01-15T10:48:31.835" v="12182" actId="113"/>
          <ac:spMkLst>
            <pc:docMk/>
            <pc:sldMk cId="3277357486" sldId="277"/>
            <ac:spMk id="3" creationId="{EDEC7225-D682-44F5-B2E0-ADDEC8B0C5EA}"/>
          </ac:spMkLst>
        </pc:spChg>
        <pc:spChg chg="add del mod">
          <ac:chgData name="沛溪 中村" userId="4b6ad4d7a42030dd" providerId="LiveId" clId="{353225E4-864F-467D-8322-849B9B0A9092}" dt="2026-01-15T10:47:38.647" v="12170" actId="478"/>
          <ac:spMkLst>
            <pc:docMk/>
            <pc:sldMk cId="3277357486" sldId="277"/>
            <ac:spMk id="7" creationId="{24147965-4298-4F2C-9DBC-23DA95208ADA}"/>
          </ac:spMkLst>
        </pc:spChg>
        <pc:spChg chg="mod">
          <ac:chgData name="沛溪 中村" userId="4b6ad4d7a42030dd" providerId="LiveId" clId="{353225E4-864F-467D-8322-849B9B0A9092}" dt="2026-01-15T11:33:17.804" v="12654" actId="1076"/>
          <ac:spMkLst>
            <pc:docMk/>
            <pc:sldMk cId="3277357486" sldId="277"/>
            <ac:spMk id="9" creationId="{36DA8502-1CE8-4AA0-B92D-076064896069}"/>
          </ac:spMkLst>
        </pc:spChg>
        <pc:spChg chg="add mod">
          <ac:chgData name="沛溪 中村" userId="4b6ad4d7a42030dd" providerId="LiveId" clId="{353225E4-864F-467D-8322-849B9B0A9092}" dt="2026-01-15T11:34:00.791" v="12680" actId="1076"/>
          <ac:spMkLst>
            <pc:docMk/>
            <pc:sldMk cId="3277357486" sldId="277"/>
            <ac:spMk id="11" creationId="{0AC2D86F-02F7-43BE-B1BC-3C95C84E3392}"/>
          </ac:spMkLst>
        </pc:spChg>
        <pc:spChg chg="add mod">
          <ac:chgData name="沛溪 中村" userId="4b6ad4d7a42030dd" providerId="LiveId" clId="{353225E4-864F-467D-8322-849B9B0A9092}" dt="2026-01-15T11:38:15.656" v="12815" actId="1076"/>
          <ac:spMkLst>
            <pc:docMk/>
            <pc:sldMk cId="3277357486" sldId="277"/>
            <ac:spMk id="16" creationId="{AEE59DDF-AA97-4B89-B145-FFDE4B14BA61}"/>
          </ac:spMkLst>
        </pc:spChg>
        <pc:spChg chg="add mod">
          <ac:chgData name="沛溪 中村" userId="4b6ad4d7a42030dd" providerId="LiveId" clId="{353225E4-864F-467D-8322-849B9B0A9092}" dt="2026-01-15T11:38:12.294" v="12814" actId="2711"/>
          <ac:spMkLst>
            <pc:docMk/>
            <pc:sldMk cId="3277357486" sldId="277"/>
            <ac:spMk id="19" creationId="{2AAB3290-EAA3-412A-97AE-C9E932EC7F6B}"/>
          </ac:spMkLst>
        </pc:spChg>
        <pc:spChg chg="add del">
          <ac:chgData name="沛溪 中村" userId="4b6ad4d7a42030dd" providerId="LiveId" clId="{353225E4-864F-467D-8322-849B9B0A9092}" dt="2026-01-15T11:35:10.099" v="12709" actId="22"/>
          <ac:spMkLst>
            <pc:docMk/>
            <pc:sldMk cId="3277357486" sldId="277"/>
            <ac:spMk id="23" creationId="{37BD8A35-CA3C-4B7C-A2EC-36324D090703}"/>
          </ac:spMkLst>
        </pc:spChg>
        <pc:spChg chg="add mod ord">
          <ac:chgData name="沛溪 中村" userId="4b6ad4d7a42030dd" providerId="LiveId" clId="{353225E4-864F-467D-8322-849B9B0A9092}" dt="2026-01-15T11:37:12.496" v="12779" actId="166"/>
          <ac:spMkLst>
            <pc:docMk/>
            <pc:sldMk cId="3277357486" sldId="277"/>
            <ac:spMk id="25" creationId="{EC216A3A-863D-4F26-BD19-BFEDA277963A}"/>
          </ac:spMkLst>
        </pc:spChg>
        <pc:spChg chg="add mod">
          <ac:chgData name="沛溪 中村" userId="4b6ad4d7a42030dd" providerId="LiveId" clId="{353225E4-864F-467D-8322-849B9B0A9092}" dt="2026-01-15T11:36:24.598" v="12752" actId="692"/>
          <ac:spMkLst>
            <pc:docMk/>
            <pc:sldMk cId="3277357486" sldId="277"/>
            <ac:spMk id="26" creationId="{817DFD02-4612-44C8-A9FA-926F0BEE0BF7}"/>
          </ac:spMkLst>
        </pc:spChg>
        <pc:spChg chg="add mod">
          <ac:chgData name="沛溪 中村" userId="4b6ad4d7a42030dd" providerId="LiveId" clId="{353225E4-864F-467D-8322-849B9B0A9092}" dt="2026-01-15T11:37:58.381" v="12812" actId="207"/>
          <ac:spMkLst>
            <pc:docMk/>
            <pc:sldMk cId="3277357486" sldId="277"/>
            <ac:spMk id="29" creationId="{36C09853-869F-4971-8376-0895952B0D4A}"/>
          </ac:spMkLst>
        </pc:spChg>
        <pc:picChg chg="add del mod">
          <ac:chgData name="沛溪 中村" userId="4b6ad4d7a42030dd" providerId="LiveId" clId="{353225E4-864F-467D-8322-849B9B0A9092}" dt="2026-01-15T10:49:17.219" v="12187" actId="478"/>
          <ac:picMkLst>
            <pc:docMk/>
            <pc:sldMk cId="3277357486" sldId="277"/>
            <ac:picMk id="8" creationId="{5BBAE7AE-1B09-447C-BDFA-1800B2BB10BC}"/>
          </ac:picMkLst>
        </pc:picChg>
        <pc:picChg chg="add mod">
          <ac:chgData name="沛溪 中村" userId="4b6ad4d7a42030dd" providerId="LiveId" clId="{353225E4-864F-467D-8322-849B9B0A9092}" dt="2026-01-15T11:33:45.604" v="12674" actId="1076"/>
          <ac:picMkLst>
            <pc:docMk/>
            <pc:sldMk cId="3277357486" sldId="277"/>
            <ac:picMk id="10" creationId="{433755D7-F930-40BC-B859-EC1FB51B1B95}"/>
          </ac:picMkLst>
        </pc:picChg>
        <pc:picChg chg="add mod">
          <ac:chgData name="沛溪 中村" userId="4b6ad4d7a42030dd" providerId="LiveId" clId="{353225E4-864F-467D-8322-849B9B0A9092}" dt="2026-01-15T11:33:42.769" v="12673" actId="1076"/>
          <ac:picMkLst>
            <pc:docMk/>
            <pc:sldMk cId="3277357486" sldId="277"/>
            <ac:picMk id="13" creationId="{E2D9B80D-69D7-4665-8C55-7E44F1A1DC64}"/>
          </ac:picMkLst>
        </pc:picChg>
        <pc:picChg chg="add mod">
          <ac:chgData name="沛溪 中村" userId="4b6ad4d7a42030dd" providerId="LiveId" clId="{353225E4-864F-467D-8322-849B9B0A9092}" dt="2026-01-15T11:33:58.019" v="12679" actId="14100"/>
          <ac:picMkLst>
            <pc:docMk/>
            <pc:sldMk cId="3277357486" sldId="277"/>
            <ac:picMk id="15" creationId="{D9E8B399-BC70-44E7-BA02-DB356E4F3CF6}"/>
          </ac:picMkLst>
        </pc:picChg>
        <pc:picChg chg="add del mod">
          <ac:chgData name="沛溪 中村" userId="4b6ad4d7a42030dd" providerId="LiveId" clId="{353225E4-864F-467D-8322-849B9B0A9092}" dt="2026-01-15T11:27:14.189" v="12498" actId="478"/>
          <ac:picMkLst>
            <pc:docMk/>
            <pc:sldMk cId="3277357486" sldId="277"/>
            <ac:picMk id="18" creationId="{3A9D0F7B-76B0-49B9-B85D-49CF172AE62A}"/>
          </ac:picMkLst>
        </pc:picChg>
        <pc:picChg chg="add mod">
          <ac:chgData name="沛溪 中村" userId="4b6ad4d7a42030dd" providerId="LiveId" clId="{353225E4-864F-467D-8322-849B9B0A9092}" dt="2026-01-15T11:36:04.554" v="12737" actId="1076"/>
          <ac:picMkLst>
            <pc:docMk/>
            <pc:sldMk cId="3277357486" sldId="277"/>
            <ac:picMk id="20" creationId="{2FE5E321-59B1-41D2-B36B-2E7DD3211EB6}"/>
          </ac:picMkLst>
        </pc:picChg>
        <pc:picChg chg="add del mod">
          <ac:chgData name="沛溪 中村" userId="4b6ad4d7a42030dd" providerId="LiveId" clId="{353225E4-864F-467D-8322-849B9B0A9092}" dt="2026-01-15T11:35:07.414" v="12707" actId="478"/>
          <ac:picMkLst>
            <pc:docMk/>
            <pc:sldMk cId="3277357486" sldId="277"/>
            <ac:picMk id="21" creationId="{2F3B4A35-6FD2-42FD-AC36-43595FC0BCF7}"/>
          </ac:picMkLst>
        </pc:picChg>
        <pc:cxnChg chg="add mod">
          <ac:chgData name="沛溪 中村" userId="4b6ad4d7a42030dd" providerId="LiveId" clId="{353225E4-864F-467D-8322-849B9B0A9092}" dt="2026-01-15T11:38:03.995" v="12813" actId="14100"/>
          <ac:cxnSpMkLst>
            <pc:docMk/>
            <pc:sldMk cId="3277357486" sldId="277"/>
            <ac:cxnSpMk id="28" creationId="{14E3E9CC-EA23-4426-842D-0F3994B51E80}"/>
          </ac:cxnSpMkLst>
        </pc:cxnChg>
      </pc:sldChg>
      <pc:sldChg chg="addSp delSp modSp add mod">
        <pc:chgData name="沛溪 中村" userId="4b6ad4d7a42030dd" providerId="LiveId" clId="{353225E4-864F-467D-8322-849B9B0A9092}" dt="2026-01-16T05:54:50.293" v="13253" actId="22"/>
        <pc:sldMkLst>
          <pc:docMk/>
          <pc:sldMk cId="1695220979" sldId="278"/>
        </pc:sldMkLst>
        <pc:spChg chg="add del">
          <ac:chgData name="沛溪 中村" userId="4b6ad4d7a42030dd" providerId="LiveId" clId="{353225E4-864F-467D-8322-849B9B0A9092}" dt="2026-01-16T05:52:30.226" v="13174" actId="478"/>
          <ac:spMkLst>
            <pc:docMk/>
            <pc:sldMk cId="1695220979" sldId="278"/>
            <ac:spMk id="5" creationId="{3D195604-6E68-48B8-9C23-6B19CBE01A8A}"/>
          </ac:spMkLst>
        </pc:spChg>
        <pc:spChg chg="mod">
          <ac:chgData name="沛溪 中村" userId="4b6ad4d7a42030dd" providerId="LiveId" clId="{353225E4-864F-467D-8322-849B9B0A9092}" dt="2026-01-16T05:54:40.598" v="13251" actId="1076"/>
          <ac:spMkLst>
            <pc:docMk/>
            <pc:sldMk cId="1695220979" sldId="278"/>
            <ac:spMk id="6" creationId="{35E8ACB5-A52F-40D2-983A-9D5F6D5CC63E}"/>
          </ac:spMkLst>
        </pc:spChg>
        <pc:spChg chg="del">
          <ac:chgData name="沛溪 中村" userId="4b6ad4d7a42030dd" providerId="LiveId" clId="{353225E4-864F-467D-8322-849B9B0A9092}" dt="2026-01-16T05:52:24.815" v="13168" actId="478"/>
          <ac:spMkLst>
            <pc:docMk/>
            <pc:sldMk cId="1695220979" sldId="278"/>
            <ac:spMk id="15" creationId="{41415CC0-16FE-448B-AC2A-16825EAC7F73}"/>
          </ac:spMkLst>
        </pc:spChg>
        <pc:spChg chg="del">
          <ac:chgData name="沛溪 中村" userId="4b6ad4d7a42030dd" providerId="LiveId" clId="{353225E4-864F-467D-8322-849B9B0A9092}" dt="2026-01-16T05:52:31.636" v="13176" actId="478"/>
          <ac:spMkLst>
            <pc:docMk/>
            <pc:sldMk cId="1695220979" sldId="278"/>
            <ac:spMk id="16" creationId="{AFF78B1D-71BD-44E0-9EE1-6355B0AF5FBE}"/>
          </ac:spMkLst>
        </pc:spChg>
        <pc:spChg chg="del">
          <ac:chgData name="沛溪 中村" userId="4b6ad4d7a42030dd" providerId="LiveId" clId="{353225E4-864F-467D-8322-849B9B0A9092}" dt="2026-01-16T05:52:32.840" v="13177" actId="478"/>
          <ac:spMkLst>
            <pc:docMk/>
            <pc:sldMk cId="1695220979" sldId="278"/>
            <ac:spMk id="17" creationId="{DB62B0A1-76E6-47A0-B566-2A00221C3984}"/>
          </ac:spMkLst>
        </pc:spChg>
        <pc:spChg chg="del">
          <ac:chgData name="沛溪 中村" userId="4b6ad4d7a42030dd" providerId="LiveId" clId="{353225E4-864F-467D-8322-849B9B0A9092}" dt="2026-01-16T05:52:34.664" v="13179" actId="478"/>
          <ac:spMkLst>
            <pc:docMk/>
            <pc:sldMk cId="1695220979" sldId="278"/>
            <ac:spMk id="22" creationId="{31A03AA8-A95C-468C-B270-BA2286B687E1}"/>
          </ac:spMkLst>
        </pc:spChg>
        <pc:spChg chg="del">
          <ac:chgData name="沛溪 中村" userId="4b6ad4d7a42030dd" providerId="LiveId" clId="{353225E4-864F-467D-8322-849B9B0A9092}" dt="2026-01-16T05:52:36.653" v="13181" actId="478"/>
          <ac:spMkLst>
            <pc:docMk/>
            <pc:sldMk cId="1695220979" sldId="278"/>
            <ac:spMk id="23" creationId="{B37E9E7D-94E3-476D-9368-3E577448145F}"/>
          </ac:spMkLst>
        </pc:spChg>
        <pc:picChg chg="del">
          <ac:chgData name="沛溪 中村" userId="4b6ad4d7a42030dd" providerId="LiveId" clId="{353225E4-864F-467D-8322-849B9B0A9092}" dt="2026-01-16T05:52:30.895" v="13175" actId="478"/>
          <ac:picMkLst>
            <pc:docMk/>
            <pc:sldMk cId="1695220979" sldId="278"/>
            <ac:picMk id="4" creationId="{8A81B80D-241E-4C77-8DC6-100B22C84786}"/>
          </ac:picMkLst>
        </pc:picChg>
        <pc:picChg chg="add mod">
          <ac:chgData name="沛溪 中村" userId="4b6ad4d7a42030dd" providerId="LiveId" clId="{353225E4-864F-467D-8322-849B9B0A9092}" dt="2026-01-16T05:54:38.767" v="13250" actId="1076"/>
          <ac:picMkLst>
            <pc:docMk/>
            <pc:sldMk cId="1695220979" sldId="278"/>
            <ac:picMk id="7" creationId="{1DF2925F-F1E4-4DF4-AA1A-7FB356D1BE06}"/>
          </ac:picMkLst>
        </pc:picChg>
        <pc:picChg chg="del">
          <ac:chgData name="沛溪 中村" userId="4b6ad4d7a42030dd" providerId="LiveId" clId="{353225E4-864F-467D-8322-849B9B0A9092}" dt="2026-01-16T05:52:25.276" v="13169" actId="478"/>
          <ac:picMkLst>
            <pc:docMk/>
            <pc:sldMk cId="1695220979" sldId="278"/>
            <ac:picMk id="8" creationId="{FBBD54A5-D67C-4D20-8777-3E2ABE6BCFBE}"/>
          </ac:picMkLst>
        </pc:picChg>
        <pc:picChg chg="del">
          <ac:chgData name="沛溪 中村" userId="4b6ad4d7a42030dd" providerId="LiveId" clId="{353225E4-864F-467D-8322-849B9B0A9092}" dt="2026-01-16T05:52:35.382" v="13180" actId="478"/>
          <ac:picMkLst>
            <pc:docMk/>
            <pc:sldMk cId="1695220979" sldId="278"/>
            <ac:picMk id="11" creationId="{0E7272FF-573B-4E50-8205-62D72418B58E}"/>
          </ac:picMkLst>
        </pc:picChg>
        <pc:picChg chg="add del">
          <ac:chgData name="沛溪 中村" userId="4b6ad4d7a42030dd" providerId="LiveId" clId="{353225E4-864F-467D-8322-849B9B0A9092}" dt="2026-01-16T05:54:50.293" v="13253" actId="22"/>
          <ac:picMkLst>
            <pc:docMk/>
            <pc:sldMk cId="1695220979" sldId="278"/>
            <ac:picMk id="12" creationId="{384BBC2C-1C0D-461D-B6FD-77AC9025246D}"/>
          </ac:picMkLst>
        </pc:picChg>
        <pc:picChg chg="del">
          <ac:chgData name="沛溪 中村" userId="4b6ad4d7a42030dd" providerId="LiveId" clId="{353225E4-864F-467D-8322-849B9B0A9092}" dt="2026-01-16T05:52:34.113" v="13178" actId="478"/>
          <ac:picMkLst>
            <pc:docMk/>
            <pc:sldMk cId="1695220979" sldId="278"/>
            <ac:picMk id="19" creationId="{EC522C52-C311-41B8-8E44-1318BB0FC2C1}"/>
          </ac:picMkLst>
        </pc:picChg>
        <pc:cxnChg chg="del">
          <ac:chgData name="沛溪 中村" userId="4b6ad4d7a42030dd" providerId="LiveId" clId="{353225E4-864F-467D-8322-849B9B0A9092}" dt="2026-01-16T05:52:28.694" v="13172" actId="478"/>
          <ac:cxnSpMkLst>
            <pc:docMk/>
            <pc:sldMk cId="1695220979" sldId="278"/>
            <ac:cxnSpMk id="13" creationId="{0691A1D0-39E4-4F61-921B-B0F2C949EFA1}"/>
          </ac:cxnSpMkLst>
        </pc:cxnChg>
      </pc:sldChg>
      <pc:sldChg chg="addSp delSp modSp add del mod">
        <pc:chgData name="沛溪 中村" userId="4b6ad4d7a42030dd" providerId="LiveId" clId="{353225E4-864F-467D-8322-849B9B0A9092}" dt="2026-01-15T11:34:53.773" v="12706" actId="47"/>
        <pc:sldMkLst>
          <pc:docMk/>
          <pc:sldMk cId="2276226896" sldId="278"/>
        </pc:sldMkLst>
        <pc:spChg chg="del">
          <ac:chgData name="沛溪 中村" userId="4b6ad4d7a42030dd" providerId="LiveId" clId="{353225E4-864F-467D-8322-849B9B0A9092}" dt="2026-01-15T11:28:25.839" v="12537" actId="478"/>
          <ac:spMkLst>
            <pc:docMk/>
            <pc:sldMk cId="2276226896" sldId="278"/>
            <ac:spMk id="11" creationId="{0AC2D86F-02F7-43BE-B1BC-3C95C84E3392}"/>
          </ac:spMkLst>
        </pc:spChg>
        <pc:spChg chg="del mod">
          <ac:chgData name="沛溪 中村" userId="4b6ad4d7a42030dd" providerId="LiveId" clId="{353225E4-864F-467D-8322-849B9B0A9092}" dt="2026-01-15T11:28:27.539" v="12540" actId="478"/>
          <ac:spMkLst>
            <pc:docMk/>
            <pc:sldMk cId="2276226896" sldId="278"/>
            <ac:spMk id="16" creationId="{AEE59DDF-AA97-4B89-B145-FFDE4B14BA61}"/>
          </ac:spMkLst>
        </pc:spChg>
        <pc:spChg chg="add mod">
          <ac:chgData name="沛溪 中村" userId="4b6ad4d7a42030dd" providerId="LiveId" clId="{353225E4-864F-467D-8322-849B9B0A9092}" dt="2026-01-15T11:32:41.785" v="12649" actId="1076"/>
          <ac:spMkLst>
            <pc:docMk/>
            <pc:sldMk cId="2276226896" sldId="278"/>
            <ac:spMk id="17" creationId="{DB298AAD-73E8-4588-80B2-91250D4E834F}"/>
          </ac:spMkLst>
        </pc:spChg>
        <pc:picChg chg="add mod">
          <ac:chgData name="沛溪 中村" userId="4b6ad4d7a42030dd" providerId="LiveId" clId="{353225E4-864F-467D-8322-849B9B0A9092}" dt="2026-01-15T11:33:10.277" v="12652" actId="1076"/>
          <ac:picMkLst>
            <pc:docMk/>
            <pc:sldMk cId="2276226896" sldId="278"/>
            <ac:picMk id="6" creationId="{8447629F-8308-443F-B87D-E9C94B4D4E64}"/>
          </ac:picMkLst>
        </pc:picChg>
        <pc:picChg chg="add del">
          <ac:chgData name="沛溪 中村" userId="4b6ad4d7a42030dd" providerId="LiveId" clId="{353225E4-864F-467D-8322-849B9B0A9092}" dt="2026-01-15T11:31:14.505" v="12545" actId="22"/>
          <ac:picMkLst>
            <pc:docMk/>
            <pc:sldMk cId="2276226896" sldId="278"/>
            <ac:picMk id="8" creationId="{8049B03D-0BAE-408F-AB25-E7D32F1DCB61}"/>
          </ac:picMkLst>
        </pc:picChg>
        <pc:picChg chg="del">
          <ac:chgData name="沛溪 中村" userId="4b6ad4d7a42030dd" providerId="LiveId" clId="{353225E4-864F-467D-8322-849B9B0A9092}" dt="2026-01-15T11:28:26.412" v="12538" actId="478"/>
          <ac:picMkLst>
            <pc:docMk/>
            <pc:sldMk cId="2276226896" sldId="278"/>
            <ac:picMk id="10" creationId="{433755D7-F930-40BC-B859-EC1FB51B1B95}"/>
          </ac:picMkLst>
        </pc:picChg>
        <pc:picChg chg="del">
          <ac:chgData name="沛溪 中村" userId="4b6ad4d7a42030dd" providerId="LiveId" clId="{353225E4-864F-467D-8322-849B9B0A9092}" dt="2026-01-15T11:28:27.970" v="12541" actId="478"/>
          <ac:picMkLst>
            <pc:docMk/>
            <pc:sldMk cId="2276226896" sldId="278"/>
            <ac:picMk id="13" creationId="{E2D9B80D-69D7-4665-8C55-7E44F1A1DC64}"/>
          </ac:picMkLst>
        </pc:picChg>
        <pc:picChg chg="add mod">
          <ac:chgData name="沛溪 中村" userId="4b6ad4d7a42030dd" providerId="LiveId" clId="{353225E4-864F-467D-8322-849B9B0A9092}" dt="2026-01-15T11:33:07.913" v="12651" actId="1076"/>
          <ac:picMkLst>
            <pc:docMk/>
            <pc:sldMk cId="2276226896" sldId="278"/>
            <ac:picMk id="14" creationId="{DA36DF96-3478-4D02-AD42-0BFBD9EBDE6A}"/>
          </ac:picMkLst>
        </pc:picChg>
        <pc:picChg chg="del mod">
          <ac:chgData name="沛溪 中村" userId="4b6ad4d7a42030dd" providerId="LiveId" clId="{353225E4-864F-467D-8322-849B9B0A9092}" dt="2026-01-15T11:28:24.773" v="12536" actId="478"/>
          <ac:picMkLst>
            <pc:docMk/>
            <pc:sldMk cId="2276226896" sldId="278"/>
            <ac:picMk id="15" creationId="{D9E8B399-BC70-44E7-BA02-DB356E4F3CF6}"/>
          </ac:picMkLst>
        </pc:picChg>
        <pc:picChg chg="add del mod">
          <ac:chgData name="沛溪 中村" userId="4b6ad4d7a42030dd" providerId="LiveId" clId="{353225E4-864F-467D-8322-849B9B0A9092}" dt="2026-01-15T11:34:43.893" v="12699" actId="21"/>
          <ac:picMkLst>
            <pc:docMk/>
            <pc:sldMk cId="2276226896" sldId="278"/>
            <ac:picMk id="18" creationId="{BF872723-8D06-4520-BA61-5A82DB0FBF74}"/>
          </ac:picMkLst>
        </pc:picChg>
      </pc:sldChg>
      <pc:sldChg chg="delSp modSp add del mod">
        <pc:chgData name="沛溪 中村" userId="4b6ad4d7a42030dd" providerId="LiveId" clId="{353225E4-864F-467D-8322-849B9B0A9092}" dt="2026-01-16T05:52:08.576" v="13166" actId="47"/>
        <pc:sldMkLst>
          <pc:docMk/>
          <pc:sldMk cId="3138191747" sldId="278"/>
        </pc:sldMkLst>
        <pc:spChg chg="mod">
          <ac:chgData name="沛溪 中村" userId="4b6ad4d7a42030dd" providerId="LiveId" clId="{353225E4-864F-467D-8322-849B9B0A9092}" dt="2026-01-16T05:50:18.494" v="13040" actId="1076"/>
          <ac:spMkLst>
            <pc:docMk/>
            <pc:sldMk cId="3138191747" sldId="278"/>
            <ac:spMk id="14" creationId="{62035740-A158-440C-8C28-DB59AE8F0B16}"/>
          </ac:spMkLst>
        </pc:spChg>
        <pc:picChg chg="del">
          <ac:chgData name="沛溪 中村" userId="4b6ad4d7a42030dd" providerId="LiveId" clId="{353225E4-864F-467D-8322-849B9B0A9092}" dt="2026-01-16T05:50:16.004" v="13038" actId="478"/>
          <ac:picMkLst>
            <pc:docMk/>
            <pc:sldMk cId="3138191747" sldId="278"/>
            <ac:picMk id="10" creationId="{00408EAB-D660-4160-9171-37FF4D424089}"/>
          </ac:picMkLst>
        </pc:picChg>
        <pc:picChg chg="del">
          <ac:chgData name="沛溪 中村" userId="4b6ad4d7a42030dd" providerId="LiveId" clId="{353225E4-864F-467D-8322-849B9B0A9092}" dt="2026-01-16T05:50:16.652" v="13039" actId="478"/>
          <ac:picMkLst>
            <pc:docMk/>
            <pc:sldMk cId="3138191747" sldId="278"/>
            <ac:picMk id="13" creationId="{15BD1663-F9D6-4821-A599-B484139730AC}"/>
          </ac:picMkLst>
        </pc:picChg>
      </pc:sldChg>
      <pc:sldChg chg="add del">
        <pc:chgData name="沛溪 中村" userId="4b6ad4d7a42030dd" providerId="LiveId" clId="{353225E4-864F-467D-8322-849B9B0A9092}" dt="2026-01-15T11:34:52.979" v="12705" actId="47"/>
        <pc:sldMkLst>
          <pc:docMk/>
          <pc:sldMk cId="4170395498" sldId="279"/>
        </pc:sldMkLst>
      </pc:sldChg>
      <pc:sldChg chg="delSp modSp add mod">
        <pc:chgData name="沛溪 中村" userId="4b6ad4d7a42030dd" providerId="LiveId" clId="{353225E4-864F-467D-8322-849B9B0A9092}" dt="2026-01-16T05:55:44.675" v="13307" actId="1076"/>
        <pc:sldMkLst>
          <pc:docMk/>
          <pc:sldMk cId="4248327898" sldId="279"/>
        </pc:sldMkLst>
        <pc:spChg chg="mod">
          <ac:chgData name="沛溪 中村" userId="4b6ad4d7a42030dd" providerId="LiveId" clId="{353225E4-864F-467D-8322-849B9B0A9092}" dt="2026-01-16T05:55:19.298" v="13263" actId="1076"/>
          <ac:spMkLst>
            <pc:docMk/>
            <pc:sldMk cId="4248327898" sldId="279"/>
            <ac:spMk id="5" creationId="{D125D484-8EF3-4744-8DB4-6AC4DC1E9BFF}"/>
          </ac:spMkLst>
        </pc:spChg>
        <pc:spChg chg="del">
          <ac:chgData name="沛溪 中村" userId="4b6ad4d7a42030dd" providerId="LiveId" clId="{353225E4-864F-467D-8322-849B9B0A9092}" dt="2026-01-16T05:55:00.825" v="13255" actId="478"/>
          <ac:spMkLst>
            <pc:docMk/>
            <pc:sldMk cId="4248327898" sldId="279"/>
            <ac:spMk id="7" creationId="{71FFC770-4F84-41E7-81EC-C07101026A75}"/>
          </ac:spMkLst>
        </pc:spChg>
        <pc:spChg chg="mod">
          <ac:chgData name="沛溪 中村" userId="4b6ad4d7a42030dd" providerId="LiveId" clId="{353225E4-864F-467D-8322-849B9B0A9092}" dt="2026-01-16T05:55:41.889" v="13306" actId="1076"/>
          <ac:spMkLst>
            <pc:docMk/>
            <pc:sldMk cId="4248327898" sldId="279"/>
            <ac:spMk id="8" creationId="{01943EB9-EBD7-4A9A-83A8-3A2C5B91BCDC}"/>
          </ac:spMkLst>
        </pc:spChg>
        <pc:spChg chg="mod">
          <ac:chgData name="沛溪 中村" userId="4b6ad4d7a42030dd" providerId="LiveId" clId="{353225E4-864F-467D-8322-849B9B0A9092}" dt="2026-01-16T05:55:44.675" v="13307" actId="1076"/>
          <ac:spMkLst>
            <pc:docMk/>
            <pc:sldMk cId="4248327898" sldId="279"/>
            <ac:spMk id="9" creationId="{9F7F6DBD-D2D3-497C-AB94-617808ED62E3}"/>
          </ac:spMkLst>
        </pc:spChg>
        <pc:spChg chg="del">
          <ac:chgData name="沛溪 中村" userId="4b6ad4d7a42030dd" providerId="LiveId" clId="{353225E4-864F-467D-8322-849B9B0A9092}" dt="2026-01-16T05:55:26.189" v="13265" actId="478"/>
          <ac:spMkLst>
            <pc:docMk/>
            <pc:sldMk cId="4248327898" sldId="279"/>
            <ac:spMk id="10" creationId="{93B870E4-AFA2-4381-B016-E62A516F7C42}"/>
          </ac:spMkLst>
        </pc:spChg>
        <pc:cxnChg chg="mod">
          <ac:chgData name="沛溪 中村" userId="4b6ad4d7a42030dd" providerId="LiveId" clId="{353225E4-864F-467D-8322-849B9B0A9092}" dt="2026-01-16T05:55:20.996" v="13264" actId="14100"/>
          <ac:cxnSpMkLst>
            <pc:docMk/>
            <pc:sldMk cId="4248327898" sldId="279"/>
            <ac:cxnSpMk id="12" creationId="{3F05A2EC-5B70-4C95-A4E4-B59144FF57B2}"/>
          </ac:cxnSpMkLst>
        </pc:cxnChg>
      </pc:sldChg>
      <pc:sldMasterChg chg="setBg addSldLayout modSldLayout">
        <pc:chgData name="沛溪 中村" userId="4b6ad4d7a42030dd" providerId="LiveId" clId="{353225E4-864F-467D-8322-849B9B0A9092}" dt="2026-01-13T11:55:28.569" v="319"/>
        <pc:sldMasterMkLst>
          <pc:docMk/>
          <pc:sldMasterMk cId="1930750071" sldId="2147483648"/>
        </pc:sldMasterMkLst>
        <pc:sldLayoutChg chg="add setBg">
          <pc:chgData name="沛溪 中村" userId="4b6ad4d7a42030dd" providerId="LiveId" clId="{353225E4-864F-467D-8322-849B9B0A9092}" dt="2026-01-13T11:55:28.569" v="319"/>
          <pc:sldLayoutMkLst>
            <pc:docMk/>
            <pc:sldMasterMk cId="1930750071" sldId="2147483648"/>
            <pc:sldLayoutMk cId="3489651178" sldId="2147483649"/>
          </pc:sldLayoutMkLst>
        </pc:sldLayoutChg>
      </pc:sldMasterChg>
    </pc:docChg>
  </pc:docChgLst>
  <pc:docChgLst>
    <pc:chgData name="沛溪 中村" userId="4b6ad4d7a42030dd" providerId="LiveId" clId="{B9F9AE90-CAA5-45CE-B33A-9388F3B08ED2}"/>
    <pc:docChg chg="undo redo custSel addSld delSld modSld sldOrd modMainMaster">
      <pc:chgData name="沛溪 中村" userId="4b6ad4d7a42030dd" providerId="LiveId" clId="{B9F9AE90-CAA5-45CE-B33A-9388F3B08ED2}" dt="2026-02-04T06:28:18.075" v="11687" actId="20577"/>
      <pc:docMkLst>
        <pc:docMk/>
      </pc:docMkLst>
      <pc:sldChg chg="addSp delSp modSp mod modTransition setBg">
        <pc:chgData name="沛溪 中村" userId="4b6ad4d7a42030dd" providerId="LiveId" clId="{B9F9AE90-CAA5-45CE-B33A-9388F3B08ED2}" dt="2026-02-04T06:28:18.075" v="11687" actId="20577"/>
        <pc:sldMkLst>
          <pc:docMk/>
          <pc:sldMk cId="567495197" sldId="256"/>
        </pc:sldMkLst>
        <pc:spChg chg="add del mod">
          <ac:chgData name="沛溪 中村" userId="4b6ad4d7a42030dd" providerId="LiveId" clId="{B9F9AE90-CAA5-45CE-B33A-9388F3B08ED2}" dt="2026-02-03T07:49:22.156" v="302" actId="478"/>
          <ac:spMkLst>
            <pc:docMk/>
            <pc:sldMk cId="567495197" sldId="256"/>
            <ac:spMk id="2" creationId="{3CB133C5-60DE-4D40-BC53-A5CBF562F141}"/>
          </ac:spMkLst>
        </pc:spChg>
        <pc:spChg chg="add del mod">
          <ac:chgData name="沛溪 中村" userId="4b6ad4d7a42030dd" providerId="LiveId" clId="{B9F9AE90-CAA5-45CE-B33A-9388F3B08ED2}" dt="2026-02-03T08:02:38.148" v="1021"/>
          <ac:spMkLst>
            <pc:docMk/>
            <pc:sldMk cId="567495197" sldId="256"/>
            <ac:spMk id="3" creationId="{148A6C5C-A7B0-49D8-934F-178BF57C622A}"/>
          </ac:spMkLst>
        </pc:spChg>
        <pc:spChg chg="del mod">
          <ac:chgData name="沛溪 中村" userId="4b6ad4d7a42030dd" providerId="LiveId" clId="{B9F9AE90-CAA5-45CE-B33A-9388F3B08ED2}" dt="2026-02-03T08:05:59.824" v="1465" actId="478"/>
          <ac:spMkLst>
            <pc:docMk/>
            <pc:sldMk cId="567495197" sldId="256"/>
            <ac:spMk id="4" creationId="{485999F7-05DF-4793-A1BA-59776A064A90}"/>
          </ac:spMkLst>
        </pc:spChg>
        <pc:spChg chg="mod">
          <ac:chgData name="沛溪 中村" userId="4b6ad4d7a42030dd" providerId="LiveId" clId="{B9F9AE90-CAA5-45CE-B33A-9388F3B08ED2}" dt="2026-02-03T08:35:23.410" v="2030" actId="207"/>
          <ac:spMkLst>
            <pc:docMk/>
            <pc:sldMk cId="567495197" sldId="256"/>
            <ac:spMk id="5" creationId="{D125D484-8EF3-4744-8DB4-6AC4DC1E9BFF}"/>
          </ac:spMkLst>
        </pc:spChg>
        <pc:spChg chg="add del mod">
          <ac:chgData name="沛溪 中村" userId="4b6ad4d7a42030dd" providerId="LiveId" clId="{B9F9AE90-CAA5-45CE-B33A-9388F3B08ED2}" dt="2026-02-03T08:02:38.148" v="1023"/>
          <ac:spMkLst>
            <pc:docMk/>
            <pc:sldMk cId="567495197" sldId="256"/>
            <ac:spMk id="6" creationId="{4D583E32-9111-43BB-A294-938F842FFE9B}"/>
          </ac:spMkLst>
        </pc:spChg>
        <pc:spChg chg="mod">
          <ac:chgData name="沛溪 中村" userId="4b6ad4d7a42030dd" providerId="LiveId" clId="{B9F9AE90-CAA5-45CE-B33A-9388F3B08ED2}" dt="2026-02-03T08:35:23.410" v="2030" actId="207"/>
          <ac:spMkLst>
            <pc:docMk/>
            <pc:sldMk cId="567495197" sldId="256"/>
            <ac:spMk id="7" creationId="{71FFC770-4F84-41E7-81EC-C07101026A75}"/>
          </ac:spMkLst>
        </pc:spChg>
        <pc:spChg chg="mod ord">
          <ac:chgData name="沛溪 中村" userId="4b6ad4d7a42030dd" providerId="LiveId" clId="{B9F9AE90-CAA5-45CE-B33A-9388F3B08ED2}" dt="2026-02-04T06:28:18.075" v="11687" actId="20577"/>
          <ac:spMkLst>
            <pc:docMk/>
            <pc:sldMk cId="567495197" sldId="256"/>
            <ac:spMk id="8" creationId="{01943EB9-EBD7-4A9A-83A8-3A2C5B91BCDC}"/>
          </ac:spMkLst>
        </pc:spChg>
        <pc:spChg chg="mod ord">
          <ac:chgData name="沛溪 中村" userId="4b6ad4d7a42030dd" providerId="LiveId" clId="{B9F9AE90-CAA5-45CE-B33A-9388F3B08ED2}" dt="2026-02-03T09:15:05.779" v="2312" actId="1076"/>
          <ac:spMkLst>
            <pc:docMk/>
            <pc:sldMk cId="567495197" sldId="256"/>
            <ac:spMk id="9" creationId="{9F7F6DBD-D2D3-497C-AB94-617808ED62E3}"/>
          </ac:spMkLst>
        </pc:spChg>
        <pc:spChg chg="mod ord">
          <ac:chgData name="沛溪 中村" userId="4b6ad4d7a42030dd" providerId="LiveId" clId="{B9F9AE90-CAA5-45CE-B33A-9388F3B08ED2}" dt="2026-02-03T08:27:55.876" v="1885" actId="1076"/>
          <ac:spMkLst>
            <pc:docMk/>
            <pc:sldMk cId="567495197" sldId="256"/>
            <ac:spMk id="10" creationId="{93B870E4-AFA2-4381-B016-E62A516F7C42}"/>
          </ac:spMkLst>
        </pc:spChg>
        <pc:spChg chg="add mod ord">
          <ac:chgData name="沛溪 中村" userId="4b6ad4d7a42030dd" providerId="LiveId" clId="{B9F9AE90-CAA5-45CE-B33A-9388F3B08ED2}" dt="2026-02-03T10:46:01.737" v="5334" actId="164"/>
          <ac:spMkLst>
            <pc:docMk/>
            <pc:sldMk cId="567495197" sldId="256"/>
            <ac:spMk id="13" creationId="{DD1921F9-E56B-447E-976E-75B5EBCCDDD3}"/>
          </ac:spMkLst>
        </pc:spChg>
        <pc:spChg chg="add del mod ord">
          <ac:chgData name="沛溪 中村" userId="4b6ad4d7a42030dd" providerId="LiveId" clId="{B9F9AE90-CAA5-45CE-B33A-9388F3B08ED2}" dt="2026-02-03T07:54:01.954" v="417" actId="478"/>
          <ac:spMkLst>
            <pc:docMk/>
            <pc:sldMk cId="567495197" sldId="256"/>
            <ac:spMk id="14" creationId="{3C6DAC4B-CFE8-474B-A539-51EE41A18DC0}"/>
          </ac:spMkLst>
        </pc:spChg>
        <pc:spChg chg="mod">
          <ac:chgData name="沛溪 中村" userId="4b6ad4d7a42030dd" providerId="LiveId" clId="{B9F9AE90-CAA5-45CE-B33A-9388F3B08ED2}" dt="2026-02-03T10:45:41.358" v="5331" actId="164"/>
          <ac:spMkLst>
            <pc:docMk/>
            <pc:sldMk cId="567495197" sldId="256"/>
            <ac:spMk id="16" creationId="{A954B7F4-BA24-4D2E-AE93-B0CD461E0EFA}"/>
          </ac:spMkLst>
        </pc:spChg>
        <pc:spChg chg="add mod">
          <ac:chgData name="沛溪 中村" userId="4b6ad4d7a42030dd" providerId="LiveId" clId="{B9F9AE90-CAA5-45CE-B33A-9388F3B08ED2}" dt="2026-02-03T07:50:12.173" v="321" actId="207"/>
          <ac:spMkLst>
            <pc:docMk/>
            <pc:sldMk cId="567495197" sldId="256"/>
            <ac:spMk id="17" creationId="{F87A1524-5FC3-4116-A6AB-4E2B0FBEE389}"/>
          </ac:spMkLst>
        </pc:spChg>
        <pc:spChg chg="add del mod ord">
          <ac:chgData name="沛溪 中村" userId="4b6ad4d7a42030dd" providerId="LiveId" clId="{B9F9AE90-CAA5-45CE-B33A-9388F3B08ED2}" dt="2026-02-03T07:53:25.338" v="384" actId="478"/>
          <ac:spMkLst>
            <pc:docMk/>
            <pc:sldMk cId="567495197" sldId="256"/>
            <ac:spMk id="18" creationId="{939E8D2C-2045-41F8-BCCD-0F562CDDDC04}"/>
          </ac:spMkLst>
        </pc:spChg>
        <pc:spChg chg="add del mod ord">
          <ac:chgData name="沛溪 中村" userId="4b6ad4d7a42030dd" providerId="LiveId" clId="{B9F9AE90-CAA5-45CE-B33A-9388F3B08ED2}" dt="2026-02-03T07:54:01.066" v="416" actId="478"/>
          <ac:spMkLst>
            <pc:docMk/>
            <pc:sldMk cId="567495197" sldId="256"/>
            <ac:spMk id="19" creationId="{24EDE4D4-2F46-4572-9E7A-77CF3A95E751}"/>
          </ac:spMkLst>
        </pc:spChg>
        <pc:spChg chg="add mod ord">
          <ac:chgData name="沛溪 中村" userId="4b6ad4d7a42030dd" providerId="LiveId" clId="{B9F9AE90-CAA5-45CE-B33A-9388F3B08ED2}" dt="2026-02-03T10:45:38.155" v="5330" actId="164"/>
          <ac:spMkLst>
            <pc:docMk/>
            <pc:sldMk cId="567495197" sldId="256"/>
            <ac:spMk id="20" creationId="{E9475B00-4C4C-4C46-A969-0C234C0D7A03}"/>
          </ac:spMkLst>
        </pc:spChg>
        <pc:spChg chg="add del mod">
          <ac:chgData name="沛溪 中村" userId="4b6ad4d7a42030dd" providerId="LiveId" clId="{B9F9AE90-CAA5-45CE-B33A-9388F3B08ED2}" dt="2026-02-03T08:01:58.343" v="561"/>
          <ac:spMkLst>
            <pc:docMk/>
            <pc:sldMk cId="567495197" sldId="256"/>
            <ac:spMk id="21" creationId="{3B7526F1-C92E-4AE1-B237-E588AD3DFEA5}"/>
          </ac:spMkLst>
        </pc:spChg>
        <pc:spChg chg="add del mod ord">
          <ac:chgData name="沛溪 中村" userId="4b6ad4d7a42030dd" providerId="LiveId" clId="{B9F9AE90-CAA5-45CE-B33A-9388F3B08ED2}" dt="2026-02-03T08:08:52.902" v="1509" actId="478"/>
          <ac:spMkLst>
            <pc:docMk/>
            <pc:sldMk cId="567495197" sldId="256"/>
            <ac:spMk id="22" creationId="{475732EF-3C2D-46A4-A75C-FE646E6BC04D}"/>
          </ac:spMkLst>
        </pc:spChg>
        <pc:spChg chg="add del mod ord">
          <ac:chgData name="沛溪 中村" userId="4b6ad4d7a42030dd" providerId="LiveId" clId="{B9F9AE90-CAA5-45CE-B33A-9388F3B08ED2}" dt="2026-02-03T08:11:31.510" v="1588" actId="478"/>
          <ac:spMkLst>
            <pc:docMk/>
            <pc:sldMk cId="567495197" sldId="256"/>
            <ac:spMk id="23" creationId="{445E058A-7ECE-4021-AFE2-E6E402DAE612}"/>
          </ac:spMkLst>
        </pc:spChg>
        <pc:spChg chg="add mod">
          <ac:chgData name="沛溪 中村" userId="4b6ad4d7a42030dd" providerId="LiveId" clId="{B9F9AE90-CAA5-45CE-B33A-9388F3B08ED2}" dt="2026-02-03T08:13:34.827" v="1663" actId="207"/>
          <ac:spMkLst>
            <pc:docMk/>
            <pc:sldMk cId="567495197" sldId="256"/>
            <ac:spMk id="24" creationId="{A84F79C3-5F9F-4BBD-89DD-FB0CE090363A}"/>
          </ac:spMkLst>
        </pc:spChg>
        <pc:spChg chg="add mod">
          <ac:chgData name="沛溪 中村" userId="4b6ad4d7a42030dd" providerId="LiveId" clId="{B9F9AE90-CAA5-45CE-B33A-9388F3B08ED2}" dt="2026-02-03T08:13:18.468" v="1642" actId="207"/>
          <ac:spMkLst>
            <pc:docMk/>
            <pc:sldMk cId="567495197" sldId="256"/>
            <ac:spMk id="25" creationId="{27A6195E-2B40-4575-A96A-196D363C2E76}"/>
          </ac:spMkLst>
        </pc:spChg>
        <pc:spChg chg="add del mod ord">
          <ac:chgData name="沛溪 中村" userId="4b6ad4d7a42030dd" providerId="LiveId" clId="{B9F9AE90-CAA5-45CE-B33A-9388F3B08ED2}" dt="2026-02-03T08:16:30.818" v="1705" actId="478"/>
          <ac:spMkLst>
            <pc:docMk/>
            <pc:sldMk cId="567495197" sldId="256"/>
            <ac:spMk id="27" creationId="{E86CF727-626E-4C2E-97EE-7C1713CFF3AE}"/>
          </ac:spMkLst>
        </pc:spChg>
        <pc:spChg chg="add mod">
          <ac:chgData name="沛溪 中村" userId="4b6ad4d7a42030dd" providerId="LiveId" clId="{B9F9AE90-CAA5-45CE-B33A-9388F3B08ED2}" dt="2026-02-03T08:17:50.151" v="1720" actId="207"/>
          <ac:spMkLst>
            <pc:docMk/>
            <pc:sldMk cId="567495197" sldId="256"/>
            <ac:spMk id="28" creationId="{1A13BC81-22F0-4530-B76B-3D0325E9098D}"/>
          </ac:spMkLst>
        </pc:spChg>
        <pc:spChg chg="add mod">
          <ac:chgData name="沛溪 中村" userId="4b6ad4d7a42030dd" providerId="LiveId" clId="{B9F9AE90-CAA5-45CE-B33A-9388F3B08ED2}" dt="2026-02-03T08:17:47.597" v="1719" actId="207"/>
          <ac:spMkLst>
            <pc:docMk/>
            <pc:sldMk cId="567495197" sldId="256"/>
            <ac:spMk id="29" creationId="{DCE29DFA-F867-4DF5-8268-B93AE72FD985}"/>
          </ac:spMkLst>
        </pc:spChg>
        <pc:spChg chg="add mod">
          <ac:chgData name="沛溪 中村" userId="4b6ad4d7a42030dd" providerId="LiveId" clId="{B9F9AE90-CAA5-45CE-B33A-9388F3B08ED2}" dt="2026-02-03T10:45:41.358" v="5331" actId="164"/>
          <ac:spMkLst>
            <pc:docMk/>
            <pc:sldMk cId="567495197" sldId="256"/>
            <ac:spMk id="30" creationId="{5D7DB904-17D4-4A2C-B665-6E8E0E4B486C}"/>
          </ac:spMkLst>
        </pc:spChg>
        <pc:spChg chg="add del mod">
          <ac:chgData name="沛溪 中村" userId="4b6ad4d7a42030dd" providerId="LiveId" clId="{B9F9AE90-CAA5-45CE-B33A-9388F3B08ED2}" dt="2026-02-03T08:18:24.931" v="1730" actId="478"/>
          <ac:spMkLst>
            <pc:docMk/>
            <pc:sldMk cId="567495197" sldId="256"/>
            <ac:spMk id="31" creationId="{D51ACF91-5853-4DB6-856F-2637E39FEBCB}"/>
          </ac:spMkLst>
        </pc:spChg>
        <pc:spChg chg="add mod">
          <ac:chgData name="沛溪 中村" userId="4b6ad4d7a42030dd" providerId="LiveId" clId="{B9F9AE90-CAA5-45CE-B33A-9388F3B08ED2}" dt="2026-02-03T17:44:26.915" v="10111" actId="207"/>
          <ac:spMkLst>
            <pc:docMk/>
            <pc:sldMk cId="567495197" sldId="256"/>
            <ac:spMk id="32" creationId="{D6E809A1-47B9-4260-88A4-F5376B105101}"/>
          </ac:spMkLst>
        </pc:spChg>
        <pc:spChg chg="add mod">
          <ac:chgData name="沛溪 中村" userId="4b6ad4d7a42030dd" providerId="LiveId" clId="{B9F9AE90-CAA5-45CE-B33A-9388F3B08ED2}" dt="2026-02-03T08:32:45.095" v="1984" actId="1076"/>
          <ac:spMkLst>
            <pc:docMk/>
            <pc:sldMk cId="567495197" sldId="256"/>
            <ac:spMk id="54" creationId="{CACD65FD-FAEA-4D14-9224-73C99792263A}"/>
          </ac:spMkLst>
        </pc:spChg>
        <pc:spChg chg="add mod">
          <ac:chgData name="沛溪 中村" userId="4b6ad4d7a42030dd" providerId="LiveId" clId="{B9F9AE90-CAA5-45CE-B33A-9388F3B08ED2}" dt="2026-02-03T08:32:37.935" v="1981" actId="1076"/>
          <ac:spMkLst>
            <pc:docMk/>
            <pc:sldMk cId="567495197" sldId="256"/>
            <ac:spMk id="55" creationId="{C725F6F1-7C0F-49B2-A078-B43BA430527B}"/>
          </ac:spMkLst>
        </pc:spChg>
        <pc:spChg chg="add mod ord">
          <ac:chgData name="沛溪 中村" userId="4b6ad4d7a42030dd" providerId="LiveId" clId="{B9F9AE90-CAA5-45CE-B33A-9388F3B08ED2}" dt="2026-02-03T08:32:35.535" v="1980" actId="14100"/>
          <ac:spMkLst>
            <pc:docMk/>
            <pc:sldMk cId="567495197" sldId="256"/>
            <ac:spMk id="56" creationId="{E5D36654-8959-47E1-9069-EF51AD670E14}"/>
          </ac:spMkLst>
        </pc:spChg>
        <pc:spChg chg="add mod">
          <ac:chgData name="沛溪 中村" userId="4b6ad4d7a42030dd" providerId="LiveId" clId="{B9F9AE90-CAA5-45CE-B33A-9388F3B08ED2}" dt="2026-02-03T08:32:43.268" v="1983" actId="1076"/>
          <ac:spMkLst>
            <pc:docMk/>
            <pc:sldMk cId="567495197" sldId="256"/>
            <ac:spMk id="58" creationId="{8AD8CBD0-E9B3-47C5-A75D-4765E5CAA5DB}"/>
          </ac:spMkLst>
        </pc:spChg>
        <pc:spChg chg="add mod">
          <ac:chgData name="沛溪 中村" userId="4b6ad4d7a42030dd" providerId="LiveId" clId="{B9F9AE90-CAA5-45CE-B33A-9388F3B08ED2}" dt="2026-02-03T08:35:11.070" v="2029" actId="1076"/>
          <ac:spMkLst>
            <pc:docMk/>
            <pc:sldMk cId="567495197" sldId="256"/>
            <ac:spMk id="60" creationId="{1A8AB3AB-711E-4F6E-8F38-2DF6719BBCA8}"/>
          </ac:spMkLst>
        </pc:spChg>
        <pc:spChg chg="add mod ord">
          <ac:chgData name="沛溪 中村" userId="4b6ad4d7a42030dd" providerId="LiveId" clId="{B9F9AE90-CAA5-45CE-B33A-9388F3B08ED2}" dt="2026-02-03T09:10:25.400" v="2242" actId="207"/>
          <ac:spMkLst>
            <pc:docMk/>
            <pc:sldMk cId="567495197" sldId="256"/>
            <ac:spMk id="70" creationId="{37816DC1-75E6-40B1-988B-9BBFC78220A6}"/>
          </ac:spMkLst>
        </pc:spChg>
        <pc:spChg chg="add del mod">
          <ac:chgData name="沛溪 中村" userId="4b6ad4d7a42030dd" providerId="LiveId" clId="{B9F9AE90-CAA5-45CE-B33A-9388F3B08ED2}" dt="2026-02-03T08:36:48.037" v="2073" actId="478"/>
          <ac:spMkLst>
            <pc:docMk/>
            <pc:sldMk cId="567495197" sldId="256"/>
            <ac:spMk id="71" creationId="{353E916E-2D29-4FEC-AF16-6F45BACED63D}"/>
          </ac:spMkLst>
        </pc:spChg>
        <pc:spChg chg="add del mod">
          <ac:chgData name="沛溪 中村" userId="4b6ad4d7a42030dd" providerId="LiveId" clId="{B9F9AE90-CAA5-45CE-B33A-9388F3B08ED2}" dt="2026-02-03T08:38:10.231" v="2095" actId="478"/>
          <ac:spMkLst>
            <pc:docMk/>
            <pc:sldMk cId="567495197" sldId="256"/>
            <ac:spMk id="75" creationId="{6DE05863-3086-416E-B6A4-7A594097763F}"/>
          </ac:spMkLst>
        </pc:spChg>
        <pc:spChg chg="add del mod">
          <ac:chgData name="沛溪 中村" userId="4b6ad4d7a42030dd" providerId="LiveId" clId="{B9F9AE90-CAA5-45CE-B33A-9388F3B08ED2}" dt="2026-02-03T10:46:01.737" v="5334" actId="164"/>
          <ac:spMkLst>
            <pc:docMk/>
            <pc:sldMk cId="567495197" sldId="256"/>
            <ac:spMk id="79" creationId="{78C621D5-1D92-4151-9E6E-CCAC8D0B8FE1}"/>
          </ac:spMkLst>
        </pc:spChg>
        <pc:spChg chg="add del mod">
          <ac:chgData name="沛溪 中村" userId="4b6ad4d7a42030dd" providerId="LiveId" clId="{B9F9AE90-CAA5-45CE-B33A-9388F3B08ED2}" dt="2026-02-03T09:11:24.558" v="2263"/>
          <ac:spMkLst>
            <pc:docMk/>
            <pc:sldMk cId="567495197" sldId="256"/>
            <ac:spMk id="84" creationId="{5F56B1A9-E7A3-417C-9FE0-F3ED2BC48331}"/>
          </ac:spMkLst>
        </pc:spChg>
        <pc:spChg chg="add del mod">
          <ac:chgData name="沛溪 中村" userId="4b6ad4d7a42030dd" providerId="LiveId" clId="{B9F9AE90-CAA5-45CE-B33A-9388F3B08ED2}" dt="2026-02-03T09:14:46.144" v="2307"/>
          <ac:spMkLst>
            <pc:docMk/>
            <pc:sldMk cId="567495197" sldId="256"/>
            <ac:spMk id="85" creationId="{4D6C746B-B3A0-4E45-AE80-69C037E8F529}"/>
          </ac:spMkLst>
        </pc:spChg>
        <pc:spChg chg="add del mod">
          <ac:chgData name="沛溪 中村" userId="4b6ad4d7a42030dd" providerId="LiveId" clId="{B9F9AE90-CAA5-45CE-B33A-9388F3B08ED2}" dt="2026-02-03T09:14:45.358" v="2305" actId="11529"/>
          <ac:spMkLst>
            <pc:docMk/>
            <pc:sldMk cId="567495197" sldId="256"/>
            <ac:spMk id="86" creationId="{7F859679-7B6A-47C0-B443-6DFAB86AD016}"/>
          </ac:spMkLst>
        </pc:spChg>
        <pc:spChg chg="add mod ord">
          <ac:chgData name="沛溪 中村" userId="4b6ad4d7a42030dd" providerId="LiveId" clId="{B9F9AE90-CAA5-45CE-B33A-9388F3B08ED2}" dt="2026-02-03T09:19:14.775" v="2389" actId="1076"/>
          <ac:spMkLst>
            <pc:docMk/>
            <pc:sldMk cId="567495197" sldId="256"/>
            <ac:spMk id="96" creationId="{6ADDA9DA-8106-4BD2-BC18-1E887B219E89}"/>
          </ac:spMkLst>
        </pc:spChg>
        <pc:spChg chg="add mod">
          <ac:chgData name="沛溪 中村" userId="4b6ad4d7a42030dd" providerId="LiveId" clId="{B9F9AE90-CAA5-45CE-B33A-9388F3B08ED2}" dt="2026-02-03T09:18:44.635" v="2380" actId="692"/>
          <ac:spMkLst>
            <pc:docMk/>
            <pc:sldMk cId="567495197" sldId="256"/>
            <ac:spMk id="97" creationId="{2D5E8020-D19B-4D8E-9716-450B4FD141E6}"/>
          </ac:spMkLst>
        </pc:spChg>
        <pc:spChg chg="add del mod">
          <ac:chgData name="沛溪 中村" userId="4b6ad4d7a42030dd" providerId="LiveId" clId="{B9F9AE90-CAA5-45CE-B33A-9388F3B08ED2}" dt="2026-02-03T09:19:50.650" v="2408" actId="478"/>
          <ac:spMkLst>
            <pc:docMk/>
            <pc:sldMk cId="567495197" sldId="256"/>
            <ac:spMk id="100" creationId="{1FDCB2E4-9FCE-43E9-B87C-D5B22687B045}"/>
          </ac:spMkLst>
        </pc:spChg>
        <pc:spChg chg="add del mod ord">
          <ac:chgData name="沛溪 中村" userId="4b6ad4d7a42030dd" providerId="LiveId" clId="{B9F9AE90-CAA5-45CE-B33A-9388F3B08ED2}" dt="2026-02-03T09:22:57.518" v="2462" actId="478"/>
          <ac:spMkLst>
            <pc:docMk/>
            <pc:sldMk cId="567495197" sldId="256"/>
            <ac:spMk id="102" creationId="{92BC4A14-B0B4-43C0-8D17-3D441AE9BF2C}"/>
          </ac:spMkLst>
        </pc:spChg>
        <pc:spChg chg="add 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03" creationId="{9E9599BC-DC9B-4DCF-88BD-B20D63FE603B}"/>
          </ac:spMkLst>
        </pc:spChg>
        <pc:spChg chg="add 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04" creationId="{F08C4168-1749-42C1-B5CE-B256253C0614}"/>
          </ac:spMkLst>
        </pc:spChg>
        <pc:spChg chg="add 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05" creationId="{D0DAFB26-58B5-4292-A156-EC3D875F2ADD}"/>
          </ac:spMkLst>
        </pc:spChg>
        <pc:spChg chg="add 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06" creationId="{4836500D-2B62-4B96-83F3-F40E60431CBB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09" creationId="{DAAD2C36-A462-46D1-8DBD-2F793A21829A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10" creationId="{FBDAF471-88EA-400D-B3F8-C8C65F9935EB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11" creationId="{FF14BA52-78DB-448B-BBE5-9435DA8FDF34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12" creationId="{06F655EC-7465-4829-8FDE-42109F1A60FD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17" creationId="{DFB2E57F-63C7-4A45-8F9B-774A53321FF1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18" creationId="{79D8F727-E3F2-4229-A97A-25FA0F1E20D4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19" creationId="{F9ABE4F6-D0F5-4249-8F4C-716751EC4E35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20" creationId="{7E6B2F69-D980-4FDA-956B-0C8E5FE8B73A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21" creationId="{0046EF37-BD72-4167-8088-479D755D3C8F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22" creationId="{AC8DDC78-FEA4-490F-8C6A-DECD49DAB62D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23" creationId="{507B8EFE-4E2E-4827-8F36-C12254A9BA3F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24" creationId="{2E399502-8E50-4807-8695-69C39FD2BC4B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31" creationId="{841BEB4D-5FB2-400F-924E-C1058364695C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32" creationId="{4E687793-0FF6-4F7F-A0C7-5C93187A5A5F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33" creationId="{7F3E9EF6-AC54-4A9B-8FAB-2409A3AFB062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34" creationId="{C0018EFA-CCC5-484A-82F7-10F547C2CA9E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35" creationId="{1E72663D-E095-4907-8E2B-611757647A97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36" creationId="{FEB05639-8982-48AC-B5A6-2B16270E9044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37" creationId="{852680AD-26C9-4DE5-AE7C-7B7673A48701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38" creationId="{574A42AA-6326-4176-A0AB-283A57B3100C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41" creationId="{11111731-CCF5-468D-AFBB-C9FE5904EF24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42" creationId="{D1ACE776-1F69-475B-92DA-C728EA4C52E8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43" creationId="{6AD2FECD-3F59-4FE3-A57D-5F1FA45D58EA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44" creationId="{DA79669A-756C-4E3D-8A37-5EF05DB19345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45" creationId="{11DDB2A3-3B67-4E1D-8F63-4F3FE839EBC6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46" creationId="{760C7AEC-8491-4852-BBA9-E366427CEEA2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47" creationId="{004E8452-F7DA-4DBF-98E6-C4E6E64533E9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48" creationId="{7400A195-9E5E-4476-BAEE-A50EADC72623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54" creationId="{9183C372-DEA0-4065-9461-E7A52BB654D6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55" creationId="{6AFFB5EE-3540-499D-835A-592B84E8D633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56" creationId="{2338B6BB-BD48-4838-B3FA-40901CCC2950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57" creationId="{B3FA59B5-A653-45CA-8F00-3228C2FE309D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58" creationId="{462B69EA-578E-4BC8-B137-1241482073F4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59" creationId="{8076F063-F686-4C48-A9FF-EBCEDD7636FB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60" creationId="{49494BB9-BF91-43FB-BAF9-55989656A664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61" creationId="{265F5C09-0350-4BCD-80C5-B8F104290E6F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64" creationId="{F58BCE8E-F4C3-4F34-8D53-B62401629F9D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65" creationId="{1A6B7F97-1FC7-4AFF-A521-B9018DD7C13B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66" creationId="{63EAB991-EAB4-469B-BC30-A478CCAD3EE5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67" creationId="{F8EA5345-2911-4457-8A1A-07CD0834DD28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68" creationId="{A383E67B-97E7-4D07-B19C-F8DCD6D8B991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69" creationId="{E73E3CA0-A8E2-43E5-A89E-B0448681BED5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70" creationId="{E21243A5-81F6-4012-A855-181F495FC39B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71" creationId="{0A05D313-3C6B-44DF-8772-EC2CF3109E7B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77" creationId="{F94DD024-83FB-4B0A-92C6-80BC8C6B6C9F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78" creationId="{AF746E92-C310-4889-8E76-55A324FD060F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79" creationId="{32D77F44-2ADF-4F13-8D1F-38433D99B4D9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80" creationId="{59E70692-AAA3-433F-A7B2-2AA7170AAE3A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81" creationId="{12D19F35-9939-4900-8537-F0B640514627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82" creationId="{72E1BBB0-E67B-4E7C-AE91-3C1C7FC887EE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83" creationId="{558FB48A-F721-45B1-B568-10641B2CE1B1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84" creationId="{FA29BE9F-299D-4E3A-AA85-C3CE40ACFA58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87" creationId="{E0B4C5EC-83BF-48B8-8EA7-0C2811CDFBFC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88" creationId="{45BA7F8B-0650-40AF-8B67-3DC8E1A830B8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89" creationId="{1C42D39A-5E43-4125-B749-A69FD9BB0628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90" creationId="{7BE57AFE-984D-4E37-B01A-D79C92C7B7B0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91" creationId="{7DEFF6BC-FACF-4A12-BC0F-2CB8D640BD3A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92" creationId="{338E706B-9BE7-4AE5-B95E-8C325215C25D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93" creationId="{006A400B-CE78-491C-AE02-97DAEB591794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194" creationId="{F7FF7CB8-916C-41FA-9726-4B302D8DB129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00" creationId="{26834FCD-C463-4986-934C-2CB8C06A57A4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01" creationId="{844CBF54-3CD8-44E4-8007-93DDBC033ADC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02" creationId="{F73CAA3F-5768-4ECE-BCFE-6E7678FCBC92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03" creationId="{5C424729-0A68-483A-B13D-1860DABE8237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04" creationId="{F04891F3-93EE-4188-A1B0-EAA68C4B659B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05" creationId="{1FFAE427-B03E-4B20-8032-B5B9F4F5DD22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06" creationId="{48585D74-4FB8-437C-95BE-996D9A2D2FE4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07" creationId="{C67C75A8-EF90-4357-A837-C83421C4029E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10" creationId="{A7030990-C42D-4B27-8EE9-786C9CCD0F8D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11" creationId="{C32A7566-E236-46F6-A305-FAC530E0F5F3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12" creationId="{00997B03-BB41-4561-9466-62F88D82708A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13" creationId="{B7F3CEEB-368C-4104-A0FA-B91178D2970D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14" creationId="{9BB875CE-5487-49EA-9330-2E14426EBD20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15" creationId="{056D2BDC-E1DC-4938-B06D-CCFEE9AAFF2C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16" creationId="{181BD20B-A908-4ADE-97DF-9D7A45ADC2CB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17" creationId="{B6184B35-59A4-4D9F-B9F0-7003E7146FD5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23" creationId="{B5686553-0486-40E8-878A-C0CF1791FCC4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24" creationId="{C761D4BD-2403-489B-80CA-9DFDB0F32E96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25" creationId="{BA541F7A-C363-40E3-8A45-9EC1A922E9A4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26" creationId="{EAC89B57-983D-48E4-B2DC-E7E3D81E697C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27" creationId="{37966831-8425-4CA9-BC74-A6A32AAF5D6B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28" creationId="{96B179E1-3556-4E40-B897-2F872DDD3424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29" creationId="{D0829B94-0DF3-4051-97AA-B32546215F36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30" creationId="{F41F95A5-B214-40E3-B469-6F3F21E3E4B4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33" creationId="{5BE36D75-23E9-4C9D-B70D-E616B0E3B7D7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34" creationId="{2FEAA0C8-FB97-44D9-BCB8-9900DC683D08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35" creationId="{60CF9A73-5E1B-42AB-97F8-15A17D943093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36" creationId="{B2867CB6-1A92-4E28-A945-16864B01A161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37" creationId="{52A466F3-C568-4C25-9474-266A9F424F81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38" creationId="{BC3878F3-203B-4720-9D73-5E1F0BFF2750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39" creationId="{23603F3B-30F2-4D60-AE4F-4EB034616CAD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40" creationId="{A6A1FEF6-E43E-4B9A-9361-7CAC3FBF5D3B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46" creationId="{7DD74C4F-8582-4F56-AD5B-AEFBC24B3AA4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47" creationId="{1BC78019-EECD-4BCE-AE28-814F95448588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48" creationId="{E5047232-B2DE-477C-84B4-E186CCA2A681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49" creationId="{64453EA2-EAE6-41C6-9138-0D20B4ED2120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50" creationId="{C7CD6479-1DF7-4BFC-83DF-996042A0B85C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51" creationId="{FB468947-6BBB-4A45-A1E1-A1D3C1A2EA50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52" creationId="{4B8E14D7-72FC-4453-A2A5-24491AABCEF0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53" creationId="{27DBB93D-3F1B-4AA6-82C8-5CEA4CBE9053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56" creationId="{375B18A8-67DB-44BA-AAC6-308E0BA9D61D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57" creationId="{82DB7792-E23D-4CAB-9065-ED486C66AC6F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58" creationId="{A81C7C0B-BEA6-458C-BDDB-F0ADBC73CEBA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59" creationId="{EFE28A71-BEDD-4564-BB5E-C107F759456C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60" creationId="{DF018348-C38E-4C1D-BAC4-9C9950D2270A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61" creationId="{DAB452BD-0986-41C3-95D7-5DC3FF02C09B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62" creationId="{B0A17521-F6AA-4FF7-82DB-C5F99CD6E42E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63" creationId="{358D23DF-E742-42E6-B12D-B510F98BE092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69" creationId="{656E7864-90E8-4EDD-8918-874F21C2131B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70" creationId="{2CD7AC0D-05CA-4FE5-BC64-9561C4E83131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71" creationId="{461EBD8B-0AB1-4F54-ACC4-50434B782810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72" creationId="{856822D6-5A6D-4AF9-9865-765AC44D0619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73" creationId="{BC8D6C6A-E09B-464F-82A5-9CF84318EECA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74" creationId="{15508A71-E163-41AB-8909-A99D6510F420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75" creationId="{29AF2A66-229F-4C49-9788-91B0DFA10B08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76" creationId="{D98E131C-047C-4813-9750-3FEAA116E554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79" creationId="{97509BC0-A086-40A8-9AF6-094CB01444B3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80" creationId="{F43C1268-81C1-4A34-BA62-A9A0459C0147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81" creationId="{E655F18A-3B31-4FC4-AA52-10569E414FF2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82" creationId="{12C4727C-7822-4198-A9B4-C6637BC1A3FE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83" creationId="{6E8476E3-1135-41EB-AE3F-B77E722281AD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84" creationId="{7DBE936B-0B88-4314-B63F-BE30189D0CA3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85" creationId="{D9C42B7D-D2F7-423A-8952-1F8A1674805A}"/>
          </ac:spMkLst>
        </pc:spChg>
        <pc:spChg chg="mod">
          <ac:chgData name="沛溪 中村" userId="4b6ad4d7a42030dd" providerId="LiveId" clId="{B9F9AE90-CAA5-45CE-B33A-9388F3B08ED2}" dt="2026-02-03T09:26:55.713" v="2512" actId="207"/>
          <ac:spMkLst>
            <pc:docMk/>
            <pc:sldMk cId="567495197" sldId="256"/>
            <ac:spMk id="286" creationId="{AB664421-DC5D-4ADE-8203-9DBB1F326D15}"/>
          </ac:spMkLst>
        </pc:spChg>
        <pc:spChg chg="mod">
          <ac:chgData name="沛溪 中村" userId="4b6ad4d7a42030dd" providerId="LiveId" clId="{B9F9AE90-CAA5-45CE-B33A-9388F3B08ED2}" dt="2026-02-03T09:26:07.335" v="2505" actId="207"/>
          <ac:spMkLst>
            <pc:docMk/>
            <pc:sldMk cId="567495197" sldId="256"/>
            <ac:spMk id="292" creationId="{CDFFE231-1C5D-42AC-BF15-83520D15FFE5}"/>
          </ac:spMkLst>
        </pc:spChg>
        <pc:spChg chg="mod">
          <ac:chgData name="沛溪 中村" userId="4b6ad4d7a42030dd" providerId="LiveId" clId="{B9F9AE90-CAA5-45CE-B33A-9388F3B08ED2}" dt="2026-02-03T09:26:07.335" v="2505" actId="207"/>
          <ac:spMkLst>
            <pc:docMk/>
            <pc:sldMk cId="567495197" sldId="256"/>
            <ac:spMk id="293" creationId="{0519A579-46FF-4A18-9F90-7E84997556AF}"/>
          </ac:spMkLst>
        </pc:spChg>
        <pc:spChg chg="mod">
          <ac:chgData name="沛溪 中村" userId="4b6ad4d7a42030dd" providerId="LiveId" clId="{B9F9AE90-CAA5-45CE-B33A-9388F3B08ED2}" dt="2026-02-03T09:26:07.335" v="2505" actId="207"/>
          <ac:spMkLst>
            <pc:docMk/>
            <pc:sldMk cId="567495197" sldId="256"/>
            <ac:spMk id="294" creationId="{35238003-575C-4709-A6F8-5BCCE3D7CADD}"/>
          </ac:spMkLst>
        </pc:spChg>
        <pc:spChg chg="mod">
          <ac:chgData name="沛溪 中村" userId="4b6ad4d7a42030dd" providerId="LiveId" clId="{B9F9AE90-CAA5-45CE-B33A-9388F3B08ED2}" dt="2026-02-03T09:26:07.335" v="2505" actId="207"/>
          <ac:spMkLst>
            <pc:docMk/>
            <pc:sldMk cId="567495197" sldId="256"/>
            <ac:spMk id="295" creationId="{AFF69DBE-641C-40D7-B46E-745029C1FC66}"/>
          </ac:spMkLst>
        </pc:spChg>
        <pc:spChg chg="mod">
          <ac:chgData name="沛溪 中村" userId="4b6ad4d7a42030dd" providerId="LiveId" clId="{B9F9AE90-CAA5-45CE-B33A-9388F3B08ED2}" dt="2026-02-03T09:26:07.335" v="2505" actId="207"/>
          <ac:spMkLst>
            <pc:docMk/>
            <pc:sldMk cId="567495197" sldId="256"/>
            <ac:spMk id="296" creationId="{8845BAB1-7E79-4D85-B5A0-563E23FFCCE6}"/>
          </ac:spMkLst>
        </pc:spChg>
        <pc:spChg chg="mod">
          <ac:chgData name="沛溪 中村" userId="4b6ad4d7a42030dd" providerId="LiveId" clId="{B9F9AE90-CAA5-45CE-B33A-9388F3B08ED2}" dt="2026-02-03T09:26:07.335" v="2505" actId="207"/>
          <ac:spMkLst>
            <pc:docMk/>
            <pc:sldMk cId="567495197" sldId="256"/>
            <ac:spMk id="297" creationId="{F0159D38-0805-4BF9-9121-FB4E5D85A037}"/>
          </ac:spMkLst>
        </pc:spChg>
        <pc:spChg chg="mod">
          <ac:chgData name="沛溪 中村" userId="4b6ad4d7a42030dd" providerId="LiveId" clId="{B9F9AE90-CAA5-45CE-B33A-9388F3B08ED2}" dt="2026-02-03T09:26:07.335" v="2505" actId="207"/>
          <ac:spMkLst>
            <pc:docMk/>
            <pc:sldMk cId="567495197" sldId="256"/>
            <ac:spMk id="298" creationId="{B76215F3-56E2-4FC6-8B79-529093CFD8C1}"/>
          </ac:spMkLst>
        </pc:spChg>
        <pc:spChg chg="mod">
          <ac:chgData name="沛溪 中村" userId="4b6ad4d7a42030dd" providerId="LiveId" clId="{B9F9AE90-CAA5-45CE-B33A-9388F3B08ED2}" dt="2026-02-03T09:26:07.335" v="2505" actId="207"/>
          <ac:spMkLst>
            <pc:docMk/>
            <pc:sldMk cId="567495197" sldId="256"/>
            <ac:spMk id="299" creationId="{2417AA37-06F1-4D7B-A95D-7A59B88A842B}"/>
          </ac:spMkLst>
        </pc:spChg>
        <pc:spChg chg="mod">
          <ac:chgData name="沛溪 中村" userId="4b6ad4d7a42030dd" providerId="LiveId" clId="{B9F9AE90-CAA5-45CE-B33A-9388F3B08ED2}" dt="2026-02-03T09:26:07.335" v="2505" actId="207"/>
          <ac:spMkLst>
            <pc:docMk/>
            <pc:sldMk cId="567495197" sldId="256"/>
            <ac:spMk id="302" creationId="{A60F1340-DB13-407D-9337-7953F02D3677}"/>
          </ac:spMkLst>
        </pc:spChg>
        <pc:spChg chg="mod">
          <ac:chgData name="沛溪 中村" userId="4b6ad4d7a42030dd" providerId="LiveId" clId="{B9F9AE90-CAA5-45CE-B33A-9388F3B08ED2}" dt="2026-02-03T09:26:07.335" v="2505" actId="207"/>
          <ac:spMkLst>
            <pc:docMk/>
            <pc:sldMk cId="567495197" sldId="256"/>
            <ac:spMk id="303" creationId="{79DF1B4C-2E72-4244-8BFE-FB25816F1070}"/>
          </ac:spMkLst>
        </pc:spChg>
        <pc:spChg chg="mod">
          <ac:chgData name="沛溪 中村" userId="4b6ad4d7a42030dd" providerId="LiveId" clId="{B9F9AE90-CAA5-45CE-B33A-9388F3B08ED2}" dt="2026-02-03T09:26:07.335" v="2505" actId="207"/>
          <ac:spMkLst>
            <pc:docMk/>
            <pc:sldMk cId="567495197" sldId="256"/>
            <ac:spMk id="304" creationId="{274EDC34-CC1F-4A3D-B284-3D9902D32F2C}"/>
          </ac:spMkLst>
        </pc:spChg>
        <pc:spChg chg="mod">
          <ac:chgData name="沛溪 中村" userId="4b6ad4d7a42030dd" providerId="LiveId" clId="{B9F9AE90-CAA5-45CE-B33A-9388F3B08ED2}" dt="2026-02-03T09:26:07.335" v="2505" actId="207"/>
          <ac:spMkLst>
            <pc:docMk/>
            <pc:sldMk cId="567495197" sldId="256"/>
            <ac:spMk id="305" creationId="{3CCD4451-4EE9-4D75-8FE6-2EDE4761F3E4}"/>
          </ac:spMkLst>
        </pc:spChg>
        <pc:spChg chg="mod">
          <ac:chgData name="沛溪 中村" userId="4b6ad4d7a42030dd" providerId="LiveId" clId="{B9F9AE90-CAA5-45CE-B33A-9388F3B08ED2}" dt="2026-02-03T09:26:07.335" v="2505" actId="207"/>
          <ac:spMkLst>
            <pc:docMk/>
            <pc:sldMk cId="567495197" sldId="256"/>
            <ac:spMk id="306" creationId="{8D93142B-454A-439A-8FAC-254BD1DC5758}"/>
          </ac:spMkLst>
        </pc:spChg>
        <pc:spChg chg="mod">
          <ac:chgData name="沛溪 中村" userId="4b6ad4d7a42030dd" providerId="LiveId" clId="{B9F9AE90-CAA5-45CE-B33A-9388F3B08ED2}" dt="2026-02-03T09:26:07.335" v="2505" actId="207"/>
          <ac:spMkLst>
            <pc:docMk/>
            <pc:sldMk cId="567495197" sldId="256"/>
            <ac:spMk id="307" creationId="{DB11A2AA-BF1B-436E-B37F-B1071A8A6FD3}"/>
          </ac:spMkLst>
        </pc:spChg>
        <pc:spChg chg="mod">
          <ac:chgData name="沛溪 中村" userId="4b6ad4d7a42030dd" providerId="LiveId" clId="{B9F9AE90-CAA5-45CE-B33A-9388F3B08ED2}" dt="2026-02-03T09:26:07.335" v="2505" actId="207"/>
          <ac:spMkLst>
            <pc:docMk/>
            <pc:sldMk cId="567495197" sldId="256"/>
            <ac:spMk id="308" creationId="{2246281C-86E5-40A4-8058-01B95F6E24BE}"/>
          </ac:spMkLst>
        </pc:spChg>
        <pc:spChg chg="mod">
          <ac:chgData name="沛溪 中村" userId="4b6ad4d7a42030dd" providerId="LiveId" clId="{B9F9AE90-CAA5-45CE-B33A-9388F3B08ED2}" dt="2026-02-03T09:26:07.335" v="2505" actId="207"/>
          <ac:spMkLst>
            <pc:docMk/>
            <pc:sldMk cId="567495197" sldId="256"/>
            <ac:spMk id="309" creationId="{65C10E6A-3CAD-4BD1-98BA-5E214CEC1040}"/>
          </ac:spMkLst>
        </pc:spChg>
        <pc:grpChg chg="add mod">
          <ac:chgData name="沛溪 中村" userId="4b6ad4d7a42030dd" providerId="LiveId" clId="{B9F9AE90-CAA5-45CE-B33A-9388F3B08ED2}" dt="2026-02-03T10:45:38.155" v="5330" actId="164"/>
          <ac:grpSpMkLst>
            <pc:docMk/>
            <pc:sldMk cId="567495197" sldId="256"/>
            <ac:grpSpMk id="2" creationId="{487AD5B9-F0DC-4637-9A52-A0E25D73B409}"/>
          </ac:grpSpMkLst>
        </pc:grpChg>
        <pc:grpChg chg="add mod ord">
          <ac:chgData name="沛溪 中村" userId="4b6ad4d7a42030dd" providerId="LiveId" clId="{B9F9AE90-CAA5-45CE-B33A-9388F3B08ED2}" dt="2026-02-03T10:45:43.427" v="5332" actId="167"/>
          <ac:grpSpMkLst>
            <pc:docMk/>
            <pc:sldMk cId="567495197" sldId="256"/>
            <ac:grpSpMk id="3" creationId="{59D9BE0E-D9B2-4F34-B994-B7DBAA094572}"/>
          </ac:grpSpMkLst>
        </pc:grpChg>
        <pc:grpChg chg="add mod ord">
          <ac:chgData name="沛溪 中村" userId="4b6ad4d7a42030dd" providerId="LiveId" clId="{B9F9AE90-CAA5-45CE-B33A-9388F3B08ED2}" dt="2026-02-03T10:46:04.171" v="5335" actId="167"/>
          <ac:grpSpMkLst>
            <pc:docMk/>
            <pc:sldMk cId="567495197" sldId="256"/>
            <ac:grpSpMk id="4" creationId="{CC8910D8-ECF4-4CFC-838F-60FD186F7BA3}"/>
          </ac:grpSpMkLst>
        </pc:grpChg>
        <pc:grpChg chg="add mod">
          <ac:chgData name="沛溪 中村" userId="4b6ad4d7a42030dd" providerId="LiveId" clId="{B9F9AE90-CAA5-45CE-B33A-9388F3B08ED2}" dt="2026-02-03T10:53:49.812" v="5830" actId="164"/>
          <ac:grpSpMkLst>
            <pc:docMk/>
            <pc:sldMk cId="567495197" sldId="256"/>
            <ac:grpSpMk id="6" creationId="{C5F662AA-AB12-49B3-ABB7-A246359D3064}"/>
          </ac:grpSpMkLst>
        </pc:grpChg>
        <pc:grpChg chg="add mod ord">
          <ac:chgData name="沛溪 中村" userId="4b6ad4d7a42030dd" providerId="LiveId" clId="{B9F9AE90-CAA5-45CE-B33A-9388F3B08ED2}" dt="2026-02-03T09:09:21.992" v="2227" actId="1076"/>
          <ac:grpSpMkLst>
            <pc:docMk/>
            <pc:sldMk cId="567495197" sldId="256"/>
            <ac:grpSpMk id="11" creationId="{B0DF74B0-4526-4ADD-8037-25DF45A61353}"/>
          </ac:grpSpMkLst>
        </pc:grpChg>
        <pc:grpChg chg="add del mod">
          <ac:chgData name="沛溪 中村" userId="4b6ad4d7a42030dd" providerId="LiveId" clId="{B9F9AE90-CAA5-45CE-B33A-9388F3B08ED2}" dt="2026-02-03T08:13:36.405" v="1665" actId="478"/>
          <ac:grpSpMkLst>
            <pc:docMk/>
            <pc:sldMk cId="567495197" sldId="256"/>
            <ac:grpSpMk id="26" creationId="{964C68ED-CCEA-4644-98E9-5A92CD94DAE8}"/>
          </ac:grpSpMkLst>
        </pc:grpChg>
        <pc:grpChg chg="add del mod">
          <ac:chgData name="沛溪 中村" userId="4b6ad4d7a42030dd" providerId="LiveId" clId="{B9F9AE90-CAA5-45CE-B33A-9388F3B08ED2}" dt="2026-02-04T06:18:55.202" v="11622" actId="478"/>
          <ac:grpSpMkLst>
            <pc:docMk/>
            <pc:sldMk cId="567495197" sldId="256"/>
            <ac:grpSpMk id="43" creationId="{DC604B49-5853-464E-BD38-472CB2767058}"/>
          </ac:grpSpMkLst>
        </pc:grpChg>
        <pc:grpChg chg="add del mod">
          <ac:chgData name="沛溪 中村" userId="4b6ad4d7a42030dd" providerId="LiveId" clId="{B9F9AE90-CAA5-45CE-B33A-9388F3B08ED2}" dt="2026-02-04T06:18:54.617" v="11621" actId="478"/>
          <ac:grpSpMkLst>
            <pc:docMk/>
            <pc:sldMk cId="567495197" sldId="256"/>
            <ac:grpSpMk id="44" creationId="{CB4C2DEB-ECB3-46B6-A8D9-5E0DB501819D}"/>
          </ac:grpSpMkLst>
        </pc:grpChg>
        <pc:grpChg chg="add mod">
          <ac:chgData name="沛溪 中村" userId="4b6ad4d7a42030dd" providerId="LiveId" clId="{B9F9AE90-CAA5-45CE-B33A-9388F3B08ED2}" dt="2026-02-03T10:53:49.812" v="5830" actId="164"/>
          <ac:grpSpMkLst>
            <pc:docMk/>
            <pc:sldMk cId="567495197" sldId="256"/>
            <ac:grpSpMk id="47" creationId="{22CDFE80-B602-4D31-9DDD-7CAC5C67E32B}"/>
          </ac:grpSpMkLst>
        </pc:grpChg>
        <pc:grpChg chg="add mod">
          <ac:chgData name="沛溪 中村" userId="4b6ad4d7a42030dd" providerId="LiveId" clId="{B9F9AE90-CAA5-45CE-B33A-9388F3B08ED2}" dt="2026-02-03T10:53:49.812" v="5830" actId="164"/>
          <ac:grpSpMkLst>
            <pc:docMk/>
            <pc:sldMk cId="567495197" sldId="256"/>
            <ac:grpSpMk id="50" creationId="{662C1A9E-6A20-4E8F-AC63-CD633D207FBF}"/>
          </ac:grpSpMkLst>
        </pc:grpChg>
        <pc:grpChg chg="add mod">
          <ac:chgData name="沛溪 中村" userId="4b6ad4d7a42030dd" providerId="LiveId" clId="{B9F9AE90-CAA5-45CE-B33A-9388F3B08ED2}" dt="2026-02-03T08:24:42.134" v="1874" actId="164"/>
          <ac:grpSpMkLst>
            <pc:docMk/>
            <pc:sldMk cId="567495197" sldId="256"/>
            <ac:grpSpMk id="53" creationId="{0D6FB11A-A11E-41A1-86A6-588B246075AB}"/>
          </ac:grpSpMkLst>
        </pc:grpChg>
        <pc:grpChg chg="add mod">
          <ac:chgData name="沛溪 中村" userId="4b6ad4d7a42030dd" providerId="LiveId" clId="{B9F9AE90-CAA5-45CE-B33A-9388F3B08ED2}" dt="2026-02-03T10:53:49.812" v="5830" actId="164"/>
          <ac:grpSpMkLst>
            <pc:docMk/>
            <pc:sldMk cId="567495197" sldId="256"/>
            <ac:grpSpMk id="57" creationId="{09E8BCCD-D425-4D50-A0DC-DBEFC38C1D36}"/>
          </ac:grpSpMkLst>
        </pc:grpChg>
        <pc:grpChg chg="add 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07" creationId="{FD12AC31-EEAB-4595-9162-E29304A6C44E}"/>
          </ac:grpSpMkLst>
        </pc:grpChg>
        <pc:grpChg chg="add 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08" creationId="{9626D951-43A5-4FA7-BA09-E96C213F0BDA}"/>
          </ac:grpSpMkLst>
        </pc:grpChg>
        <pc:grpChg chg="add 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13" creationId="{9B65A44F-1D39-448E-BEBA-A69D7EB018BF}"/>
          </ac:grpSpMkLst>
        </pc:grpChg>
        <pc:grpChg chg="add 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14" creationId="{4726476B-FF4B-4AEB-AC32-BB211C029599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15" creationId="{78EC6F9E-B092-4A4D-A1CD-E9A53A059318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16" creationId="{65D9E493-8454-400A-96B9-89F6359A77B6}"/>
          </ac:grpSpMkLst>
        </pc:grpChg>
        <pc:grpChg chg="add 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25" creationId="{91CE3800-C915-40CB-AB25-CD96C93D1257}"/>
          </ac:grpSpMkLst>
        </pc:grpChg>
        <pc:grpChg chg="add 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26" creationId="{E26EEC3F-00C2-4C47-A065-4BFE66730A30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27" creationId="{993CF8B2-6E5F-435D-BE83-3E143D82E2A7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28" creationId="{49FD6783-BCF3-43A7-A6FC-897AC7492CB9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29" creationId="{B675E84B-57E9-4A22-AFBC-EF4AD05DA08C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30" creationId="{96E779A9-9857-4127-B6B7-303744A91842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39" creationId="{3EEC1D91-011C-4267-8120-5A53F5B712C8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40" creationId="{1482C3D8-FE70-465A-B5E4-F674FDCEF06E}"/>
          </ac:grpSpMkLst>
        </pc:grpChg>
        <pc:grpChg chg="add 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49" creationId="{8A483A09-4BA0-4629-901B-FBA0EE633FA9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50" creationId="{22BF6060-28DE-4071-B465-5E3DE2C899E2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51" creationId="{E780897C-BC5B-451F-BA31-C3726F2409DD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52" creationId="{B01FFFF7-8558-4E19-B496-FA3561D0019F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53" creationId="{16F3A856-A7B9-4B17-96B4-F0E7E91906F2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62" creationId="{F17A75DB-9207-4DF5-973E-4002957B373D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63" creationId="{5FCBEBD2-250B-4102-A9D0-B08C031CCA85}"/>
          </ac:grpSpMkLst>
        </pc:grpChg>
        <pc:grpChg chg="add 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72" creationId="{0183A08B-E6DF-4FC2-95A1-01805FD0673A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73" creationId="{7DBBCCF2-3324-4C7E-90A1-A69E8188C468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74" creationId="{B23BD053-72AC-4FE0-BD99-B544F81EF416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75" creationId="{C15A2B7C-1EA2-436A-B3CC-8F14DD54355F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76" creationId="{CEFA3BBC-805A-4892-A76E-D6CCDBEE67D4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85" creationId="{3B048C5E-9A74-42BF-80B4-666B21E79898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86" creationId="{E98FDEBA-E1C9-41DF-A89E-0CF649EE370B}"/>
          </ac:grpSpMkLst>
        </pc:grpChg>
        <pc:grpChg chg="add 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95" creationId="{582B4614-BFB8-4A42-9709-15C12C7AC4F5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96" creationId="{24CE8BFF-EE0D-472B-8F1D-A347BE34903C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97" creationId="{45F4931A-CE65-4D0D-AF84-74D45387EDC6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98" creationId="{255090DF-400D-4584-AF26-E2C5693E4224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199" creationId="{CF6748E8-872E-445B-9781-032BF5BB0066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08" creationId="{0629A0F3-0EC0-42E0-AC34-1E12D0688E07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09" creationId="{49ED5199-6879-4D20-8E1D-72DBA9EC9231}"/>
          </ac:grpSpMkLst>
        </pc:grpChg>
        <pc:grpChg chg="add 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18" creationId="{A89553D9-6D2D-4FEF-8B2D-6CB040AB4F38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19" creationId="{8D6DCF21-D245-4264-A8A1-AFEC92D4FF19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20" creationId="{DCC5D46B-4990-4E35-893B-9428C2D3BF52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21" creationId="{309CD011-5BF6-46A3-BABC-087E641700EA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22" creationId="{DDE9D557-0A03-45D7-BF5B-2D7776954854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31" creationId="{37160673-A699-42EC-8B92-61274B84FCB9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32" creationId="{B3F9E2B9-4C3C-4189-B74E-B955801D121A}"/>
          </ac:grpSpMkLst>
        </pc:grpChg>
        <pc:grpChg chg="add 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41" creationId="{CF4BBCA2-34B1-4495-8ACE-D27AAFB8D66C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42" creationId="{46456FEB-E8E2-406F-9A87-23F4F6EA334A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43" creationId="{BE722FB4-1379-429D-AC73-B5E59DFC115E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44" creationId="{2A5D9892-397B-4BE7-B460-6F1D1B6D00E8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45" creationId="{249F9B0B-2734-485D-958C-F68B101B9E52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54" creationId="{78482FA5-00DB-47A4-BA18-7B19E23F81F0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55" creationId="{712D2332-D0B9-4C70-8970-873B3971D5A8}"/>
          </ac:grpSpMkLst>
        </pc:grpChg>
        <pc:grpChg chg="add 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64" creationId="{DD6A6394-D5FE-4FE3-AAD4-02C86FCCE145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65" creationId="{1F512CD8-7F13-4A1F-83CC-9AFC51734269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66" creationId="{F0CFF279-B4F9-40D4-AF5E-8E76A6673946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67" creationId="{308C6780-2A29-495B-AD74-47DE3CDD0D9C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68" creationId="{797FFCDF-5468-4141-A2C8-4B7EAEF45DE6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77" creationId="{EAD9B4C0-B115-4990-A28B-03664567C46B}"/>
          </ac:grpSpMkLst>
        </pc:grpChg>
        <pc:grpChg chg="mod">
          <ac:chgData name="沛溪 中村" userId="4b6ad4d7a42030dd" providerId="LiveId" clId="{B9F9AE90-CAA5-45CE-B33A-9388F3B08ED2}" dt="2026-02-03T09:26:55.713" v="2512" actId="207"/>
          <ac:grpSpMkLst>
            <pc:docMk/>
            <pc:sldMk cId="567495197" sldId="256"/>
            <ac:grpSpMk id="278" creationId="{F10CA6D8-D79F-48E4-AAF5-A6D07960EEDD}"/>
          </ac:grpSpMkLst>
        </pc:grpChg>
        <pc:grpChg chg="add mod">
          <ac:chgData name="沛溪 中村" userId="4b6ad4d7a42030dd" providerId="LiveId" clId="{B9F9AE90-CAA5-45CE-B33A-9388F3B08ED2}" dt="2026-02-03T09:26:07.335" v="2505" actId="207"/>
          <ac:grpSpMkLst>
            <pc:docMk/>
            <pc:sldMk cId="567495197" sldId="256"/>
            <ac:grpSpMk id="287" creationId="{5AEF93B5-6ED8-4C1B-8700-2BE6DD54152F}"/>
          </ac:grpSpMkLst>
        </pc:grpChg>
        <pc:grpChg chg="mod">
          <ac:chgData name="沛溪 中村" userId="4b6ad4d7a42030dd" providerId="LiveId" clId="{B9F9AE90-CAA5-45CE-B33A-9388F3B08ED2}" dt="2026-02-03T09:26:07.335" v="2505" actId="207"/>
          <ac:grpSpMkLst>
            <pc:docMk/>
            <pc:sldMk cId="567495197" sldId="256"/>
            <ac:grpSpMk id="288" creationId="{ADAEE65D-023E-42F6-87F7-47DF8ED87E75}"/>
          </ac:grpSpMkLst>
        </pc:grpChg>
        <pc:grpChg chg="mod">
          <ac:chgData name="沛溪 中村" userId="4b6ad4d7a42030dd" providerId="LiveId" clId="{B9F9AE90-CAA5-45CE-B33A-9388F3B08ED2}" dt="2026-02-03T09:26:07.335" v="2505" actId="207"/>
          <ac:grpSpMkLst>
            <pc:docMk/>
            <pc:sldMk cId="567495197" sldId="256"/>
            <ac:grpSpMk id="289" creationId="{752AF045-46ED-441D-B85F-96D4F6AB99DD}"/>
          </ac:grpSpMkLst>
        </pc:grpChg>
        <pc:grpChg chg="mod">
          <ac:chgData name="沛溪 中村" userId="4b6ad4d7a42030dd" providerId="LiveId" clId="{B9F9AE90-CAA5-45CE-B33A-9388F3B08ED2}" dt="2026-02-03T09:26:07.335" v="2505" actId="207"/>
          <ac:grpSpMkLst>
            <pc:docMk/>
            <pc:sldMk cId="567495197" sldId="256"/>
            <ac:grpSpMk id="290" creationId="{B5296598-6C28-4BEB-823B-75F80E6A2531}"/>
          </ac:grpSpMkLst>
        </pc:grpChg>
        <pc:grpChg chg="mod">
          <ac:chgData name="沛溪 中村" userId="4b6ad4d7a42030dd" providerId="LiveId" clId="{B9F9AE90-CAA5-45CE-B33A-9388F3B08ED2}" dt="2026-02-03T09:26:07.335" v="2505" actId="207"/>
          <ac:grpSpMkLst>
            <pc:docMk/>
            <pc:sldMk cId="567495197" sldId="256"/>
            <ac:grpSpMk id="291" creationId="{4B67D63D-680E-43E8-A0CA-9409873D4C42}"/>
          </ac:grpSpMkLst>
        </pc:grpChg>
        <pc:grpChg chg="mod">
          <ac:chgData name="沛溪 中村" userId="4b6ad4d7a42030dd" providerId="LiveId" clId="{B9F9AE90-CAA5-45CE-B33A-9388F3B08ED2}" dt="2026-02-03T09:26:07.335" v="2505" actId="207"/>
          <ac:grpSpMkLst>
            <pc:docMk/>
            <pc:sldMk cId="567495197" sldId="256"/>
            <ac:grpSpMk id="300" creationId="{78B8E335-7074-427D-9531-744677F0D825}"/>
          </ac:grpSpMkLst>
        </pc:grpChg>
        <pc:grpChg chg="mod">
          <ac:chgData name="沛溪 中村" userId="4b6ad4d7a42030dd" providerId="LiveId" clId="{B9F9AE90-CAA5-45CE-B33A-9388F3B08ED2}" dt="2026-02-03T09:26:07.335" v="2505" actId="207"/>
          <ac:grpSpMkLst>
            <pc:docMk/>
            <pc:sldMk cId="567495197" sldId="256"/>
            <ac:grpSpMk id="301" creationId="{4E1412A2-520D-4271-B7D2-DB9E2EF010CD}"/>
          </ac:grpSpMkLst>
        </pc:grpChg>
        <pc:grpChg chg="add mod">
          <ac:chgData name="沛溪 中村" userId="4b6ad4d7a42030dd" providerId="LiveId" clId="{B9F9AE90-CAA5-45CE-B33A-9388F3B08ED2}" dt="2026-02-04T06:19:02.572" v="11625" actId="1076"/>
          <ac:grpSpMkLst>
            <pc:docMk/>
            <pc:sldMk cId="567495197" sldId="256"/>
            <ac:grpSpMk id="310" creationId="{0EB4ECAD-1BAA-41D8-AA09-97F230C6A308}"/>
          </ac:grpSpMkLst>
        </pc:grpChg>
        <pc:grpChg chg="add mod">
          <ac:chgData name="沛溪 中村" userId="4b6ad4d7a42030dd" providerId="LiveId" clId="{B9F9AE90-CAA5-45CE-B33A-9388F3B08ED2}" dt="2026-02-04T06:19:18.035" v="11627" actId="1076"/>
          <ac:grpSpMkLst>
            <pc:docMk/>
            <pc:sldMk cId="567495197" sldId="256"/>
            <ac:grpSpMk id="313" creationId="{80052655-92B8-469B-A545-9E1F1526C017}"/>
          </ac:grpSpMkLst>
        </pc:grpChg>
        <pc:picChg chg="add mod ord">
          <ac:chgData name="沛溪 中村" userId="4b6ad4d7a42030dd" providerId="LiveId" clId="{B9F9AE90-CAA5-45CE-B33A-9388F3B08ED2}" dt="2026-02-03T10:45:48.215" v="5333" actId="167"/>
          <ac:picMkLst>
            <pc:docMk/>
            <pc:sldMk cId="567495197" sldId="256"/>
            <ac:picMk id="81" creationId="{8A99B690-B783-4349-82D3-94BDF9724663}"/>
          </ac:picMkLst>
        </pc:picChg>
        <pc:picChg chg="add mod ord">
          <ac:chgData name="沛溪 中村" userId="4b6ad4d7a42030dd" providerId="LiveId" clId="{B9F9AE90-CAA5-45CE-B33A-9388F3B08ED2}" dt="2026-02-04T06:11:17.994" v="11508" actId="29295"/>
          <ac:picMkLst>
            <pc:docMk/>
            <pc:sldMk cId="567495197" sldId="256"/>
            <ac:picMk id="83" creationId="{CA61AAC4-1505-4CB5-8149-D61E36A51743}"/>
          </ac:picMkLst>
        </pc:picChg>
        <pc:cxnChg chg="del mod">
          <ac:chgData name="沛溪 中村" userId="4b6ad4d7a42030dd" providerId="LiveId" clId="{B9F9AE90-CAA5-45CE-B33A-9388F3B08ED2}" dt="2026-02-03T07:55:26.531" v="441" actId="478"/>
          <ac:cxnSpMkLst>
            <pc:docMk/>
            <pc:sldMk cId="567495197" sldId="256"/>
            <ac:cxnSpMk id="12" creationId="{3F05A2EC-5B70-4C95-A4E4-B59144FF57B2}"/>
          </ac:cxnSpMkLst>
        </pc:cxnChg>
        <pc:cxnChg chg="add del">
          <ac:chgData name="沛溪 中村" userId="4b6ad4d7a42030dd" providerId="LiveId" clId="{B9F9AE90-CAA5-45CE-B33A-9388F3B08ED2}" dt="2026-02-03T07:55:28.971" v="442" actId="478"/>
          <ac:cxnSpMkLst>
            <pc:docMk/>
            <pc:sldMk cId="567495197" sldId="256"/>
            <ac:cxnSpMk id="15" creationId="{EC1CF351-9168-4DFE-8394-6CFF710CB80A}"/>
          </ac:cxnSpMkLst>
        </pc:cxnChg>
        <pc:cxnChg chg="add del mod">
          <ac:chgData name="沛溪 中村" userId="4b6ad4d7a42030dd" providerId="LiveId" clId="{B9F9AE90-CAA5-45CE-B33A-9388F3B08ED2}" dt="2026-02-03T08:21:49.303" v="1814" actId="478"/>
          <ac:cxnSpMkLst>
            <pc:docMk/>
            <pc:sldMk cId="567495197" sldId="256"/>
            <ac:cxnSpMk id="34" creationId="{A5D9C8C3-7E8C-4E5F-B3DE-41E174C9A6C1}"/>
          </ac:cxnSpMkLst>
        </pc:cxnChg>
        <pc:cxnChg chg="add mod">
          <ac:chgData name="沛溪 中村" userId="4b6ad4d7a42030dd" providerId="LiveId" clId="{B9F9AE90-CAA5-45CE-B33A-9388F3B08ED2}" dt="2026-02-03T10:53:49.812" v="5830" actId="164"/>
          <ac:cxnSpMkLst>
            <pc:docMk/>
            <pc:sldMk cId="567495197" sldId="256"/>
            <ac:cxnSpMk id="37" creationId="{B197F3D1-B1FF-4D6C-AFB9-7DB5E615079C}"/>
          </ac:cxnSpMkLst>
        </pc:cxnChg>
        <pc:cxnChg chg="add del mod">
          <ac:chgData name="沛溪 中村" userId="4b6ad4d7a42030dd" providerId="LiveId" clId="{B9F9AE90-CAA5-45CE-B33A-9388F3B08ED2}" dt="2026-02-03T08:22:05.936" v="1820" actId="478"/>
          <ac:cxnSpMkLst>
            <pc:docMk/>
            <pc:sldMk cId="567495197" sldId="256"/>
            <ac:cxnSpMk id="39" creationId="{D19B52E3-584F-424A-9325-8A58C9FE56A5}"/>
          </ac:cxnSpMkLst>
        </pc:cxnChg>
        <pc:cxnChg chg="add mod">
          <ac:chgData name="沛溪 中村" userId="4b6ad4d7a42030dd" providerId="LiveId" clId="{B9F9AE90-CAA5-45CE-B33A-9388F3B08ED2}" dt="2026-02-03T10:53:49.812" v="5830" actId="164"/>
          <ac:cxnSpMkLst>
            <pc:docMk/>
            <pc:sldMk cId="567495197" sldId="256"/>
            <ac:cxnSpMk id="41" creationId="{19CD4C17-75E7-43BD-A7FD-AB1E5211EA87}"/>
          </ac:cxnSpMkLst>
        </pc:cxnChg>
        <pc:cxnChg chg="mod">
          <ac:chgData name="沛溪 中村" userId="4b6ad4d7a42030dd" providerId="LiveId" clId="{B9F9AE90-CAA5-45CE-B33A-9388F3B08ED2}" dt="2026-02-03T10:53:49.812" v="5830" actId="164"/>
          <ac:cxnSpMkLst>
            <pc:docMk/>
            <pc:sldMk cId="567495197" sldId="256"/>
            <ac:cxnSpMk id="45" creationId="{14DBAC5F-A4C4-4DE5-8C6E-736F68DE426E}"/>
          </ac:cxnSpMkLst>
        </pc:cxnChg>
        <pc:cxnChg chg="mod">
          <ac:chgData name="沛溪 中村" userId="4b6ad4d7a42030dd" providerId="LiveId" clId="{B9F9AE90-CAA5-45CE-B33A-9388F3B08ED2}" dt="2026-02-03T10:53:49.812" v="5830" actId="164"/>
          <ac:cxnSpMkLst>
            <pc:docMk/>
            <pc:sldMk cId="567495197" sldId="256"/>
            <ac:cxnSpMk id="46" creationId="{C30C81E5-D791-4543-A775-E490B979E55F}"/>
          </ac:cxnSpMkLst>
        </pc:cxnChg>
        <pc:cxnChg chg="mod">
          <ac:chgData name="沛溪 中村" userId="4b6ad4d7a42030dd" providerId="LiveId" clId="{B9F9AE90-CAA5-45CE-B33A-9388F3B08ED2}" dt="2026-02-03T10:53:49.812" v="5830" actId="164"/>
          <ac:cxnSpMkLst>
            <pc:docMk/>
            <pc:sldMk cId="567495197" sldId="256"/>
            <ac:cxnSpMk id="48" creationId="{A3AA85F6-E205-49A7-A78D-AE866217A5F9}"/>
          </ac:cxnSpMkLst>
        </pc:cxnChg>
        <pc:cxnChg chg="mod">
          <ac:chgData name="沛溪 中村" userId="4b6ad4d7a42030dd" providerId="LiveId" clId="{B9F9AE90-CAA5-45CE-B33A-9388F3B08ED2}" dt="2026-02-03T10:53:49.812" v="5830" actId="164"/>
          <ac:cxnSpMkLst>
            <pc:docMk/>
            <pc:sldMk cId="567495197" sldId="256"/>
            <ac:cxnSpMk id="49" creationId="{E8B226E5-57FC-484C-A1E7-25D5758444EC}"/>
          </ac:cxnSpMkLst>
        </pc:cxnChg>
        <pc:cxnChg chg="mod">
          <ac:chgData name="沛溪 中村" userId="4b6ad4d7a42030dd" providerId="LiveId" clId="{B9F9AE90-CAA5-45CE-B33A-9388F3B08ED2}" dt="2026-02-03T10:53:49.812" v="5830" actId="164"/>
          <ac:cxnSpMkLst>
            <pc:docMk/>
            <pc:sldMk cId="567495197" sldId="256"/>
            <ac:cxnSpMk id="51" creationId="{5E69475E-68E1-498F-8334-91328754C8F6}"/>
          </ac:cxnSpMkLst>
        </pc:cxnChg>
        <pc:cxnChg chg="mod">
          <ac:chgData name="沛溪 中村" userId="4b6ad4d7a42030dd" providerId="LiveId" clId="{B9F9AE90-CAA5-45CE-B33A-9388F3B08ED2}" dt="2026-02-03T10:53:49.812" v="5830" actId="164"/>
          <ac:cxnSpMkLst>
            <pc:docMk/>
            <pc:sldMk cId="567495197" sldId="256"/>
            <ac:cxnSpMk id="52" creationId="{579F1F31-A6B3-41F2-83F4-C1DEC29255BD}"/>
          </ac:cxnSpMkLst>
        </pc:cxnChg>
        <pc:cxnChg chg="add mod">
          <ac:chgData name="沛溪 中村" userId="4b6ad4d7a42030dd" providerId="LiveId" clId="{B9F9AE90-CAA5-45CE-B33A-9388F3B08ED2}" dt="2026-02-03T08:35:09" v="2028" actId="14100"/>
          <ac:cxnSpMkLst>
            <pc:docMk/>
            <pc:sldMk cId="567495197" sldId="256"/>
            <ac:cxnSpMk id="62" creationId="{32930A19-CB89-4287-AAD2-285C1E3AFC95}"/>
          </ac:cxnSpMkLst>
        </pc:cxnChg>
        <pc:cxnChg chg="add del mod">
          <ac:chgData name="沛溪 中村" userId="4b6ad4d7a42030dd" providerId="LiveId" clId="{B9F9AE90-CAA5-45CE-B33A-9388F3B08ED2}" dt="2026-02-03T08:36:14.571" v="2061" actId="478"/>
          <ac:cxnSpMkLst>
            <pc:docMk/>
            <pc:sldMk cId="567495197" sldId="256"/>
            <ac:cxnSpMk id="66" creationId="{8E403EF9-D590-484D-ADF4-AEBB539D9CF7}"/>
          </ac:cxnSpMkLst>
        </pc:cxnChg>
        <pc:cxnChg chg="add del mod">
          <ac:chgData name="沛溪 中村" userId="4b6ad4d7a42030dd" providerId="LiveId" clId="{B9F9AE90-CAA5-45CE-B33A-9388F3B08ED2}" dt="2026-02-03T08:37:33.116" v="2085" actId="478"/>
          <ac:cxnSpMkLst>
            <pc:docMk/>
            <pc:sldMk cId="567495197" sldId="256"/>
            <ac:cxnSpMk id="72" creationId="{CDD9C1B3-ED65-41B9-B7FE-12B4B0062CE1}"/>
          </ac:cxnSpMkLst>
        </pc:cxnChg>
        <pc:cxnChg chg="add del mod">
          <ac:chgData name="沛溪 中村" userId="4b6ad4d7a42030dd" providerId="LiveId" clId="{B9F9AE90-CAA5-45CE-B33A-9388F3B08ED2}" dt="2026-02-03T08:37:32.464" v="2084" actId="478"/>
          <ac:cxnSpMkLst>
            <pc:docMk/>
            <pc:sldMk cId="567495197" sldId="256"/>
            <ac:cxnSpMk id="74" creationId="{C90DCBA2-2FA6-4520-B7EC-1658512681E1}"/>
          </ac:cxnSpMkLst>
        </pc:cxnChg>
        <pc:cxnChg chg="add del mod">
          <ac:chgData name="沛溪 中村" userId="4b6ad4d7a42030dd" providerId="LiveId" clId="{B9F9AE90-CAA5-45CE-B33A-9388F3B08ED2}" dt="2026-02-03T08:46:55.594" v="2156" actId="478"/>
          <ac:cxnSpMkLst>
            <pc:docMk/>
            <pc:sldMk cId="567495197" sldId="256"/>
            <ac:cxnSpMk id="76" creationId="{F04393DF-F269-450A-8381-66FDB28CF04C}"/>
          </ac:cxnSpMkLst>
        </pc:cxnChg>
        <pc:cxnChg chg="add del mod">
          <ac:chgData name="沛溪 中村" userId="4b6ad4d7a42030dd" providerId="LiveId" clId="{B9F9AE90-CAA5-45CE-B33A-9388F3B08ED2}" dt="2026-02-03T08:46:51.270" v="2145" actId="478"/>
          <ac:cxnSpMkLst>
            <pc:docMk/>
            <pc:sldMk cId="567495197" sldId="256"/>
            <ac:cxnSpMk id="78" creationId="{E3E8C88E-DBD6-4724-9F1F-CCCB6B8288C9}"/>
          </ac:cxnSpMkLst>
        </pc:cxnChg>
        <pc:cxnChg chg="add del mod">
          <ac:chgData name="沛溪 中村" userId="4b6ad4d7a42030dd" providerId="LiveId" clId="{B9F9AE90-CAA5-45CE-B33A-9388F3B08ED2}" dt="2026-02-03T09:16:50.621" v="2340" actId="478"/>
          <ac:cxnSpMkLst>
            <pc:docMk/>
            <pc:sldMk cId="567495197" sldId="256"/>
            <ac:cxnSpMk id="87" creationId="{319A1BA6-CC53-4663-AD4F-C06407053A0F}"/>
          </ac:cxnSpMkLst>
        </pc:cxnChg>
        <pc:cxnChg chg="add mod">
          <ac:chgData name="沛溪 中村" userId="4b6ad4d7a42030dd" providerId="LiveId" clId="{B9F9AE90-CAA5-45CE-B33A-9388F3B08ED2}" dt="2026-02-03T09:19:17.942" v="2390" actId="14100"/>
          <ac:cxnSpMkLst>
            <pc:docMk/>
            <pc:sldMk cId="567495197" sldId="256"/>
            <ac:cxnSpMk id="95" creationId="{47EAC330-BBE9-4C4C-96B6-6C3C6394A4E7}"/>
          </ac:cxnSpMkLst>
        </pc:cxnChg>
        <pc:cxnChg chg="add del mod">
          <ac:chgData name="沛溪 中村" userId="4b6ad4d7a42030dd" providerId="LiveId" clId="{B9F9AE90-CAA5-45CE-B33A-9388F3B08ED2}" dt="2026-02-03T09:20:24.358" v="2416" actId="478"/>
          <ac:cxnSpMkLst>
            <pc:docMk/>
            <pc:sldMk cId="567495197" sldId="256"/>
            <ac:cxnSpMk id="101" creationId="{B23274FC-1453-4B3B-B696-9F5FB8012CEF}"/>
          </ac:cxnSpMkLst>
        </pc:cxnChg>
        <pc:cxnChg chg="mod">
          <ac:chgData name="沛溪 中村" userId="4b6ad4d7a42030dd" providerId="LiveId" clId="{B9F9AE90-CAA5-45CE-B33A-9388F3B08ED2}" dt="2026-02-04T06:18:56.009" v="11623"/>
          <ac:cxnSpMkLst>
            <pc:docMk/>
            <pc:sldMk cId="567495197" sldId="256"/>
            <ac:cxnSpMk id="311" creationId="{9E17D5FF-4E33-4ED3-9651-C4952FEA9566}"/>
          </ac:cxnSpMkLst>
        </pc:cxnChg>
        <pc:cxnChg chg="mod">
          <ac:chgData name="沛溪 中村" userId="4b6ad4d7a42030dd" providerId="LiveId" clId="{B9F9AE90-CAA5-45CE-B33A-9388F3B08ED2}" dt="2026-02-04T06:18:56.009" v="11623"/>
          <ac:cxnSpMkLst>
            <pc:docMk/>
            <pc:sldMk cId="567495197" sldId="256"/>
            <ac:cxnSpMk id="312" creationId="{92099241-920E-4121-A16F-0A9ADBD7690F}"/>
          </ac:cxnSpMkLst>
        </pc:cxnChg>
        <pc:cxnChg chg="mod">
          <ac:chgData name="沛溪 中村" userId="4b6ad4d7a42030dd" providerId="LiveId" clId="{B9F9AE90-CAA5-45CE-B33A-9388F3B08ED2}" dt="2026-02-04T06:18:56.009" v="11623"/>
          <ac:cxnSpMkLst>
            <pc:docMk/>
            <pc:sldMk cId="567495197" sldId="256"/>
            <ac:cxnSpMk id="314" creationId="{36162D09-D46D-4E3D-97C7-C577E0214A9A}"/>
          </ac:cxnSpMkLst>
        </pc:cxnChg>
        <pc:cxnChg chg="mod">
          <ac:chgData name="沛溪 中村" userId="4b6ad4d7a42030dd" providerId="LiveId" clId="{B9F9AE90-CAA5-45CE-B33A-9388F3B08ED2}" dt="2026-02-04T06:18:56.009" v="11623"/>
          <ac:cxnSpMkLst>
            <pc:docMk/>
            <pc:sldMk cId="567495197" sldId="256"/>
            <ac:cxnSpMk id="315" creationId="{3DF193C2-4294-4DFE-AB92-A829EB7A1979}"/>
          </ac:cxnSpMkLst>
        </pc:cxnChg>
      </pc:sldChg>
      <pc:sldChg chg="addSp delSp modSp mod modTransition setBg">
        <pc:chgData name="沛溪 中村" userId="4b6ad4d7a42030dd" providerId="LiveId" clId="{B9F9AE90-CAA5-45CE-B33A-9388F3B08ED2}" dt="2026-02-04T06:27:31.486" v="11681" actId="20577"/>
        <pc:sldMkLst>
          <pc:docMk/>
          <pc:sldMk cId="4118616141" sldId="259"/>
        </pc:sldMkLst>
        <pc:spChg chg="add mod topLvl">
          <ac:chgData name="沛溪 中村" userId="4b6ad4d7a42030dd" providerId="LiveId" clId="{B9F9AE90-CAA5-45CE-B33A-9388F3B08ED2}" dt="2026-02-03T09:56:03.270" v="2918" actId="207"/>
          <ac:spMkLst>
            <pc:docMk/>
            <pc:sldMk cId="4118616141" sldId="259"/>
            <ac:spMk id="2" creationId="{A0E3EF9E-30BD-47A7-AC2A-91D4F51DA787}"/>
          </ac:spMkLst>
        </pc:spChg>
        <pc:spChg chg="add mod ord topLvl">
          <ac:chgData name="沛溪 中村" userId="4b6ad4d7a42030dd" providerId="LiveId" clId="{B9F9AE90-CAA5-45CE-B33A-9388F3B08ED2}" dt="2026-02-03T09:55:40.560" v="2913" actId="207"/>
          <ac:spMkLst>
            <pc:docMk/>
            <pc:sldMk cId="4118616141" sldId="259"/>
            <ac:spMk id="3" creationId="{C19D4394-7005-4558-8358-3B4E27FE4878}"/>
          </ac:spMkLst>
        </pc:spChg>
        <pc:spChg chg="add del">
          <ac:chgData name="沛溪 中村" userId="4b6ad4d7a42030dd" providerId="LiveId" clId="{B9F9AE90-CAA5-45CE-B33A-9388F3B08ED2}" dt="2026-02-03T09:38:27.811" v="2609" actId="478"/>
          <ac:spMkLst>
            <pc:docMk/>
            <pc:sldMk cId="4118616141" sldId="259"/>
            <ac:spMk id="4" creationId="{82E3B5F5-A015-495F-8E92-FF0C02883304}"/>
          </ac:spMkLst>
        </pc:spChg>
        <pc:spChg chg="add mod">
          <ac:chgData name="沛溪 中村" userId="4b6ad4d7a42030dd" providerId="LiveId" clId="{B9F9AE90-CAA5-45CE-B33A-9388F3B08ED2}" dt="2026-02-03T10:06:32.983" v="3298" actId="20577"/>
          <ac:spMkLst>
            <pc:docMk/>
            <pc:sldMk cId="4118616141" sldId="259"/>
            <ac:spMk id="5" creationId="{73BB1D59-E067-42B4-A8DE-C0C7B13B6DB3}"/>
          </ac:spMkLst>
        </pc:spChg>
        <pc:spChg chg="add del mod">
          <ac:chgData name="沛溪 中村" userId="4b6ad4d7a42030dd" providerId="LiveId" clId="{B9F9AE90-CAA5-45CE-B33A-9388F3B08ED2}" dt="2026-02-03T05:42:59.967" v="122" actId="478"/>
          <ac:spMkLst>
            <pc:docMk/>
            <pc:sldMk cId="4118616141" sldId="259"/>
            <ac:spMk id="8" creationId="{50F6A0C5-ABDE-4AC4-8CD6-63142B752083}"/>
          </ac:spMkLst>
        </pc:spChg>
        <pc:spChg chg="add del mod">
          <ac:chgData name="沛溪 中村" userId="4b6ad4d7a42030dd" providerId="LiveId" clId="{B9F9AE90-CAA5-45CE-B33A-9388F3B08ED2}" dt="2026-02-03T10:46:13.615" v="5336" actId="478"/>
          <ac:spMkLst>
            <pc:docMk/>
            <pc:sldMk cId="4118616141" sldId="259"/>
            <ac:spMk id="8" creationId="{E6C34AD8-75B8-4EA0-A6AE-45B2DE48EAC5}"/>
          </ac:spMkLst>
        </pc:spChg>
        <pc:spChg chg="add del mod">
          <ac:chgData name="沛溪 中村" userId="4b6ad4d7a42030dd" providerId="LiveId" clId="{B9F9AE90-CAA5-45CE-B33A-9388F3B08ED2}" dt="2026-02-03T09:13:43.470" v="2286"/>
          <ac:spMkLst>
            <pc:docMk/>
            <pc:sldMk cId="4118616141" sldId="259"/>
            <ac:spMk id="10" creationId="{05299E46-0B09-454A-9DBC-D5C9A74B249D}"/>
          </ac:spMkLst>
        </pc:spChg>
        <pc:spChg chg="add del mod">
          <ac:chgData name="沛溪 中村" userId="4b6ad4d7a42030dd" providerId="LiveId" clId="{B9F9AE90-CAA5-45CE-B33A-9388F3B08ED2}" dt="2026-02-03T10:46:17.926" v="5339" actId="478"/>
          <ac:spMkLst>
            <pc:docMk/>
            <pc:sldMk cId="4118616141" sldId="259"/>
            <ac:spMk id="10" creationId="{3591D005-F87A-4CF5-9D60-7B6D9D460963}"/>
          </ac:spMkLst>
        </pc:spChg>
        <pc:spChg chg="add mod">
          <ac:chgData name="沛溪 中村" userId="4b6ad4d7a42030dd" providerId="LiveId" clId="{B9F9AE90-CAA5-45CE-B33A-9388F3B08ED2}" dt="2026-02-03T09:34:30.021" v="2523" actId="1076"/>
          <ac:spMkLst>
            <pc:docMk/>
            <pc:sldMk cId="4118616141" sldId="259"/>
            <ac:spMk id="11" creationId="{5E1D7EF6-C33A-45D4-96A4-011C77567466}"/>
          </ac:spMkLst>
        </pc:spChg>
        <pc:spChg chg="add del mod">
          <ac:chgData name="沛溪 中村" userId="4b6ad4d7a42030dd" providerId="LiveId" clId="{B9F9AE90-CAA5-45CE-B33A-9388F3B08ED2}" dt="2026-02-03T09:40:17.477" v="2637" actId="478"/>
          <ac:spMkLst>
            <pc:docMk/>
            <pc:sldMk cId="4118616141" sldId="259"/>
            <ac:spMk id="12" creationId="{2A38EB4F-48D8-468B-9F15-FDAD6AF438B9}"/>
          </ac:spMkLst>
        </pc:spChg>
        <pc:spChg chg="add del mod">
          <ac:chgData name="沛溪 中村" userId="4b6ad4d7a42030dd" providerId="LiveId" clId="{B9F9AE90-CAA5-45CE-B33A-9388F3B08ED2}" dt="2026-02-03T09:40:14.510" v="2635" actId="478"/>
          <ac:spMkLst>
            <pc:docMk/>
            <pc:sldMk cId="4118616141" sldId="259"/>
            <ac:spMk id="13" creationId="{8320A440-D3DF-4BDC-854A-B34A4D4AEF2A}"/>
          </ac:spMkLst>
        </pc:spChg>
        <pc:spChg chg="add del mod">
          <ac:chgData name="沛溪 中村" userId="4b6ad4d7a42030dd" providerId="LiveId" clId="{B9F9AE90-CAA5-45CE-B33A-9388F3B08ED2}" dt="2026-02-03T09:38:59.401" v="2618" actId="478"/>
          <ac:spMkLst>
            <pc:docMk/>
            <pc:sldMk cId="4118616141" sldId="259"/>
            <ac:spMk id="14" creationId="{13C9FD40-DA2E-486B-809C-4D19A3614FB7}"/>
          </ac:spMkLst>
        </pc:spChg>
        <pc:spChg chg="add del mod">
          <ac:chgData name="沛溪 中村" userId="4b6ad4d7a42030dd" providerId="LiveId" clId="{B9F9AE90-CAA5-45CE-B33A-9388F3B08ED2}" dt="2026-02-03T09:40:22.768" v="2638" actId="478"/>
          <ac:spMkLst>
            <pc:docMk/>
            <pc:sldMk cId="4118616141" sldId="259"/>
            <ac:spMk id="15" creationId="{1B9D6985-0AA6-47AE-8C58-320C78455DC4}"/>
          </ac:spMkLst>
        </pc:spChg>
        <pc:spChg chg="add del mod ord">
          <ac:chgData name="沛溪 中村" userId="4b6ad4d7a42030dd" providerId="LiveId" clId="{B9F9AE90-CAA5-45CE-B33A-9388F3B08ED2}" dt="2026-02-03T09:39:57.966" v="2627" actId="478"/>
          <ac:spMkLst>
            <pc:docMk/>
            <pc:sldMk cId="4118616141" sldId="259"/>
            <ac:spMk id="16" creationId="{1F75239E-AAB0-473E-8556-3406E806C631}"/>
          </ac:spMkLst>
        </pc:spChg>
        <pc:spChg chg="add del mod">
          <ac:chgData name="沛溪 中村" userId="4b6ad4d7a42030dd" providerId="LiveId" clId="{B9F9AE90-CAA5-45CE-B33A-9388F3B08ED2}" dt="2026-02-03T09:39:46.423" v="2623"/>
          <ac:spMkLst>
            <pc:docMk/>
            <pc:sldMk cId="4118616141" sldId="259"/>
            <ac:spMk id="17" creationId="{D3D86DDB-5437-42F2-8F73-3FDCE02C406A}"/>
          </ac:spMkLst>
        </pc:spChg>
        <pc:spChg chg="add del mod">
          <ac:chgData name="沛溪 中村" userId="4b6ad4d7a42030dd" providerId="LiveId" clId="{B9F9AE90-CAA5-45CE-B33A-9388F3B08ED2}" dt="2026-02-03T09:39:46.423" v="2623"/>
          <ac:spMkLst>
            <pc:docMk/>
            <pc:sldMk cId="4118616141" sldId="259"/>
            <ac:spMk id="18" creationId="{5A1CEEAE-B870-4FAA-B8CC-6A540FE5B4DA}"/>
          </ac:spMkLst>
        </pc:spChg>
        <pc:spChg chg="add mod">
          <ac:chgData name="沛溪 中村" userId="4b6ad4d7a42030dd" providerId="LiveId" clId="{B9F9AE90-CAA5-45CE-B33A-9388F3B08ED2}" dt="2026-02-03T10:53:35.820" v="5824" actId="1076"/>
          <ac:spMkLst>
            <pc:docMk/>
            <pc:sldMk cId="4118616141" sldId="259"/>
            <ac:spMk id="19" creationId="{586FDD9A-640F-4D95-819B-C3A977F4AAC5}"/>
          </ac:spMkLst>
        </pc:spChg>
        <pc:spChg chg="add mod">
          <ac:chgData name="沛溪 中村" userId="4b6ad4d7a42030dd" providerId="LiveId" clId="{B9F9AE90-CAA5-45CE-B33A-9388F3B08ED2}" dt="2026-02-03T10:07:43.313" v="3344" actId="14100"/>
          <ac:spMkLst>
            <pc:docMk/>
            <pc:sldMk cId="4118616141" sldId="259"/>
            <ac:spMk id="20" creationId="{7499FC82-BAB4-451B-96CF-84D228464470}"/>
          </ac:spMkLst>
        </pc:spChg>
        <pc:spChg chg="add mod">
          <ac:chgData name="沛溪 中村" userId="4b6ad4d7a42030dd" providerId="LiveId" clId="{B9F9AE90-CAA5-45CE-B33A-9388F3B08ED2}" dt="2026-02-03T10:55:11.746" v="5854" actId="1076"/>
          <ac:spMkLst>
            <pc:docMk/>
            <pc:sldMk cId="4118616141" sldId="259"/>
            <ac:spMk id="21" creationId="{932EB06B-40A8-4E42-B9FC-2C4306CE0ACA}"/>
          </ac:spMkLst>
        </pc:spChg>
        <pc:spChg chg="add mod">
          <ac:chgData name="沛溪 中村" userId="4b6ad4d7a42030dd" providerId="LiveId" clId="{B9F9AE90-CAA5-45CE-B33A-9388F3B08ED2}" dt="2026-02-03T11:20:40.728" v="5864" actId="1076"/>
          <ac:spMkLst>
            <pc:docMk/>
            <pc:sldMk cId="4118616141" sldId="259"/>
            <ac:spMk id="22" creationId="{7A93E277-E057-4130-947E-9570B868EB02}"/>
          </ac:spMkLst>
        </pc:spChg>
        <pc:spChg chg="add del mod">
          <ac:chgData name="沛溪 中村" userId="4b6ad4d7a42030dd" providerId="LiveId" clId="{B9F9AE90-CAA5-45CE-B33A-9388F3B08ED2}" dt="2026-02-03T09:42:21.468" v="2699"/>
          <ac:spMkLst>
            <pc:docMk/>
            <pc:sldMk cId="4118616141" sldId="259"/>
            <ac:spMk id="24" creationId="{2C93AD65-198B-4EE3-A93E-6C1C2E6315E4}"/>
          </ac:spMkLst>
        </pc:spChg>
        <pc:spChg chg="add del mod">
          <ac:chgData name="沛溪 中村" userId="4b6ad4d7a42030dd" providerId="LiveId" clId="{B9F9AE90-CAA5-45CE-B33A-9388F3B08ED2}" dt="2026-02-03T10:06:37.913" v="3299" actId="478"/>
          <ac:spMkLst>
            <pc:docMk/>
            <pc:sldMk cId="4118616141" sldId="259"/>
            <ac:spMk id="25" creationId="{19F978C4-4FDB-41A2-AEFF-AD80E59C57D8}"/>
          </ac:spMkLst>
        </pc:spChg>
        <pc:spChg chg="add del mod">
          <ac:chgData name="沛溪 中村" userId="4b6ad4d7a42030dd" providerId="LiveId" clId="{B9F9AE90-CAA5-45CE-B33A-9388F3B08ED2}" dt="2026-02-03T10:06:51.173" v="3303" actId="478"/>
          <ac:spMkLst>
            <pc:docMk/>
            <pc:sldMk cId="4118616141" sldId="259"/>
            <ac:spMk id="26" creationId="{E7C73A16-9393-4064-80D9-907E93B24FCA}"/>
          </ac:spMkLst>
        </pc:spChg>
        <pc:spChg chg="add del mod ord">
          <ac:chgData name="沛溪 中村" userId="4b6ad4d7a42030dd" providerId="LiveId" clId="{B9F9AE90-CAA5-45CE-B33A-9388F3B08ED2}" dt="2026-02-03T10:46:44.373" v="5349" actId="478"/>
          <ac:spMkLst>
            <pc:docMk/>
            <pc:sldMk cId="4118616141" sldId="259"/>
            <ac:spMk id="27" creationId="{8269F23E-B5CE-45B9-B3F5-0F98DECC9392}"/>
          </ac:spMkLst>
        </pc:spChg>
        <pc:spChg chg="add del mod ord">
          <ac:chgData name="沛溪 中村" userId="4b6ad4d7a42030dd" providerId="LiveId" clId="{B9F9AE90-CAA5-45CE-B33A-9388F3B08ED2}" dt="2026-02-03T10:46:36.450" v="5344" actId="478"/>
          <ac:spMkLst>
            <pc:docMk/>
            <pc:sldMk cId="4118616141" sldId="259"/>
            <ac:spMk id="28" creationId="{5735E1A8-A25D-46E8-AF30-866B12231DBE}"/>
          </ac:spMkLst>
        </pc:spChg>
        <pc:spChg chg="add mod topLvl">
          <ac:chgData name="沛溪 中村" userId="4b6ad4d7a42030dd" providerId="LiveId" clId="{B9F9AE90-CAA5-45CE-B33A-9388F3B08ED2}" dt="2026-02-03T09:56:03.019" v="2917" actId="207"/>
          <ac:spMkLst>
            <pc:docMk/>
            <pc:sldMk cId="4118616141" sldId="259"/>
            <ac:spMk id="29" creationId="{DE4E9AB5-FC55-45C0-90BE-7A8928DC81A8}"/>
          </ac:spMkLst>
        </pc:spChg>
        <pc:spChg chg="add del mod">
          <ac:chgData name="沛溪 中村" userId="4b6ad4d7a42030dd" providerId="LiveId" clId="{B9F9AE90-CAA5-45CE-B33A-9388F3B08ED2}" dt="2026-02-03T05:43:00.851" v="123" actId="478"/>
          <ac:spMkLst>
            <pc:docMk/>
            <pc:sldMk cId="4118616141" sldId="259"/>
            <ac:spMk id="30" creationId="{0C6849AA-BF8A-4926-95D6-2E29CC315E3A}"/>
          </ac:spMkLst>
        </pc:spChg>
        <pc:spChg chg="add del">
          <ac:chgData name="沛溪 中村" userId="4b6ad4d7a42030dd" providerId="LiveId" clId="{B9F9AE90-CAA5-45CE-B33A-9388F3B08ED2}" dt="2026-02-03T09:54:21.461" v="2898" actId="22"/>
          <ac:spMkLst>
            <pc:docMk/>
            <pc:sldMk cId="4118616141" sldId="259"/>
            <ac:spMk id="30" creationId="{A3D728EE-7E2C-4ECC-AAA5-8F14BBE52C7E}"/>
          </ac:spMkLst>
        </pc:spChg>
        <pc:spChg chg="add del mod">
          <ac:chgData name="沛溪 中村" userId="4b6ad4d7a42030dd" providerId="LiveId" clId="{B9F9AE90-CAA5-45CE-B33A-9388F3B08ED2}" dt="2026-02-03T09:34:33.642" v="2526" actId="478"/>
          <ac:spMkLst>
            <pc:docMk/>
            <pc:sldMk cId="4118616141" sldId="259"/>
            <ac:spMk id="31" creationId="{07EA8010-9D71-4353-B502-FED7CD25C509}"/>
          </ac:spMkLst>
        </pc:spChg>
        <pc:spChg chg="add mod">
          <ac:chgData name="沛溪 中村" userId="4b6ad4d7a42030dd" providerId="LiveId" clId="{B9F9AE90-CAA5-45CE-B33A-9388F3B08ED2}" dt="2026-02-03T09:55:43.512" v="2914" actId="207"/>
          <ac:spMkLst>
            <pc:docMk/>
            <pc:sldMk cId="4118616141" sldId="259"/>
            <ac:spMk id="32" creationId="{FE01F024-FB02-422A-A382-191FB386DE53}"/>
          </ac:spMkLst>
        </pc:spChg>
        <pc:spChg chg="add del mod">
          <ac:chgData name="沛溪 中村" userId="4b6ad4d7a42030dd" providerId="LiveId" clId="{B9F9AE90-CAA5-45CE-B33A-9388F3B08ED2}" dt="2026-02-03T05:44:15.091" v="168"/>
          <ac:spMkLst>
            <pc:docMk/>
            <pc:sldMk cId="4118616141" sldId="259"/>
            <ac:spMk id="33" creationId="{5372EFDA-2CA8-4F32-826C-2A8498BFECEA}"/>
          </ac:spMkLst>
        </pc:spChg>
        <pc:spChg chg="add del mod">
          <ac:chgData name="沛溪 中村" userId="4b6ad4d7a42030dd" providerId="LiveId" clId="{B9F9AE90-CAA5-45CE-B33A-9388F3B08ED2}" dt="2026-02-03T10:07:16.369" v="3323" actId="478"/>
          <ac:spMkLst>
            <pc:docMk/>
            <pc:sldMk cId="4118616141" sldId="259"/>
            <ac:spMk id="33" creationId="{775803FB-9ACB-4E73-AE02-6EC534598DD9}"/>
          </ac:spMkLst>
        </pc:spChg>
        <pc:spChg chg="add del mod">
          <ac:chgData name="沛溪 中村" userId="4b6ad4d7a42030dd" providerId="LiveId" clId="{B9F9AE90-CAA5-45CE-B33A-9388F3B08ED2}" dt="2026-02-03T09:13:43.470" v="2286"/>
          <ac:spMkLst>
            <pc:docMk/>
            <pc:sldMk cId="4118616141" sldId="259"/>
            <ac:spMk id="34" creationId="{071D03BC-B08A-4EFD-A3BF-1351E7E71807}"/>
          </ac:spMkLst>
        </pc:spChg>
        <pc:spChg chg="add del">
          <ac:chgData name="沛溪 中村" userId="4b6ad4d7a42030dd" providerId="LiveId" clId="{B9F9AE90-CAA5-45CE-B33A-9388F3B08ED2}" dt="2026-02-03T09:59:12.956" v="3029" actId="22"/>
          <ac:spMkLst>
            <pc:docMk/>
            <pc:sldMk cId="4118616141" sldId="259"/>
            <ac:spMk id="35" creationId="{7D5442E8-943B-4355-B0E5-FA458C67A651}"/>
          </ac:spMkLst>
        </pc:spChg>
        <pc:spChg chg="add del mod">
          <ac:chgData name="沛溪 中村" userId="4b6ad4d7a42030dd" providerId="LiveId" clId="{B9F9AE90-CAA5-45CE-B33A-9388F3B08ED2}" dt="2026-02-03T09:13:43.470" v="2286"/>
          <ac:spMkLst>
            <pc:docMk/>
            <pc:sldMk cId="4118616141" sldId="259"/>
            <ac:spMk id="36" creationId="{61FEC28C-7A94-4436-AF0B-578623E0754E}"/>
          </ac:spMkLst>
        </pc:spChg>
        <pc:spChg chg="add mod">
          <ac:chgData name="沛溪 中村" userId="4b6ad4d7a42030dd" providerId="LiveId" clId="{B9F9AE90-CAA5-45CE-B33A-9388F3B08ED2}" dt="2026-02-03T10:04:12.189" v="3150" actId="207"/>
          <ac:spMkLst>
            <pc:docMk/>
            <pc:sldMk cId="4118616141" sldId="259"/>
            <ac:spMk id="37" creationId="{90EA18F0-D47A-4380-956E-3716DFA67086}"/>
          </ac:spMkLst>
        </pc:spChg>
        <pc:spChg chg="del mod">
          <ac:chgData name="沛溪 中村" userId="4b6ad4d7a42030dd" providerId="LiveId" clId="{B9F9AE90-CAA5-45CE-B33A-9388F3B08ED2}" dt="2026-02-03T09:34:33.207" v="2525" actId="478"/>
          <ac:spMkLst>
            <pc:docMk/>
            <pc:sldMk cId="4118616141" sldId="259"/>
            <ac:spMk id="38" creationId="{113A7CB8-8EE4-4338-A134-9EF294A662F8}"/>
          </ac:spMkLst>
        </pc:spChg>
        <pc:spChg chg="add mod">
          <ac:chgData name="沛溪 中村" userId="4b6ad4d7a42030dd" providerId="LiveId" clId="{B9F9AE90-CAA5-45CE-B33A-9388F3B08ED2}" dt="2026-02-03T10:04:12.189" v="3150" actId="207"/>
          <ac:spMkLst>
            <pc:docMk/>
            <pc:sldMk cId="4118616141" sldId="259"/>
            <ac:spMk id="44" creationId="{3FE8250B-AD0B-4DF1-AF38-D7C238E28EE6}"/>
          </ac:spMkLst>
        </pc:spChg>
        <pc:spChg chg="add del">
          <ac:chgData name="沛溪 中村" userId="4b6ad4d7a42030dd" providerId="LiveId" clId="{B9F9AE90-CAA5-45CE-B33A-9388F3B08ED2}" dt="2026-02-03T10:01:04.204" v="3074" actId="22"/>
          <ac:spMkLst>
            <pc:docMk/>
            <pc:sldMk cId="4118616141" sldId="259"/>
            <ac:spMk id="46" creationId="{156CCD57-08C6-419A-85B3-8EB8B6A22AEE}"/>
          </ac:spMkLst>
        </pc:spChg>
        <pc:spChg chg="add mod">
          <ac:chgData name="沛溪 中村" userId="4b6ad4d7a42030dd" providerId="LiveId" clId="{B9F9AE90-CAA5-45CE-B33A-9388F3B08ED2}" dt="2026-02-03T10:04:12.189" v="3150" actId="207"/>
          <ac:spMkLst>
            <pc:docMk/>
            <pc:sldMk cId="4118616141" sldId="259"/>
            <ac:spMk id="48" creationId="{08186AC2-7E0A-4221-8F98-FF08A32D44CE}"/>
          </ac:spMkLst>
        </pc:spChg>
        <pc:spChg chg="add del mod">
          <ac:chgData name="沛溪 中村" userId="4b6ad4d7a42030dd" providerId="LiveId" clId="{B9F9AE90-CAA5-45CE-B33A-9388F3B08ED2}" dt="2026-02-03T10:01:57.584" v="3097"/>
          <ac:spMkLst>
            <pc:docMk/>
            <pc:sldMk cId="4118616141" sldId="259"/>
            <ac:spMk id="49" creationId="{F2D45F21-6CAE-4E83-BF97-D8B2CB2C536E}"/>
          </ac:spMkLst>
        </pc:spChg>
        <pc:spChg chg="add del mod">
          <ac:chgData name="沛溪 中村" userId="4b6ad4d7a42030dd" providerId="LiveId" clId="{B9F9AE90-CAA5-45CE-B33A-9388F3B08ED2}" dt="2026-02-03T10:01:57.584" v="3097"/>
          <ac:spMkLst>
            <pc:docMk/>
            <pc:sldMk cId="4118616141" sldId="259"/>
            <ac:spMk id="50" creationId="{A0037A8B-3ACD-42DE-AAEF-A25BE6285C52}"/>
          </ac:spMkLst>
        </pc:spChg>
        <pc:spChg chg="add del mod">
          <ac:chgData name="沛溪 中村" userId="4b6ad4d7a42030dd" providerId="LiveId" clId="{B9F9AE90-CAA5-45CE-B33A-9388F3B08ED2}" dt="2026-02-03T10:01:57.584" v="3097"/>
          <ac:spMkLst>
            <pc:docMk/>
            <pc:sldMk cId="4118616141" sldId="259"/>
            <ac:spMk id="51" creationId="{91C43C77-DD2A-486D-B116-82795A1A64E4}"/>
          </ac:spMkLst>
        </pc:spChg>
        <pc:spChg chg="add del mod">
          <ac:chgData name="沛溪 中村" userId="4b6ad4d7a42030dd" providerId="LiveId" clId="{B9F9AE90-CAA5-45CE-B33A-9388F3B08ED2}" dt="2026-02-03T10:01:57.584" v="3097"/>
          <ac:spMkLst>
            <pc:docMk/>
            <pc:sldMk cId="4118616141" sldId="259"/>
            <ac:spMk id="52" creationId="{74254889-FF76-4B0B-A110-F8AF7ED16B87}"/>
          </ac:spMkLst>
        </pc:spChg>
        <pc:spChg chg="mod">
          <ac:chgData name="沛溪 中村" userId="4b6ad4d7a42030dd" providerId="LiveId" clId="{B9F9AE90-CAA5-45CE-B33A-9388F3B08ED2}" dt="2026-02-03T10:05:48.314" v="3215" actId="20577"/>
          <ac:spMkLst>
            <pc:docMk/>
            <pc:sldMk cId="4118616141" sldId="259"/>
            <ac:spMk id="56" creationId="{3ACAD9B2-713C-4134-8B9E-4FE5381BAA44}"/>
          </ac:spMkLst>
        </pc:spChg>
        <pc:spChg chg="mod">
          <ac:chgData name="沛溪 中村" userId="4b6ad4d7a42030dd" providerId="LiveId" clId="{B9F9AE90-CAA5-45CE-B33A-9388F3B08ED2}" dt="2026-02-03T10:03:02.955" v="3133" actId="20577"/>
          <ac:spMkLst>
            <pc:docMk/>
            <pc:sldMk cId="4118616141" sldId="259"/>
            <ac:spMk id="57" creationId="{CB4F9032-0C56-47C5-A02C-4B185406CF51}"/>
          </ac:spMkLst>
        </pc:spChg>
        <pc:spChg chg="add del mod">
          <ac:chgData name="沛溪 中村" userId="4b6ad4d7a42030dd" providerId="LiveId" clId="{B9F9AE90-CAA5-45CE-B33A-9388F3B08ED2}" dt="2026-02-03T10:02:50.236" v="3132" actId="1076"/>
          <ac:spMkLst>
            <pc:docMk/>
            <pc:sldMk cId="4118616141" sldId="259"/>
            <ac:spMk id="58" creationId="{827FB9F6-3EEC-4382-9934-0BFBD23A18F3}"/>
          </ac:spMkLst>
        </pc:spChg>
        <pc:spChg chg="mod">
          <ac:chgData name="沛溪 中村" userId="4b6ad4d7a42030dd" providerId="LiveId" clId="{B9F9AE90-CAA5-45CE-B33A-9388F3B08ED2}" dt="2026-02-03T10:02:18.554" v="3104" actId="207"/>
          <ac:spMkLst>
            <pc:docMk/>
            <pc:sldMk cId="4118616141" sldId="259"/>
            <ac:spMk id="59" creationId="{B8EFF664-341D-4A00-B617-E22379BC494A}"/>
          </ac:spMkLst>
        </pc:spChg>
        <pc:spChg chg="add mod">
          <ac:chgData name="沛溪 中村" userId="4b6ad4d7a42030dd" providerId="LiveId" clId="{B9F9AE90-CAA5-45CE-B33A-9388F3B08ED2}" dt="2026-02-03T10:49:33.732" v="5530" actId="1076"/>
          <ac:spMkLst>
            <pc:docMk/>
            <pc:sldMk cId="4118616141" sldId="259"/>
            <ac:spMk id="61" creationId="{A4663D85-82BC-45DF-96EC-19FCE23C7AA1}"/>
          </ac:spMkLst>
        </pc:spChg>
        <pc:spChg chg="mod">
          <ac:chgData name="沛溪 中村" userId="4b6ad4d7a42030dd" providerId="LiveId" clId="{B9F9AE90-CAA5-45CE-B33A-9388F3B08ED2}" dt="2026-02-03T10:07:10.556" v="3322" actId="20577"/>
          <ac:spMkLst>
            <pc:docMk/>
            <pc:sldMk cId="4118616141" sldId="259"/>
            <ac:spMk id="63" creationId="{CAFFDE2E-02F5-44E3-935A-A46A5BBC96F0}"/>
          </ac:spMkLst>
        </pc:spChg>
        <pc:spChg chg="mod">
          <ac:chgData name="沛溪 中村" userId="4b6ad4d7a42030dd" providerId="LiveId" clId="{B9F9AE90-CAA5-45CE-B33A-9388F3B08ED2}" dt="2026-02-03T10:07:05.976" v="3310" actId="20577"/>
          <ac:spMkLst>
            <pc:docMk/>
            <pc:sldMk cId="4118616141" sldId="259"/>
            <ac:spMk id="64" creationId="{29286C21-5515-4406-8F4A-3D70BB2C2036}"/>
          </ac:spMkLst>
        </pc:spChg>
        <pc:spChg chg="mod">
          <ac:chgData name="沛溪 中村" userId="4b6ad4d7a42030dd" providerId="LiveId" clId="{B9F9AE90-CAA5-45CE-B33A-9388F3B08ED2}" dt="2026-02-03T10:06:56.973" v="3305" actId="207"/>
          <ac:spMkLst>
            <pc:docMk/>
            <pc:sldMk cId="4118616141" sldId="259"/>
            <ac:spMk id="65" creationId="{38B32544-5748-4A8D-AE2A-8FC95C76C602}"/>
          </ac:spMkLst>
        </pc:spChg>
        <pc:spChg chg="mod">
          <ac:chgData name="沛溪 中村" userId="4b6ad4d7a42030dd" providerId="LiveId" clId="{B9F9AE90-CAA5-45CE-B33A-9388F3B08ED2}" dt="2026-02-03T10:06:56.973" v="3305" actId="207"/>
          <ac:spMkLst>
            <pc:docMk/>
            <pc:sldMk cId="4118616141" sldId="259"/>
            <ac:spMk id="66" creationId="{A9A19A8E-4696-4121-A666-6C7C06A46546}"/>
          </ac:spMkLst>
        </pc:spChg>
        <pc:spChg chg="mod">
          <ac:chgData name="沛溪 中村" userId="4b6ad4d7a42030dd" providerId="LiveId" clId="{B9F9AE90-CAA5-45CE-B33A-9388F3B08ED2}" dt="2026-02-03T10:07:32.016" v="3342" actId="20577"/>
          <ac:spMkLst>
            <pc:docMk/>
            <pc:sldMk cId="4118616141" sldId="259"/>
            <ac:spMk id="68" creationId="{239B4A12-5DFF-4A1C-8D0C-837EE2A46D93}"/>
          </ac:spMkLst>
        </pc:spChg>
        <pc:spChg chg="mod">
          <ac:chgData name="沛溪 中村" userId="4b6ad4d7a42030dd" providerId="LiveId" clId="{B9F9AE90-CAA5-45CE-B33A-9388F3B08ED2}" dt="2026-02-03T10:07:28.074" v="3328" actId="20577"/>
          <ac:spMkLst>
            <pc:docMk/>
            <pc:sldMk cId="4118616141" sldId="259"/>
            <ac:spMk id="69" creationId="{3948A118-1097-4C43-A54B-89B905432148}"/>
          </ac:spMkLst>
        </pc:spChg>
        <pc:spChg chg="mod">
          <ac:chgData name="沛溪 中村" userId="4b6ad4d7a42030dd" providerId="LiveId" clId="{B9F9AE90-CAA5-45CE-B33A-9388F3B08ED2}" dt="2026-02-03T10:07:19.587" v="3324"/>
          <ac:spMkLst>
            <pc:docMk/>
            <pc:sldMk cId="4118616141" sldId="259"/>
            <ac:spMk id="70" creationId="{55E735E9-71D4-4976-9445-836C0F76A2AF}"/>
          </ac:spMkLst>
        </pc:spChg>
        <pc:spChg chg="mod">
          <ac:chgData name="沛溪 中村" userId="4b6ad4d7a42030dd" providerId="LiveId" clId="{B9F9AE90-CAA5-45CE-B33A-9388F3B08ED2}" dt="2026-02-03T10:07:19.587" v="3324"/>
          <ac:spMkLst>
            <pc:docMk/>
            <pc:sldMk cId="4118616141" sldId="259"/>
            <ac:spMk id="71" creationId="{E17C5D48-4161-4292-A6B0-F8DEC89B8F80}"/>
          </ac:spMkLst>
        </pc:spChg>
        <pc:spChg chg="add del mod">
          <ac:chgData name="沛溪 中村" userId="4b6ad4d7a42030dd" providerId="LiveId" clId="{B9F9AE90-CAA5-45CE-B33A-9388F3B08ED2}" dt="2026-02-03T10:10:03.916" v="3389" actId="478"/>
          <ac:spMkLst>
            <pc:docMk/>
            <pc:sldMk cId="4118616141" sldId="259"/>
            <ac:spMk id="72" creationId="{4D05771C-DE08-4EB9-88D4-31A3F62BF089}"/>
          </ac:spMkLst>
        </pc:spChg>
        <pc:spChg chg="add del mod">
          <ac:chgData name="沛溪 中村" userId="4b6ad4d7a42030dd" providerId="LiveId" clId="{B9F9AE90-CAA5-45CE-B33A-9388F3B08ED2}" dt="2026-02-03T10:10:03.916" v="3389" actId="478"/>
          <ac:spMkLst>
            <pc:docMk/>
            <pc:sldMk cId="4118616141" sldId="259"/>
            <ac:spMk id="73" creationId="{DA26A2F0-2C65-4D10-B517-87D4326FDE88}"/>
          </ac:spMkLst>
        </pc:spChg>
        <pc:spChg chg="add del mod">
          <ac:chgData name="沛溪 中村" userId="4b6ad4d7a42030dd" providerId="LiveId" clId="{B9F9AE90-CAA5-45CE-B33A-9388F3B08ED2}" dt="2026-02-03T10:10:03.916" v="3389" actId="478"/>
          <ac:spMkLst>
            <pc:docMk/>
            <pc:sldMk cId="4118616141" sldId="259"/>
            <ac:spMk id="74" creationId="{B393C7B0-AF3E-4FE2-BF13-F102B38007C4}"/>
          </ac:spMkLst>
        </pc:spChg>
        <pc:spChg chg="add del mod">
          <ac:chgData name="沛溪 中村" userId="4b6ad4d7a42030dd" providerId="LiveId" clId="{B9F9AE90-CAA5-45CE-B33A-9388F3B08ED2}" dt="2026-02-03T10:10:03.916" v="3389" actId="478"/>
          <ac:spMkLst>
            <pc:docMk/>
            <pc:sldMk cId="4118616141" sldId="259"/>
            <ac:spMk id="75" creationId="{DAB0EA50-ED93-4D62-9102-5CC38667C755}"/>
          </ac:spMkLst>
        </pc:spChg>
        <pc:spChg chg="mod">
          <ac:chgData name="沛溪 中村" userId="4b6ad4d7a42030dd" providerId="LiveId" clId="{B9F9AE90-CAA5-45CE-B33A-9388F3B08ED2}" dt="2026-02-03T10:41:54.061" v="5189" actId="207"/>
          <ac:spMkLst>
            <pc:docMk/>
            <pc:sldMk cId="4118616141" sldId="259"/>
            <ac:spMk id="77" creationId="{1E646807-BF20-430E-B37C-5B2748ED91CB}"/>
          </ac:spMkLst>
        </pc:spChg>
        <pc:spChg chg="mod">
          <ac:chgData name="沛溪 中村" userId="4b6ad4d7a42030dd" providerId="LiveId" clId="{B9F9AE90-CAA5-45CE-B33A-9388F3B08ED2}" dt="2026-02-03T10:41:54.061" v="5189" actId="207"/>
          <ac:spMkLst>
            <pc:docMk/>
            <pc:sldMk cId="4118616141" sldId="259"/>
            <ac:spMk id="78" creationId="{84BFC741-F6BA-4481-AAA8-0C7295F70671}"/>
          </ac:spMkLst>
        </pc:spChg>
        <pc:spChg chg="mod">
          <ac:chgData name="沛溪 中村" userId="4b6ad4d7a42030dd" providerId="LiveId" clId="{B9F9AE90-CAA5-45CE-B33A-9388F3B08ED2}" dt="2026-02-03T10:41:54.061" v="5189" actId="207"/>
          <ac:spMkLst>
            <pc:docMk/>
            <pc:sldMk cId="4118616141" sldId="259"/>
            <ac:spMk id="79" creationId="{CD60CA06-9155-42E4-81E9-F4C1BDC8FBDF}"/>
          </ac:spMkLst>
        </pc:spChg>
        <pc:spChg chg="mod">
          <ac:chgData name="沛溪 中村" userId="4b6ad4d7a42030dd" providerId="LiveId" clId="{B9F9AE90-CAA5-45CE-B33A-9388F3B08ED2}" dt="2026-02-03T10:41:54.061" v="5189" actId="207"/>
          <ac:spMkLst>
            <pc:docMk/>
            <pc:sldMk cId="4118616141" sldId="259"/>
            <ac:spMk id="80" creationId="{486C5F3D-7729-4A22-9647-BB4325764D67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89" creationId="{0D3D27EF-BD57-42A5-A3F2-D18165065831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90" creationId="{EB1A68FC-8BB4-4BE1-BA7E-DCB6D2831DFF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91" creationId="{217DC354-6018-49B1-BF9A-71FCE9095205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93" creationId="{53CA8122-8A7E-40B1-BAF3-DF4E4EC2A039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95" creationId="{69FC3FC3-2241-4107-81F4-47357FEF3C1F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97" creationId="{D5770C73-C79C-483A-B008-5D6AF732F2E2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98" creationId="{BF065443-C538-481D-A323-43F5D0A1C987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99" creationId="{B9A6A5E0-97B0-47F0-9D9D-E90B092D4F4F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101" creationId="{11C0159C-6860-4F5C-8761-DC7FC9B6FEBC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103" creationId="{CC1703DA-65F3-437F-8943-DA4C98FD21B5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105" creationId="{E219D50E-A8D0-413D-8525-40BEC2169FAD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106" creationId="{8B778ECB-90B3-4920-852D-C2CA3FE30C1B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107" creationId="{7CE64A86-5440-43C0-9FAA-02C3EAC9B36B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109" creationId="{BB4F8D06-941B-4C9A-A16E-9466013365F1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111" creationId="{313E65B0-4A95-4045-A3A9-C5FC2CB4E03C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115" creationId="{C486933F-FC47-45C0-A9F7-7A066567FE7D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116" creationId="{905266BB-E7C4-4EEA-B287-37761B7F4A81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118" creationId="{7D148DF4-756F-453A-9B7F-235F6C7A01C4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122" creationId="{B1A84F7F-4C81-4F8B-8C14-BDC3000D7F4E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124" creationId="{DE128E59-E668-4384-816A-B7A331FCCC43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125" creationId="{D5D556F4-400D-402A-A6D0-03868AF10276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126" creationId="{1EBF5781-8352-44D1-9E94-B0317EF0A939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127" creationId="{D42F9CCB-4B3F-4DC8-8354-4AFF4E144B97}"/>
          </ac:spMkLst>
        </pc:spChg>
        <pc:spChg chg="mod">
          <ac:chgData name="沛溪 中村" userId="4b6ad4d7a42030dd" providerId="LiveId" clId="{B9F9AE90-CAA5-45CE-B33A-9388F3B08ED2}" dt="2026-02-03T10:42:47.836" v="5256" actId="207"/>
          <ac:spMkLst>
            <pc:docMk/>
            <pc:sldMk cId="4118616141" sldId="259"/>
            <ac:spMk id="128" creationId="{01E90942-A299-4342-B95D-3ADD98C42502}"/>
          </ac:spMkLst>
        </pc:spChg>
        <pc:spChg chg="add del mod ord">
          <ac:chgData name="沛溪 中村" userId="4b6ad4d7a42030dd" providerId="LiveId" clId="{B9F9AE90-CAA5-45CE-B33A-9388F3B08ED2}" dt="2026-02-03T10:52:35.569" v="5794" actId="478"/>
          <ac:spMkLst>
            <pc:docMk/>
            <pc:sldMk cId="4118616141" sldId="259"/>
            <ac:spMk id="129" creationId="{B8D08D26-FCDC-4421-8A7D-3CAB80C0AF94}"/>
          </ac:spMkLst>
        </pc:spChg>
        <pc:spChg chg="add del mod">
          <ac:chgData name="沛溪 中村" userId="4b6ad4d7a42030dd" providerId="LiveId" clId="{B9F9AE90-CAA5-45CE-B33A-9388F3B08ED2}" dt="2026-02-03T10:44:33.291" v="5301" actId="478"/>
          <ac:spMkLst>
            <pc:docMk/>
            <pc:sldMk cId="4118616141" sldId="259"/>
            <ac:spMk id="138" creationId="{14C6E07F-35FB-45F7-94D6-DA09B5752FA1}"/>
          </ac:spMkLst>
        </pc:spChg>
        <pc:spChg chg="add del mod">
          <ac:chgData name="沛溪 中村" userId="4b6ad4d7a42030dd" providerId="LiveId" clId="{B9F9AE90-CAA5-45CE-B33A-9388F3B08ED2}" dt="2026-02-03T10:44:35.150" v="5310" actId="478"/>
          <ac:spMkLst>
            <pc:docMk/>
            <pc:sldMk cId="4118616141" sldId="259"/>
            <ac:spMk id="139" creationId="{35322833-7965-45CC-B017-69E94B8B8B2B}"/>
          </ac:spMkLst>
        </pc:spChg>
        <pc:spChg chg="add del mod">
          <ac:chgData name="沛溪 中村" userId="4b6ad4d7a42030dd" providerId="LiveId" clId="{B9F9AE90-CAA5-45CE-B33A-9388F3B08ED2}" dt="2026-02-03T10:44:32.874" v="5300" actId="478"/>
          <ac:spMkLst>
            <pc:docMk/>
            <pc:sldMk cId="4118616141" sldId="259"/>
            <ac:spMk id="140" creationId="{265DF012-FDE8-4989-87C0-3B77E5A297A1}"/>
          </ac:spMkLst>
        </pc:spChg>
        <pc:spChg chg="mod">
          <ac:chgData name="沛溪 中村" userId="4b6ad4d7a42030dd" providerId="LiveId" clId="{B9F9AE90-CAA5-45CE-B33A-9388F3B08ED2}" dt="2026-02-03T10:43:11.398" v="5268"/>
          <ac:spMkLst>
            <pc:docMk/>
            <pc:sldMk cId="4118616141" sldId="259"/>
            <ac:spMk id="142" creationId="{7A01041D-2AFE-4D88-BE5C-005631092B73}"/>
          </ac:spMkLst>
        </pc:spChg>
        <pc:spChg chg="mod">
          <ac:chgData name="沛溪 中村" userId="4b6ad4d7a42030dd" providerId="LiveId" clId="{B9F9AE90-CAA5-45CE-B33A-9388F3B08ED2}" dt="2026-02-03T10:43:11.398" v="5268"/>
          <ac:spMkLst>
            <pc:docMk/>
            <pc:sldMk cId="4118616141" sldId="259"/>
            <ac:spMk id="144" creationId="{E3B2DD8F-4DF3-4BE9-AB13-44C4AE9BD941}"/>
          </ac:spMkLst>
        </pc:spChg>
        <pc:spChg chg="add del mod">
          <ac:chgData name="沛溪 中村" userId="4b6ad4d7a42030dd" providerId="LiveId" clId="{B9F9AE90-CAA5-45CE-B33A-9388F3B08ED2}" dt="2026-02-03T10:44:33.619" v="5302" actId="478"/>
          <ac:spMkLst>
            <pc:docMk/>
            <pc:sldMk cId="4118616141" sldId="259"/>
            <ac:spMk id="146" creationId="{B719AD35-523A-4A54-9E90-B96ED18EE023}"/>
          </ac:spMkLst>
        </pc:spChg>
        <pc:spChg chg="add del mod">
          <ac:chgData name="沛溪 中村" userId="4b6ad4d7a42030dd" providerId="LiveId" clId="{B9F9AE90-CAA5-45CE-B33A-9388F3B08ED2}" dt="2026-02-03T10:44:33.846" v="5303" actId="478"/>
          <ac:spMkLst>
            <pc:docMk/>
            <pc:sldMk cId="4118616141" sldId="259"/>
            <ac:spMk id="147" creationId="{E1D72820-628D-4AD6-B909-0F28CEE90B73}"/>
          </ac:spMkLst>
        </pc:spChg>
        <pc:spChg chg="add del mod">
          <ac:chgData name="沛溪 中村" userId="4b6ad4d7a42030dd" providerId="LiveId" clId="{B9F9AE90-CAA5-45CE-B33A-9388F3B08ED2}" dt="2026-02-03T10:44:34.034" v="5304" actId="478"/>
          <ac:spMkLst>
            <pc:docMk/>
            <pc:sldMk cId="4118616141" sldId="259"/>
            <ac:spMk id="148" creationId="{4AAD18DE-D146-44F7-AF6E-A8DB75AE71E6}"/>
          </ac:spMkLst>
        </pc:spChg>
        <pc:spChg chg="mod">
          <ac:chgData name="沛溪 中村" userId="4b6ad4d7a42030dd" providerId="LiveId" clId="{B9F9AE90-CAA5-45CE-B33A-9388F3B08ED2}" dt="2026-02-03T10:43:11.398" v="5268"/>
          <ac:spMkLst>
            <pc:docMk/>
            <pc:sldMk cId="4118616141" sldId="259"/>
            <ac:spMk id="150" creationId="{01F33810-D5C7-45D8-B60C-22C933423EFF}"/>
          </ac:spMkLst>
        </pc:spChg>
        <pc:spChg chg="mod">
          <ac:chgData name="沛溪 中村" userId="4b6ad4d7a42030dd" providerId="LiveId" clId="{B9F9AE90-CAA5-45CE-B33A-9388F3B08ED2}" dt="2026-02-03T10:43:11.398" v="5268"/>
          <ac:spMkLst>
            <pc:docMk/>
            <pc:sldMk cId="4118616141" sldId="259"/>
            <ac:spMk id="152" creationId="{279B0D31-1F06-4C7F-8155-A114410B1998}"/>
          </ac:spMkLst>
        </pc:spChg>
        <pc:spChg chg="add del mod">
          <ac:chgData name="沛溪 中村" userId="4b6ad4d7a42030dd" providerId="LiveId" clId="{B9F9AE90-CAA5-45CE-B33A-9388F3B08ED2}" dt="2026-02-03T10:44:34.232" v="5305" actId="478"/>
          <ac:spMkLst>
            <pc:docMk/>
            <pc:sldMk cId="4118616141" sldId="259"/>
            <ac:spMk id="154" creationId="{063AE313-A0E8-43FE-B158-74FBA2FC887D}"/>
          </ac:spMkLst>
        </pc:spChg>
        <pc:spChg chg="add del mod">
          <ac:chgData name="沛溪 中村" userId="4b6ad4d7a42030dd" providerId="LiveId" clId="{B9F9AE90-CAA5-45CE-B33A-9388F3B08ED2}" dt="2026-02-03T10:44:34.597" v="5307" actId="478"/>
          <ac:spMkLst>
            <pc:docMk/>
            <pc:sldMk cId="4118616141" sldId="259"/>
            <ac:spMk id="155" creationId="{5526FD09-0FBF-421B-8750-2630B179AF39}"/>
          </ac:spMkLst>
        </pc:spChg>
        <pc:spChg chg="add del mod">
          <ac:chgData name="沛溪 中村" userId="4b6ad4d7a42030dd" providerId="LiveId" clId="{B9F9AE90-CAA5-45CE-B33A-9388F3B08ED2}" dt="2026-02-03T10:44:34.427" v="5306" actId="478"/>
          <ac:spMkLst>
            <pc:docMk/>
            <pc:sldMk cId="4118616141" sldId="259"/>
            <ac:spMk id="156" creationId="{BDFCAF77-D7EA-4EDF-A2CD-66AA1B1B10A0}"/>
          </ac:spMkLst>
        </pc:spChg>
        <pc:spChg chg="mod">
          <ac:chgData name="沛溪 中村" userId="4b6ad4d7a42030dd" providerId="LiveId" clId="{B9F9AE90-CAA5-45CE-B33A-9388F3B08ED2}" dt="2026-02-03T10:43:11.398" v="5268"/>
          <ac:spMkLst>
            <pc:docMk/>
            <pc:sldMk cId="4118616141" sldId="259"/>
            <ac:spMk id="158" creationId="{803192E0-0BCA-4DDA-9679-37DC3DE11C5B}"/>
          </ac:spMkLst>
        </pc:spChg>
        <pc:spChg chg="mod">
          <ac:chgData name="沛溪 中村" userId="4b6ad4d7a42030dd" providerId="LiveId" clId="{B9F9AE90-CAA5-45CE-B33A-9388F3B08ED2}" dt="2026-02-03T10:43:11.398" v="5268"/>
          <ac:spMkLst>
            <pc:docMk/>
            <pc:sldMk cId="4118616141" sldId="259"/>
            <ac:spMk id="160" creationId="{76E0AEA0-CE72-42A3-A5E8-3FE0E33A8118}"/>
          </ac:spMkLst>
        </pc:spChg>
        <pc:spChg chg="add del mod">
          <ac:chgData name="沛溪 中村" userId="4b6ad4d7a42030dd" providerId="LiveId" clId="{B9F9AE90-CAA5-45CE-B33A-9388F3B08ED2}" dt="2026-02-03T10:44:34.960" v="5309" actId="478"/>
          <ac:spMkLst>
            <pc:docMk/>
            <pc:sldMk cId="4118616141" sldId="259"/>
            <ac:spMk id="164" creationId="{0A9E9EF6-B718-4DAE-B4E7-9057CA3F99F2}"/>
          </ac:spMkLst>
        </pc:spChg>
        <pc:spChg chg="add del mod">
          <ac:chgData name="沛溪 中村" userId="4b6ad4d7a42030dd" providerId="LiveId" clId="{B9F9AE90-CAA5-45CE-B33A-9388F3B08ED2}" dt="2026-02-03T10:44:35.485" v="5311" actId="478"/>
          <ac:spMkLst>
            <pc:docMk/>
            <pc:sldMk cId="4118616141" sldId="259"/>
            <ac:spMk id="165" creationId="{DB257F10-8485-479E-B650-16A6ACFB82A1}"/>
          </ac:spMkLst>
        </pc:spChg>
        <pc:spChg chg="add del mod">
          <ac:chgData name="沛溪 中村" userId="4b6ad4d7a42030dd" providerId="LiveId" clId="{B9F9AE90-CAA5-45CE-B33A-9388F3B08ED2}" dt="2026-02-03T10:44:34.795" v="5308" actId="478"/>
          <ac:spMkLst>
            <pc:docMk/>
            <pc:sldMk cId="4118616141" sldId="259"/>
            <ac:spMk id="167" creationId="{15E63F39-7203-4A52-BBB8-E98275B5F6C6}"/>
          </ac:spMkLst>
        </pc:spChg>
        <pc:spChg chg="mod">
          <ac:chgData name="沛溪 中村" userId="4b6ad4d7a42030dd" providerId="LiveId" clId="{B9F9AE90-CAA5-45CE-B33A-9388F3B08ED2}" dt="2026-02-03T10:43:11.398" v="5268"/>
          <ac:spMkLst>
            <pc:docMk/>
            <pc:sldMk cId="4118616141" sldId="259"/>
            <ac:spMk id="171" creationId="{8F61D7F7-7723-49FC-9011-0D08FAF8FAC4}"/>
          </ac:spMkLst>
        </pc:spChg>
        <pc:spChg chg="mod">
          <ac:chgData name="沛溪 中村" userId="4b6ad4d7a42030dd" providerId="LiveId" clId="{B9F9AE90-CAA5-45CE-B33A-9388F3B08ED2}" dt="2026-02-03T10:43:11.398" v="5268"/>
          <ac:spMkLst>
            <pc:docMk/>
            <pc:sldMk cId="4118616141" sldId="259"/>
            <ac:spMk id="173" creationId="{A61F99B8-2432-48B5-8E62-DEEC977B6D1B}"/>
          </ac:spMkLst>
        </pc:spChg>
        <pc:spChg chg="mod">
          <ac:chgData name="沛溪 中村" userId="4b6ad4d7a42030dd" providerId="LiveId" clId="{B9F9AE90-CAA5-45CE-B33A-9388F3B08ED2}" dt="2026-02-03T10:43:11.398" v="5268"/>
          <ac:spMkLst>
            <pc:docMk/>
            <pc:sldMk cId="4118616141" sldId="259"/>
            <ac:spMk id="174" creationId="{CF54C625-25F6-4C21-ADF8-FD9E715EB140}"/>
          </ac:spMkLst>
        </pc:spChg>
        <pc:spChg chg="mod">
          <ac:chgData name="沛溪 中村" userId="4b6ad4d7a42030dd" providerId="LiveId" clId="{B9F9AE90-CAA5-45CE-B33A-9388F3B08ED2}" dt="2026-02-03T10:43:11.398" v="5268"/>
          <ac:spMkLst>
            <pc:docMk/>
            <pc:sldMk cId="4118616141" sldId="259"/>
            <ac:spMk id="175" creationId="{2366328F-F927-4B87-A80A-AFED7B2159EC}"/>
          </ac:spMkLst>
        </pc:spChg>
        <pc:spChg chg="add del mod">
          <ac:chgData name="沛溪 中村" userId="4b6ad4d7a42030dd" providerId="LiveId" clId="{B9F9AE90-CAA5-45CE-B33A-9388F3B08ED2}" dt="2026-02-03T10:43:57.829" v="5285" actId="478"/>
          <ac:spMkLst>
            <pc:docMk/>
            <pc:sldMk cId="4118616141" sldId="259"/>
            <ac:spMk id="176" creationId="{AE07D0A8-E8E0-4B26-8C37-07433795024E}"/>
          </ac:spMkLst>
        </pc:spChg>
        <pc:spChg chg="mod">
          <ac:chgData name="沛溪 中村" userId="4b6ad4d7a42030dd" providerId="LiveId" clId="{B9F9AE90-CAA5-45CE-B33A-9388F3B08ED2}" dt="2026-02-03T10:43:11.398" v="5268"/>
          <ac:spMkLst>
            <pc:docMk/>
            <pc:sldMk cId="4118616141" sldId="259"/>
            <ac:spMk id="177" creationId="{E047799E-32DF-4B94-B702-71DB68924C59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186" creationId="{6F7D75F5-B280-48DD-A9A8-9DFA8FD5B74D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187" creationId="{2A781D9E-8744-4D7B-8AA1-C1C763A7C05D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188" creationId="{B19CC457-FEC8-4CA6-89B0-F85C4AF1F2C5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190" creationId="{C417129B-EE01-4404-B570-27946AC9916E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192" creationId="{B82094B2-F4C7-4092-AD3E-2ECC9B5FBD3C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194" creationId="{4C9D83F6-D662-44ED-97B6-CFE6FC61E9F3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195" creationId="{504FECD4-AE39-42B7-B736-2EA25F094790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196" creationId="{AC843B07-45FF-4E63-A72D-50D9009D3544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198" creationId="{8A2F7E0A-B2A1-44DF-8D26-AD33BF3B3026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200" creationId="{75C946A7-267D-42C2-9D06-5A3B3965AD5A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202" creationId="{274886AF-1E03-4958-92B8-99C74AA80175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203" creationId="{C49CE576-AD57-42D7-9D82-3E377F4CDE9C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204" creationId="{387069AD-154A-451C-B58A-58A9749CFD2E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206" creationId="{0DD28401-CDD3-49FB-9D3D-9129C71B2656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208" creationId="{CEAA8C97-16E8-4284-AFBC-CFA4F2E1F587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212" creationId="{89D2B2DE-ED52-4166-955B-C58AA41AFEFD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213" creationId="{E0A70A3B-063D-4963-93EB-7E85086B0121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215" creationId="{41205B35-E750-4E68-B5D5-9790C303E759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219" creationId="{EA26D969-7BFD-40CF-8FDA-DB1F6F210108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221" creationId="{37FAA7D8-2443-4610-A5B8-72650B754A8D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222" creationId="{8907627D-09C7-464F-82BD-9C9A383DA835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223" creationId="{6EC1BB2A-F6BB-44B0-BC7E-9ECCECB9BA8E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224" creationId="{5611C070-B122-414C-B528-4D00F3C40851}"/>
          </ac:spMkLst>
        </pc:spChg>
        <pc:spChg chg="mod">
          <ac:chgData name="沛溪 中村" userId="4b6ad4d7a42030dd" providerId="LiveId" clId="{B9F9AE90-CAA5-45CE-B33A-9388F3B08ED2}" dt="2026-02-03T10:44:42.010" v="5316"/>
          <ac:spMkLst>
            <pc:docMk/>
            <pc:sldMk cId="4118616141" sldId="259"/>
            <ac:spMk id="225" creationId="{4C59CDE4-D112-4ED0-ABD6-DF0D40CD52C3}"/>
          </ac:spMkLst>
        </pc:spChg>
        <pc:spChg chg="mod">
          <ac:chgData name="沛溪 中村" userId="4b6ad4d7a42030dd" providerId="LiveId" clId="{B9F9AE90-CAA5-45CE-B33A-9388F3B08ED2}" dt="2026-02-03T10:46:15" v="5337"/>
          <ac:spMkLst>
            <pc:docMk/>
            <pc:sldMk cId="4118616141" sldId="259"/>
            <ac:spMk id="227" creationId="{08886373-9E6B-4DCE-98CC-8F009B572DDA}"/>
          </ac:spMkLst>
        </pc:spChg>
        <pc:spChg chg="mod">
          <ac:chgData name="沛溪 中村" userId="4b6ad4d7a42030dd" providerId="LiveId" clId="{B9F9AE90-CAA5-45CE-B33A-9388F3B08ED2}" dt="2026-02-03T10:46:15" v="5337"/>
          <ac:spMkLst>
            <pc:docMk/>
            <pc:sldMk cId="4118616141" sldId="259"/>
            <ac:spMk id="228" creationId="{A4E52789-DC37-46BE-B289-ECC2435A07F8}"/>
          </ac:spMkLst>
        </pc:spChg>
        <pc:spChg chg="mod">
          <ac:chgData name="沛溪 中村" userId="4b6ad4d7a42030dd" providerId="LiveId" clId="{B9F9AE90-CAA5-45CE-B33A-9388F3B08ED2}" dt="2026-02-03T10:46:21.108" v="5340"/>
          <ac:spMkLst>
            <pc:docMk/>
            <pc:sldMk cId="4118616141" sldId="259"/>
            <ac:spMk id="230" creationId="{C43EC704-D44B-4E61-8125-08939FDEC9E3}"/>
          </ac:spMkLst>
        </pc:spChg>
        <pc:spChg chg="mod">
          <ac:chgData name="沛溪 中村" userId="4b6ad4d7a42030dd" providerId="LiveId" clId="{B9F9AE90-CAA5-45CE-B33A-9388F3B08ED2}" dt="2026-02-03T10:46:21.108" v="5340"/>
          <ac:spMkLst>
            <pc:docMk/>
            <pc:sldMk cId="4118616141" sldId="259"/>
            <ac:spMk id="231" creationId="{04A2710C-33AF-49D2-8F37-4B411581A635}"/>
          </ac:spMkLst>
        </pc:spChg>
        <pc:spChg chg="add mod">
          <ac:chgData name="沛溪 中村" userId="4b6ad4d7a42030dd" providerId="LiveId" clId="{B9F9AE90-CAA5-45CE-B33A-9388F3B08ED2}" dt="2026-02-03T10:50:41.116" v="5542" actId="2711"/>
          <ac:spMkLst>
            <pc:docMk/>
            <pc:sldMk cId="4118616141" sldId="259"/>
            <ac:spMk id="232" creationId="{C6312001-1E96-4105-B85B-589469660891}"/>
          </ac:spMkLst>
        </pc:spChg>
        <pc:spChg chg="add mod">
          <ac:chgData name="沛溪 中村" userId="4b6ad4d7a42030dd" providerId="LiveId" clId="{B9F9AE90-CAA5-45CE-B33A-9388F3B08ED2}" dt="2026-02-03T10:50:37.356" v="5541" actId="121"/>
          <ac:spMkLst>
            <pc:docMk/>
            <pc:sldMk cId="4118616141" sldId="259"/>
            <ac:spMk id="233" creationId="{624CB15E-B695-4E41-AD82-E7ADE9F87C28}"/>
          </ac:spMkLst>
        </pc:spChg>
        <pc:spChg chg="add mod">
          <ac:chgData name="沛溪 中村" userId="4b6ad4d7a42030dd" providerId="LiveId" clId="{B9F9AE90-CAA5-45CE-B33A-9388F3B08ED2}" dt="2026-02-03T11:20:43.039" v="5865" actId="207"/>
          <ac:spMkLst>
            <pc:docMk/>
            <pc:sldMk cId="4118616141" sldId="259"/>
            <ac:spMk id="241" creationId="{D461F19D-FBBC-43E5-BA2F-8100187FEA06}"/>
          </ac:spMkLst>
        </pc:spChg>
        <pc:spChg chg="add mod">
          <ac:chgData name="沛溪 中村" userId="4b6ad4d7a42030dd" providerId="LiveId" clId="{B9F9AE90-CAA5-45CE-B33A-9388F3B08ED2}" dt="2026-02-04T06:27:31.486" v="11681" actId="20577"/>
          <ac:spMkLst>
            <pc:docMk/>
            <pc:sldMk cId="4118616141" sldId="259"/>
            <ac:spMk id="242" creationId="{580FAF27-1DD6-47E1-9396-457657E89F10}"/>
          </ac:spMkLst>
        </pc:spChg>
        <pc:grpChg chg="add del mod">
          <ac:chgData name="沛溪 中村" userId="4b6ad4d7a42030dd" providerId="LiveId" clId="{B9F9AE90-CAA5-45CE-B33A-9388F3B08ED2}" dt="2026-02-03T09:39:23.642" v="2620" actId="165"/>
          <ac:grpSpMkLst>
            <pc:docMk/>
            <pc:sldMk cId="4118616141" sldId="259"/>
            <ac:grpSpMk id="9" creationId="{E49B768F-415E-427B-BC18-94CEE29FC9E7}"/>
          </ac:grpSpMkLst>
        </pc:grpChg>
        <pc:grpChg chg="del">
          <ac:chgData name="沛溪 中村" userId="4b6ad4d7a42030dd" providerId="LiveId" clId="{B9F9AE90-CAA5-45CE-B33A-9388F3B08ED2}" dt="2026-02-03T05:35:31.257" v="6" actId="478"/>
          <ac:grpSpMkLst>
            <pc:docMk/>
            <pc:sldMk cId="4118616141" sldId="259"/>
            <ac:grpSpMk id="16" creationId="{C48D1DFF-FED1-474C-9662-B6C8215465E9}"/>
          </ac:grpSpMkLst>
        </pc:grpChg>
        <pc:grpChg chg="del mod">
          <ac:chgData name="沛溪 中村" userId="4b6ad4d7a42030dd" providerId="LiveId" clId="{B9F9AE90-CAA5-45CE-B33A-9388F3B08ED2}" dt="2026-02-03T05:35:31.938" v="8" actId="478"/>
          <ac:grpSpMkLst>
            <pc:docMk/>
            <pc:sldMk cId="4118616141" sldId="259"/>
            <ac:grpSpMk id="17" creationId="{767139E7-FB11-472A-8A6B-FB12757AED56}"/>
          </ac:grpSpMkLst>
        </pc:grpChg>
        <pc:grpChg chg="del">
          <ac:chgData name="沛溪 中村" userId="4b6ad4d7a42030dd" providerId="LiveId" clId="{B9F9AE90-CAA5-45CE-B33A-9388F3B08ED2}" dt="2026-02-03T05:35:31.257" v="6" actId="478"/>
          <ac:grpSpMkLst>
            <pc:docMk/>
            <pc:sldMk cId="4118616141" sldId="259"/>
            <ac:grpSpMk id="23" creationId="{4DE905A7-1DE4-4C07-8FE5-04FB3D574FE7}"/>
          </ac:grpSpMkLst>
        </pc:grpChg>
        <pc:grpChg chg="add mod">
          <ac:chgData name="沛溪 中村" userId="4b6ad4d7a42030dd" providerId="LiveId" clId="{B9F9AE90-CAA5-45CE-B33A-9388F3B08ED2}" dt="2026-02-03T10:01:56.922" v="3096" actId="164"/>
          <ac:grpSpMkLst>
            <pc:docMk/>
            <pc:sldMk cId="4118616141" sldId="259"/>
            <ac:grpSpMk id="53" creationId="{24FDD7B3-A900-44EF-9F05-DF69A9940DB9}"/>
          </ac:grpSpMkLst>
        </pc:grpChg>
        <pc:grpChg chg="add mod">
          <ac:chgData name="沛溪 中村" userId="4b6ad4d7a42030dd" providerId="LiveId" clId="{B9F9AE90-CAA5-45CE-B33A-9388F3B08ED2}" dt="2026-02-03T10:02:03.016" v="3100" actId="14100"/>
          <ac:grpSpMkLst>
            <pc:docMk/>
            <pc:sldMk cId="4118616141" sldId="259"/>
            <ac:grpSpMk id="54" creationId="{88DDD1F3-E92B-4846-B01D-0E2D106168C3}"/>
          </ac:grpSpMkLst>
        </pc:grpChg>
        <pc:grpChg chg="add mod">
          <ac:chgData name="沛溪 中村" userId="4b6ad4d7a42030dd" providerId="LiveId" clId="{B9F9AE90-CAA5-45CE-B33A-9388F3B08ED2}" dt="2026-02-03T10:07:51.517" v="3346" actId="1076"/>
          <ac:grpSpMkLst>
            <pc:docMk/>
            <pc:sldMk cId="4118616141" sldId="259"/>
            <ac:grpSpMk id="55" creationId="{5AC9FE3C-9664-45D5-8D62-1D4D097E49CE}"/>
          </ac:grpSpMkLst>
        </pc:grpChg>
        <pc:grpChg chg="add mod">
          <ac:chgData name="沛溪 中村" userId="4b6ad4d7a42030dd" providerId="LiveId" clId="{B9F9AE90-CAA5-45CE-B33A-9388F3B08ED2}" dt="2026-02-03T10:07:02.667" v="3306" actId="1076"/>
          <ac:grpSpMkLst>
            <pc:docMk/>
            <pc:sldMk cId="4118616141" sldId="259"/>
            <ac:grpSpMk id="62" creationId="{5AD7EAD1-709B-4101-81BF-6359B3810701}"/>
          </ac:grpSpMkLst>
        </pc:grpChg>
        <pc:grpChg chg="add mod">
          <ac:chgData name="沛溪 中村" userId="4b6ad4d7a42030dd" providerId="LiveId" clId="{B9F9AE90-CAA5-45CE-B33A-9388F3B08ED2}" dt="2026-02-03T10:07:37.700" v="3343" actId="1076"/>
          <ac:grpSpMkLst>
            <pc:docMk/>
            <pc:sldMk cId="4118616141" sldId="259"/>
            <ac:grpSpMk id="67" creationId="{34CC3CAB-7A19-468B-A8DD-54D5DD92EF9E}"/>
          </ac:grpSpMkLst>
        </pc:grpChg>
        <pc:grpChg chg="add del mod">
          <ac:chgData name="沛溪 中村" userId="4b6ad4d7a42030dd" providerId="LiveId" clId="{B9F9AE90-CAA5-45CE-B33A-9388F3B08ED2}" dt="2026-02-03T10:42:00.202" v="5190" actId="478"/>
          <ac:grpSpMkLst>
            <pc:docMk/>
            <pc:sldMk cId="4118616141" sldId="259"/>
            <ac:grpSpMk id="76" creationId="{0E48E92B-0B64-4454-B5FD-1AC450BB0527}"/>
          </ac:grpSpMkLst>
        </pc:grpChg>
        <pc:grpChg chg="add del mod">
          <ac:chgData name="沛溪 中村" userId="4b6ad4d7a42030dd" providerId="LiveId" clId="{B9F9AE90-CAA5-45CE-B33A-9388F3B08ED2}" dt="2026-02-03T10:42:49.597" v="5261"/>
          <ac:grpSpMkLst>
            <pc:docMk/>
            <pc:sldMk cId="4118616141" sldId="259"/>
            <ac:grpSpMk id="81" creationId="{EC553BA9-ADC6-4790-ABFF-37B860829AF5}"/>
          </ac:grpSpMkLst>
        </pc:grpChg>
        <pc:grpChg chg="mod">
          <ac:chgData name="沛溪 中村" userId="4b6ad4d7a42030dd" providerId="LiveId" clId="{B9F9AE90-CAA5-45CE-B33A-9388F3B08ED2}" dt="2026-02-03T10:42:47.836" v="5256" actId="207"/>
          <ac:grpSpMkLst>
            <pc:docMk/>
            <pc:sldMk cId="4118616141" sldId="259"/>
            <ac:grpSpMk id="82" creationId="{1D91ADEE-22C1-487F-9777-3DA50706EADA}"/>
          </ac:grpSpMkLst>
        </pc:grpChg>
        <pc:grpChg chg="mod">
          <ac:chgData name="沛溪 中村" userId="4b6ad4d7a42030dd" providerId="LiveId" clId="{B9F9AE90-CAA5-45CE-B33A-9388F3B08ED2}" dt="2026-02-03T10:42:47.836" v="5256" actId="207"/>
          <ac:grpSpMkLst>
            <pc:docMk/>
            <pc:sldMk cId="4118616141" sldId="259"/>
            <ac:grpSpMk id="84" creationId="{BF909E4F-9F10-48A1-8C48-2F8FB1B0C54A}"/>
          </ac:grpSpMkLst>
        </pc:grpChg>
        <pc:grpChg chg="mod">
          <ac:chgData name="沛溪 中村" userId="4b6ad4d7a42030dd" providerId="LiveId" clId="{B9F9AE90-CAA5-45CE-B33A-9388F3B08ED2}" dt="2026-02-03T10:42:47.836" v="5256" actId="207"/>
          <ac:grpSpMkLst>
            <pc:docMk/>
            <pc:sldMk cId="4118616141" sldId="259"/>
            <ac:grpSpMk id="86" creationId="{0B550D98-3C0E-444F-8EB9-590DC434CC51}"/>
          </ac:grpSpMkLst>
        </pc:grpChg>
        <pc:grpChg chg="mod">
          <ac:chgData name="沛溪 中村" userId="4b6ad4d7a42030dd" providerId="LiveId" clId="{B9F9AE90-CAA5-45CE-B33A-9388F3B08ED2}" dt="2026-02-03T10:42:47.836" v="5256" actId="207"/>
          <ac:grpSpMkLst>
            <pc:docMk/>
            <pc:sldMk cId="4118616141" sldId="259"/>
            <ac:grpSpMk id="88" creationId="{507E9AFE-A7F5-439B-A05F-C67E11C77C57}"/>
          </ac:grpSpMkLst>
        </pc:grpChg>
        <pc:grpChg chg="mod">
          <ac:chgData name="沛溪 中村" userId="4b6ad4d7a42030dd" providerId="LiveId" clId="{B9F9AE90-CAA5-45CE-B33A-9388F3B08ED2}" dt="2026-02-03T10:42:47.836" v="5256" actId="207"/>
          <ac:grpSpMkLst>
            <pc:docMk/>
            <pc:sldMk cId="4118616141" sldId="259"/>
            <ac:grpSpMk id="96" creationId="{50EC3A3A-BE34-4567-9546-1ACEBD38CA06}"/>
          </ac:grpSpMkLst>
        </pc:grpChg>
        <pc:grpChg chg="mod">
          <ac:chgData name="沛溪 中村" userId="4b6ad4d7a42030dd" providerId="LiveId" clId="{B9F9AE90-CAA5-45CE-B33A-9388F3B08ED2}" dt="2026-02-03T10:42:47.836" v="5256" actId="207"/>
          <ac:grpSpMkLst>
            <pc:docMk/>
            <pc:sldMk cId="4118616141" sldId="259"/>
            <ac:grpSpMk id="104" creationId="{D743D987-F964-44BB-93BB-DB2B7BB22F0B}"/>
          </ac:grpSpMkLst>
        </pc:grpChg>
        <pc:grpChg chg="mod">
          <ac:chgData name="沛溪 中村" userId="4b6ad4d7a42030dd" providerId="LiveId" clId="{B9F9AE90-CAA5-45CE-B33A-9388F3B08ED2}" dt="2026-02-03T10:42:47.836" v="5256" actId="207"/>
          <ac:grpSpMkLst>
            <pc:docMk/>
            <pc:sldMk cId="4118616141" sldId="259"/>
            <ac:grpSpMk id="112" creationId="{475EFC3D-78A8-4D9B-81E7-911250C71445}"/>
          </ac:grpSpMkLst>
        </pc:grpChg>
        <pc:grpChg chg="mod">
          <ac:chgData name="沛溪 中村" userId="4b6ad4d7a42030dd" providerId="LiveId" clId="{B9F9AE90-CAA5-45CE-B33A-9388F3B08ED2}" dt="2026-02-03T10:42:47.836" v="5256" actId="207"/>
          <ac:grpSpMkLst>
            <pc:docMk/>
            <pc:sldMk cId="4118616141" sldId="259"/>
            <ac:grpSpMk id="114" creationId="{45BF2839-798F-4C43-95B2-5DCD80AAE1E1}"/>
          </ac:grpSpMkLst>
        </pc:grpChg>
        <pc:grpChg chg="mod">
          <ac:chgData name="沛溪 中村" userId="4b6ad4d7a42030dd" providerId="LiveId" clId="{B9F9AE90-CAA5-45CE-B33A-9388F3B08ED2}" dt="2026-02-03T10:42:47.836" v="5256" actId="207"/>
          <ac:grpSpMkLst>
            <pc:docMk/>
            <pc:sldMk cId="4118616141" sldId="259"/>
            <ac:grpSpMk id="117" creationId="{CC184B4B-6BDE-4BCA-ADF7-A885F2742DC4}"/>
          </ac:grpSpMkLst>
        </pc:grpChg>
        <pc:grpChg chg="mod">
          <ac:chgData name="沛溪 中村" userId="4b6ad4d7a42030dd" providerId="LiveId" clId="{B9F9AE90-CAA5-45CE-B33A-9388F3B08ED2}" dt="2026-02-03T10:42:47.836" v="5256" actId="207"/>
          <ac:grpSpMkLst>
            <pc:docMk/>
            <pc:sldMk cId="4118616141" sldId="259"/>
            <ac:grpSpMk id="119" creationId="{AA74A3F0-96CD-487E-B22B-EAF11A7E69D3}"/>
          </ac:grpSpMkLst>
        </pc:grpChg>
        <pc:grpChg chg="mod">
          <ac:chgData name="沛溪 中村" userId="4b6ad4d7a42030dd" providerId="LiveId" clId="{B9F9AE90-CAA5-45CE-B33A-9388F3B08ED2}" dt="2026-02-03T10:42:47.836" v="5256" actId="207"/>
          <ac:grpSpMkLst>
            <pc:docMk/>
            <pc:sldMk cId="4118616141" sldId="259"/>
            <ac:grpSpMk id="120" creationId="{AC823BC1-00D7-4DAE-82F8-35CE0C2C3FCD}"/>
          </ac:grpSpMkLst>
        </pc:grpChg>
        <pc:grpChg chg="add del mod ord">
          <ac:chgData name="沛溪 中村" userId="4b6ad4d7a42030dd" providerId="LiveId" clId="{B9F9AE90-CAA5-45CE-B33A-9388F3B08ED2}" dt="2026-02-03T10:44:39.097" v="5315" actId="478"/>
          <ac:grpSpMkLst>
            <pc:docMk/>
            <pc:sldMk cId="4118616141" sldId="259"/>
            <ac:grpSpMk id="130" creationId="{509DE3D7-FCD3-40DC-B628-A03CA92DE560}"/>
          </ac:grpSpMkLst>
        </pc:grpChg>
        <pc:grpChg chg="mod">
          <ac:chgData name="沛溪 中村" userId="4b6ad4d7a42030dd" providerId="LiveId" clId="{B9F9AE90-CAA5-45CE-B33A-9388F3B08ED2}" dt="2026-02-03T10:43:11.398" v="5268"/>
          <ac:grpSpMkLst>
            <pc:docMk/>
            <pc:sldMk cId="4118616141" sldId="259"/>
            <ac:grpSpMk id="131" creationId="{B9CDACA7-477A-44B0-A6A3-168A090730FC}"/>
          </ac:grpSpMkLst>
        </pc:grpChg>
        <pc:grpChg chg="mod">
          <ac:chgData name="沛溪 中村" userId="4b6ad4d7a42030dd" providerId="LiveId" clId="{B9F9AE90-CAA5-45CE-B33A-9388F3B08ED2}" dt="2026-02-03T10:43:11.398" v="5268"/>
          <ac:grpSpMkLst>
            <pc:docMk/>
            <pc:sldMk cId="4118616141" sldId="259"/>
            <ac:grpSpMk id="133" creationId="{C1B5D0F6-55D1-4221-8658-B893A46461B0}"/>
          </ac:grpSpMkLst>
        </pc:grpChg>
        <pc:grpChg chg="mod">
          <ac:chgData name="沛溪 中村" userId="4b6ad4d7a42030dd" providerId="LiveId" clId="{B9F9AE90-CAA5-45CE-B33A-9388F3B08ED2}" dt="2026-02-03T10:43:11.398" v="5268"/>
          <ac:grpSpMkLst>
            <pc:docMk/>
            <pc:sldMk cId="4118616141" sldId="259"/>
            <ac:grpSpMk id="135" creationId="{ADCF8BDC-EB69-49B0-BBBA-CD184FB1544F}"/>
          </ac:grpSpMkLst>
        </pc:grpChg>
        <pc:grpChg chg="mod">
          <ac:chgData name="沛溪 中村" userId="4b6ad4d7a42030dd" providerId="LiveId" clId="{B9F9AE90-CAA5-45CE-B33A-9388F3B08ED2}" dt="2026-02-03T10:43:11.398" v="5268"/>
          <ac:grpSpMkLst>
            <pc:docMk/>
            <pc:sldMk cId="4118616141" sldId="259"/>
            <ac:grpSpMk id="137" creationId="{92E9F568-0A1F-4585-9C82-C11EBA6FEA2D}"/>
          </ac:grpSpMkLst>
        </pc:grpChg>
        <pc:grpChg chg="mod">
          <ac:chgData name="沛溪 中村" userId="4b6ad4d7a42030dd" providerId="LiveId" clId="{B9F9AE90-CAA5-45CE-B33A-9388F3B08ED2}" dt="2026-02-03T10:43:11.398" v="5268"/>
          <ac:grpSpMkLst>
            <pc:docMk/>
            <pc:sldMk cId="4118616141" sldId="259"/>
            <ac:grpSpMk id="145" creationId="{01EB7905-EC51-4855-935D-D7BE4139BBB3}"/>
          </ac:grpSpMkLst>
        </pc:grpChg>
        <pc:grpChg chg="mod">
          <ac:chgData name="沛溪 中村" userId="4b6ad4d7a42030dd" providerId="LiveId" clId="{B9F9AE90-CAA5-45CE-B33A-9388F3B08ED2}" dt="2026-02-03T10:43:11.398" v="5268"/>
          <ac:grpSpMkLst>
            <pc:docMk/>
            <pc:sldMk cId="4118616141" sldId="259"/>
            <ac:grpSpMk id="153" creationId="{B9988E5E-FF5C-4DD7-8C56-C45DDA483951}"/>
          </ac:grpSpMkLst>
        </pc:grpChg>
        <pc:grpChg chg="mod">
          <ac:chgData name="沛溪 中村" userId="4b6ad4d7a42030dd" providerId="LiveId" clId="{B9F9AE90-CAA5-45CE-B33A-9388F3B08ED2}" dt="2026-02-03T10:43:11.398" v="5268"/>
          <ac:grpSpMkLst>
            <pc:docMk/>
            <pc:sldMk cId="4118616141" sldId="259"/>
            <ac:grpSpMk id="161" creationId="{34E3A019-AF48-4B85-9268-2787DD88BFF3}"/>
          </ac:grpSpMkLst>
        </pc:grpChg>
        <pc:grpChg chg="mod">
          <ac:chgData name="沛溪 中村" userId="4b6ad4d7a42030dd" providerId="LiveId" clId="{B9F9AE90-CAA5-45CE-B33A-9388F3B08ED2}" dt="2026-02-03T10:43:11.398" v="5268"/>
          <ac:grpSpMkLst>
            <pc:docMk/>
            <pc:sldMk cId="4118616141" sldId="259"/>
            <ac:grpSpMk id="163" creationId="{EF7A761A-4974-4A3A-90B8-EB151DDAC800}"/>
          </ac:grpSpMkLst>
        </pc:grpChg>
        <pc:grpChg chg="mod">
          <ac:chgData name="沛溪 中村" userId="4b6ad4d7a42030dd" providerId="LiveId" clId="{B9F9AE90-CAA5-45CE-B33A-9388F3B08ED2}" dt="2026-02-03T10:43:11.398" v="5268"/>
          <ac:grpSpMkLst>
            <pc:docMk/>
            <pc:sldMk cId="4118616141" sldId="259"/>
            <ac:grpSpMk id="166" creationId="{C787DAEC-149C-4A58-9254-B263371DC96E}"/>
          </ac:grpSpMkLst>
        </pc:grpChg>
        <pc:grpChg chg="mod">
          <ac:chgData name="沛溪 中村" userId="4b6ad4d7a42030dd" providerId="LiveId" clId="{B9F9AE90-CAA5-45CE-B33A-9388F3B08ED2}" dt="2026-02-03T10:43:11.398" v="5268"/>
          <ac:grpSpMkLst>
            <pc:docMk/>
            <pc:sldMk cId="4118616141" sldId="259"/>
            <ac:grpSpMk id="168" creationId="{F2B9DA1C-ACFB-4006-93B4-6E88D859445A}"/>
          </ac:grpSpMkLst>
        </pc:grpChg>
        <pc:grpChg chg="mod">
          <ac:chgData name="沛溪 中村" userId="4b6ad4d7a42030dd" providerId="LiveId" clId="{B9F9AE90-CAA5-45CE-B33A-9388F3B08ED2}" dt="2026-02-03T10:43:11.398" v="5268"/>
          <ac:grpSpMkLst>
            <pc:docMk/>
            <pc:sldMk cId="4118616141" sldId="259"/>
            <ac:grpSpMk id="169" creationId="{9BDE4E0A-DD9E-44D2-A266-7D2ECE31F1FE}"/>
          </ac:grpSpMkLst>
        </pc:grpChg>
        <pc:grpChg chg="add mod">
          <ac:chgData name="沛溪 中村" userId="4b6ad4d7a42030dd" providerId="LiveId" clId="{B9F9AE90-CAA5-45CE-B33A-9388F3B08ED2}" dt="2026-02-03T10:46:43.119" v="5347" actId="1076"/>
          <ac:grpSpMkLst>
            <pc:docMk/>
            <pc:sldMk cId="4118616141" sldId="259"/>
            <ac:grpSpMk id="178" creationId="{1845EEFD-9359-4C30-B95D-1A13893F6170}"/>
          </ac:grpSpMkLst>
        </pc:grpChg>
        <pc:grpChg chg="mod">
          <ac:chgData name="沛溪 中村" userId="4b6ad4d7a42030dd" providerId="LiveId" clId="{B9F9AE90-CAA5-45CE-B33A-9388F3B08ED2}" dt="2026-02-03T10:44:42.010" v="5316"/>
          <ac:grpSpMkLst>
            <pc:docMk/>
            <pc:sldMk cId="4118616141" sldId="259"/>
            <ac:grpSpMk id="179" creationId="{F0091DF1-C30B-45A2-A85A-04DD532C65BA}"/>
          </ac:grpSpMkLst>
        </pc:grpChg>
        <pc:grpChg chg="mod">
          <ac:chgData name="沛溪 中村" userId="4b6ad4d7a42030dd" providerId="LiveId" clId="{B9F9AE90-CAA5-45CE-B33A-9388F3B08ED2}" dt="2026-02-03T10:44:42.010" v="5316"/>
          <ac:grpSpMkLst>
            <pc:docMk/>
            <pc:sldMk cId="4118616141" sldId="259"/>
            <ac:grpSpMk id="181" creationId="{E47BF96B-EC9E-442F-AED4-FFEF2356021E}"/>
          </ac:grpSpMkLst>
        </pc:grpChg>
        <pc:grpChg chg="mod">
          <ac:chgData name="沛溪 中村" userId="4b6ad4d7a42030dd" providerId="LiveId" clId="{B9F9AE90-CAA5-45CE-B33A-9388F3B08ED2}" dt="2026-02-03T10:44:42.010" v="5316"/>
          <ac:grpSpMkLst>
            <pc:docMk/>
            <pc:sldMk cId="4118616141" sldId="259"/>
            <ac:grpSpMk id="183" creationId="{F0F58936-8CA9-4704-A9ED-FE32A2DF1FBE}"/>
          </ac:grpSpMkLst>
        </pc:grpChg>
        <pc:grpChg chg="mod">
          <ac:chgData name="沛溪 中村" userId="4b6ad4d7a42030dd" providerId="LiveId" clId="{B9F9AE90-CAA5-45CE-B33A-9388F3B08ED2}" dt="2026-02-03T10:44:42.010" v="5316"/>
          <ac:grpSpMkLst>
            <pc:docMk/>
            <pc:sldMk cId="4118616141" sldId="259"/>
            <ac:grpSpMk id="185" creationId="{7C060152-77A9-45AD-B581-E7787B4C2FBB}"/>
          </ac:grpSpMkLst>
        </pc:grpChg>
        <pc:grpChg chg="mod">
          <ac:chgData name="沛溪 中村" userId="4b6ad4d7a42030dd" providerId="LiveId" clId="{B9F9AE90-CAA5-45CE-B33A-9388F3B08ED2}" dt="2026-02-03T10:44:42.010" v="5316"/>
          <ac:grpSpMkLst>
            <pc:docMk/>
            <pc:sldMk cId="4118616141" sldId="259"/>
            <ac:grpSpMk id="193" creationId="{07C58C32-6175-49F5-9252-166F730483BC}"/>
          </ac:grpSpMkLst>
        </pc:grpChg>
        <pc:grpChg chg="mod">
          <ac:chgData name="沛溪 中村" userId="4b6ad4d7a42030dd" providerId="LiveId" clId="{B9F9AE90-CAA5-45CE-B33A-9388F3B08ED2}" dt="2026-02-03T10:44:42.010" v="5316"/>
          <ac:grpSpMkLst>
            <pc:docMk/>
            <pc:sldMk cId="4118616141" sldId="259"/>
            <ac:grpSpMk id="201" creationId="{FAEB879C-6B9C-4124-B876-39EDCB48C8A2}"/>
          </ac:grpSpMkLst>
        </pc:grpChg>
        <pc:grpChg chg="mod">
          <ac:chgData name="沛溪 中村" userId="4b6ad4d7a42030dd" providerId="LiveId" clId="{B9F9AE90-CAA5-45CE-B33A-9388F3B08ED2}" dt="2026-02-03T10:44:42.010" v="5316"/>
          <ac:grpSpMkLst>
            <pc:docMk/>
            <pc:sldMk cId="4118616141" sldId="259"/>
            <ac:grpSpMk id="209" creationId="{86A87EF2-AB2F-44EC-8E1C-88948D4DD1DC}"/>
          </ac:grpSpMkLst>
        </pc:grpChg>
        <pc:grpChg chg="mod">
          <ac:chgData name="沛溪 中村" userId="4b6ad4d7a42030dd" providerId="LiveId" clId="{B9F9AE90-CAA5-45CE-B33A-9388F3B08ED2}" dt="2026-02-03T10:44:42.010" v="5316"/>
          <ac:grpSpMkLst>
            <pc:docMk/>
            <pc:sldMk cId="4118616141" sldId="259"/>
            <ac:grpSpMk id="211" creationId="{F2DE4C12-E721-4B3C-AD67-A6F53C1D9086}"/>
          </ac:grpSpMkLst>
        </pc:grpChg>
        <pc:grpChg chg="mod">
          <ac:chgData name="沛溪 中村" userId="4b6ad4d7a42030dd" providerId="LiveId" clId="{B9F9AE90-CAA5-45CE-B33A-9388F3B08ED2}" dt="2026-02-03T10:44:42.010" v="5316"/>
          <ac:grpSpMkLst>
            <pc:docMk/>
            <pc:sldMk cId="4118616141" sldId="259"/>
            <ac:grpSpMk id="214" creationId="{CCAB22DA-A411-4964-A052-CC80490C5A77}"/>
          </ac:grpSpMkLst>
        </pc:grpChg>
        <pc:grpChg chg="mod">
          <ac:chgData name="沛溪 中村" userId="4b6ad4d7a42030dd" providerId="LiveId" clId="{B9F9AE90-CAA5-45CE-B33A-9388F3B08ED2}" dt="2026-02-03T10:44:42.010" v="5316"/>
          <ac:grpSpMkLst>
            <pc:docMk/>
            <pc:sldMk cId="4118616141" sldId="259"/>
            <ac:grpSpMk id="216" creationId="{5AAEA971-38CC-4E64-9FCC-EC9C21AB2DF8}"/>
          </ac:grpSpMkLst>
        </pc:grpChg>
        <pc:grpChg chg="mod">
          <ac:chgData name="沛溪 中村" userId="4b6ad4d7a42030dd" providerId="LiveId" clId="{B9F9AE90-CAA5-45CE-B33A-9388F3B08ED2}" dt="2026-02-03T10:44:42.010" v="5316"/>
          <ac:grpSpMkLst>
            <pc:docMk/>
            <pc:sldMk cId="4118616141" sldId="259"/>
            <ac:grpSpMk id="217" creationId="{AE03802B-48E1-40D9-B71F-AB46ECB75B54}"/>
          </ac:grpSpMkLst>
        </pc:grpChg>
        <pc:grpChg chg="add mod">
          <ac:chgData name="沛溪 中村" userId="4b6ad4d7a42030dd" providerId="LiveId" clId="{B9F9AE90-CAA5-45CE-B33A-9388F3B08ED2}" dt="2026-02-03T10:46:46.230" v="5350" actId="1076"/>
          <ac:grpSpMkLst>
            <pc:docMk/>
            <pc:sldMk cId="4118616141" sldId="259"/>
            <ac:grpSpMk id="226" creationId="{CE1E9E19-E031-442B-B062-E2725B423050}"/>
          </ac:grpSpMkLst>
        </pc:grpChg>
        <pc:grpChg chg="add mod">
          <ac:chgData name="沛溪 中村" userId="4b6ad4d7a42030dd" providerId="LiveId" clId="{B9F9AE90-CAA5-45CE-B33A-9388F3B08ED2}" dt="2026-02-03T10:46:39.080" v="5346" actId="1076"/>
          <ac:grpSpMkLst>
            <pc:docMk/>
            <pc:sldMk cId="4118616141" sldId="259"/>
            <ac:grpSpMk id="229" creationId="{F8916AB0-6CE0-4547-A975-1ED25353DA49}"/>
          </ac:grpSpMkLst>
        </pc:grpChg>
        <pc:grpChg chg="add del mod">
          <ac:chgData name="沛溪 中村" userId="4b6ad4d7a42030dd" providerId="LiveId" clId="{B9F9AE90-CAA5-45CE-B33A-9388F3B08ED2}" dt="2026-02-03T10:53:45.961" v="5829"/>
          <ac:grpSpMkLst>
            <pc:docMk/>
            <pc:sldMk cId="4118616141" sldId="259"/>
            <ac:grpSpMk id="245" creationId="{7F63DD8C-AB29-409F-A0D0-84790A87CC4C}"/>
          </ac:grpSpMkLst>
        </pc:grpChg>
        <pc:grpChg chg="mod">
          <ac:chgData name="沛溪 中村" userId="4b6ad4d7a42030dd" providerId="LiveId" clId="{B9F9AE90-CAA5-45CE-B33A-9388F3B08ED2}" dt="2026-02-03T10:53:33.240" v="5822"/>
          <ac:grpSpMkLst>
            <pc:docMk/>
            <pc:sldMk cId="4118616141" sldId="259"/>
            <ac:grpSpMk id="246" creationId="{43F450C6-DF29-45FB-8625-35F749AA6672}"/>
          </ac:grpSpMkLst>
        </pc:grpChg>
        <pc:grpChg chg="mod">
          <ac:chgData name="沛溪 中村" userId="4b6ad4d7a42030dd" providerId="LiveId" clId="{B9F9AE90-CAA5-45CE-B33A-9388F3B08ED2}" dt="2026-02-03T10:53:33.240" v="5822"/>
          <ac:grpSpMkLst>
            <pc:docMk/>
            <pc:sldMk cId="4118616141" sldId="259"/>
            <ac:grpSpMk id="247" creationId="{7D9ED51C-930E-4A21-B267-E7C99B8BCE8D}"/>
          </ac:grpSpMkLst>
        </pc:grpChg>
        <pc:grpChg chg="mod">
          <ac:chgData name="沛溪 中村" userId="4b6ad4d7a42030dd" providerId="LiveId" clId="{B9F9AE90-CAA5-45CE-B33A-9388F3B08ED2}" dt="2026-02-03T10:53:33.240" v="5822"/>
          <ac:grpSpMkLst>
            <pc:docMk/>
            <pc:sldMk cId="4118616141" sldId="259"/>
            <ac:grpSpMk id="248" creationId="{F6F3F0E4-95FB-43C5-BBE3-851D2FE74E34}"/>
          </ac:grpSpMkLst>
        </pc:grpChg>
        <pc:grpChg chg="mod">
          <ac:chgData name="沛溪 中村" userId="4b6ad4d7a42030dd" providerId="LiveId" clId="{B9F9AE90-CAA5-45CE-B33A-9388F3B08ED2}" dt="2026-02-03T10:53:33.240" v="5822"/>
          <ac:grpSpMkLst>
            <pc:docMk/>
            <pc:sldMk cId="4118616141" sldId="259"/>
            <ac:grpSpMk id="249" creationId="{236EFECB-9426-43D7-885F-16DC7BA4F237}"/>
          </ac:grpSpMkLst>
        </pc:grpChg>
        <pc:grpChg chg="mod">
          <ac:chgData name="沛溪 中村" userId="4b6ad4d7a42030dd" providerId="LiveId" clId="{B9F9AE90-CAA5-45CE-B33A-9388F3B08ED2}" dt="2026-02-03T10:53:33.240" v="5822"/>
          <ac:grpSpMkLst>
            <pc:docMk/>
            <pc:sldMk cId="4118616141" sldId="259"/>
            <ac:grpSpMk id="250" creationId="{2D30EC8A-BBBF-401B-A9DC-6D6EBDCD7E32}"/>
          </ac:grpSpMkLst>
        </pc:grpChg>
        <pc:grpChg chg="add del mod">
          <ac:chgData name="沛溪 中村" userId="4b6ad4d7a42030dd" providerId="LiveId" clId="{B9F9AE90-CAA5-45CE-B33A-9388F3B08ED2}" dt="2026-02-03T10:53:55.789" v="5833" actId="21"/>
          <ac:grpSpMkLst>
            <pc:docMk/>
            <pc:sldMk cId="4118616141" sldId="259"/>
            <ac:grpSpMk id="259" creationId="{3B597E5B-0F3F-4244-BE2E-3CF1A53C5C51}"/>
          </ac:grpSpMkLst>
        </pc:grpChg>
        <pc:grpChg chg="add mod">
          <ac:chgData name="沛溪 中村" userId="4b6ad4d7a42030dd" providerId="LiveId" clId="{B9F9AE90-CAA5-45CE-B33A-9388F3B08ED2}" dt="2026-02-03T10:53:57.509" v="5834"/>
          <ac:grpSpMkLst>
            <pc:docMk/>
            <pc:sldMk cId="4118616141" sldId="259"/>
            <ac:grpSpMk id="262" creationId="{11A50E91-90CA-4B34-BE0B-BE217E3A5CAB}"/>
          </ac:grpSpMkLst>
        </pc:grpChg>
        <pc:grpChg chg="add mod">
          <ac:chgData name="沛溪 中村" userId="4b6ad4d7a42030dd" providerId="LiveId" clId="{B9F9AE90-CAA5-45CE-B33A-9388F3B08ED2}" dt="2026-02-03T10:54:05.333" v="5837" actId="1076"/>
          <ac:grpSpMkLst>
            <pc:docMk/>
            <pc:sldMk cId="4118616141" sldId="259"/>
            <ac:grpSpMk id="265" creationId="{2A53A2F6-5AF9-4F72-BFE5-F8C61A15DDFE}"/>
          </ac:grpSpMkLst>
        </pc:grpChg>
        <pc:grpChg chg="add mod">
          <ac:chgData name="沛溪 中村" userId="4b6ad4d7a42030dd" providerId="LiveId" clId="{B9F9AE90-CAA5-45CE-B33A-9388F3B08ED2}" dt="2026-02-03T10:54:18.607" v="5841" actId="1076"/>
          <ac:grpSpMkLst>
            <pc:docMk/>
            <pc:sldMk cId="4118616141" sldId="259"/>
            <ac:grpSpMk id="268" creationId="{D54B68CA-4624-4D96-8A21-01D528088E76}"/>
          </ac:grpSpMkLst>
        </pc:grpChg>
        <pc:grpChg chg="add mod">
          <ac:chgData name="沛溪 中村" userId="4b6ad4d7a42030dd" providerId="LiveId" clId="{B9F9AE90-CAA5-45CE-B33A-9388F3B08ED2}" dt="2026-02-03T10:54:24.680" v="5844" actId="1076"/>
          <ac:grpSpMkLst>
            <pc:docMk/>
            <pc:sldMk cId="4118616141" sldId="259"/>
            <ac:grpSpMk id="271" creationId="{77C62D49-CDC8-44BD-B257-6178DB6E9041}"/>
          </ac:grpSpMkLst>
        </pc:grpChg>
        <pc:grpChg chg="add mod">
          <ac:chgData name="沛溪 中村" userId="4b6ad4d7a42030dd" providerId="LiveId" clId="{B9F9AE90-CAA5-45CE-B33A-9388F3B08ED2}" dt="2026-02-03T10:55:07.804" v="5850" actId="1076"/>
          <ac:grpSpMkLst>
            <pc:docMk/>
            <pc:sldMk cId="4118616141" sldId="259"/>
            <ac:grpSpMk id="276" creationId="{574E9CE9-01B0-42E3-B9FD-21955EF96684}"/>
          </ac:grpSpMkLst>
        </pc:grpChg>
        <pc:grpChg chg="add mod">
          <ac:chgData name="沛溪 中村" userId="4b6ad4d7a42030dd" providerId="LiveId" clId="{B9F9AE90-CAA5-45CE-B33A-9388F3B08ED2}" dt="2026-02-03T10:55:14.305" v="5855" actId="1076"/>
          <ac:grpSpMkLst>
            <pc:docMk/>
            <pc:sldMk cId="4118616141" sldId="259"/>
            <ac:grpSpMk id="279" creationId="{9C8997F0-1797-44E3-971E-CE15092A5165}"/>
          </ac:grpSpMkLst>
        </pc:grpChg>
        <pc:grpChg chg="add mod">
          <ac:chgData name="沛溪 中村" userId="4b6ad4d7a42030dd" providerId="LiveId" clId="{B9F9AE90-CAA5-45CE-B33A-9388F3B08ED2}" dt="2026-02-03T10:55:19.827" v="5858" actId="1076"/>
          <ac:grpSpMkLst>
            <pc:docMk/>
            <pc:sldMk cId="4118616141" sldId="259"/>
            <ac:grpSpMk id="282" creationId="{E94BC15B-2FAA-43CE-8C52-AACF1F6C93EE}"/>
          </ac:grpSpMkLst>
        </pc:grpChg>
        <pc:grpChg chg="add mod">
          <ac:chgData name="沛溪 中村" userId="4b6ad4d7a42030dd" providerId="LiveId" clId="{B9F9AE90-CAA5-45CE-B33A-9388F3B08ED2}" dt="2026-02-03T10:55:27.412" v="5862" actId="688"/>
          <ac:grpSpMkLst>
            <pc:docMk/>
            <pc:sldMk cId="4118616141" sldId="259"/>
            <ac:grpSpMk id="285" creationId="{D077EB55-FB0E-4B9C-BA29-84FB639CCF7F}"/>
          </ac:grpSpMkLst>
        </pc:grpChg>
        <pc:grpChg chg="add mod">
          <ac:chgData name="沛溪 中村" userId="4b6ad4d7a42030dd" providerId="LiveId" clId="{B9F9AE90-CAA5-45CE-B33A-9388F3B08ED2}" dt="2026-02-03T11:23:54.549" v="5904" actId="1076"/>
          <ac:grpSpMkLst>
            <pc:docMk/>
            <pc:sldMk cId="4118616141" sldId="259"/>
            <ac:grpSpMk id="296" creationId="{DBE8DC64-24B6-4E27-A376-89EBD7808984}"/>
          </ac:grpSpMkLst>
        </pc:grpChg>
        <pc:grpChg chg="add del mod">
          <ac:chgData name="沛溪 中村" userId="4b6ad4d7a42030dd" providerId="LiveId" clId="{B9F9AE90-CAA5-45CE-B33A-9388F3B08ED2}" dt="2026-02-03T11:22:59.794" v="5889"/>
          <ac:grpSpMkLst>
            <pc:docMk/>
            <pc:sldMk cId="4118616141" sldId="259"/>
            <ac:grpSpMk id="299" creationId="{317BEB35-8199-4BA8-AE9A-820FFC9DE262}"/>
          </ac:grpSpMkLst>
        </pc:grpChg>
        <pc:grpChg chg="add mod">
          <ac:chgData name="沛溪 中村" userId="4b6ad4d7a42030dd" providerId="LiveId" clId="{B9F9AE90-CAA5-45CE-B33A-9388F3B08ED2}" dt="2026-02-03T11:23:50.709" v="5903" actId="1076"/>
          <ac:grpSpMkLst>
            <pc:docMk/>
            <pc:sldMk cId="4118616141" sldId="259"/>
            <ac:grpSpMk id="302" creationId="{2C31E6CD-6490-486D-AB6F-BA9253F2226B}"/>
          </ac:grpSpMkLst>
        </pc:grpChg>
        <pc:grpChg chg="add mod">
          <ac:chgData name="沛溪 中村" userId="4b6ad4d7a42030dd" providerId="LiveId" clId="{B9F9AE90-CAA5-45CE-B33A-9388F3B08ED2}" dt="2026-02-03T11:23:42.171" v="5901" actId="1076"/>
          <ac:grpSpMkLst>
            <pc:docMk/>
            <pc:sldMk cId="4118616141" sldId="259"/>
            <ac:grpSpMk id="305" creationId="{E87E420F-64FD-4031-A6B4-C494F2AABD49}"/>
          </ac:grpSpMkLst>
        </pc:grpChg>
        <pc:grpChg chg="add mod">
          <ac:chgData name="沛溪 中村" userId="4b6ad4d7a42030dd" providerId="LiveId" clId="{B9F9AE90-CAA5-45CE-B33A-9388F3B08ED2}" dt="2026-02-03T11:23:44.912" v="5902" actId="1076"/>
          <ac:grpSpMkLst>
            <pc:docMk/>
            <pc:sldMk cId="4118616141" sldId="259"/>
            <ac:grpSpMk id="308" creationId="{0B2459A7-E0D8-4452-9280-D073A166B069}"/>
          </ac:grpSpMkLst>
        </pc:grpChg>
        <pc:grpChg chg="add mod">
          <ac:chgData name="沛溪 中村" userId="4b6ad4d7a42030dd" providerId="LiveId" clId="{B9F9AE90-CAA5-45CE-B33A-9388F3B08ED2}" dt="2026-02-03T11:24:10.685" v="5909" actId="688"/>
          <ac:grpSpMkLst>
            <pc:docMk/>
            <pc:sldMk cId="4118616141" sldId="259"/>
            <ac:grpSpMk id="311" creationId="{A2730E38-85BE-4FB8-B3DE-9ED73B94FE8C}"/>
          </ac:grpSpMkLst>
        </pc:grpChg>
        <pc:grpChg chg="add mod">
          <ac:chgData name="沛溪 中村" userId="4b6ad4d7a42030dd" providerId="LiveId" clId="{B9F9AE90-CAA5-45CE-B33A-9388F3B08ED2}" dt="2026-02-03T11:24:16.617" v="5912" actId="1076"/>
          <ac:grpSpMkLst>
            <pc:docMk/>
            <pc:sldMk cId="4118616141" sldId="259"/>
            <ac:grpSpMk id="314" creationId="{8A40D856-DEAF-4D30-93BA-A8F94A740CFC}"/>
          </ac:grpSpMkLst>
        </pc:grpChg>
        <pc:grpChg chg="add mod">
          <ac:chgData name="沛溪 中村" userId="4b6ad4d7a42030dd" providerId="LiveId" clId="{B9F9AE90-CAA5-45CE-B33A-9388F3B08ED2}" dt="2026-02-03T11:24:35.440" v="5919" actId="1076"/>
          <ac:grpSpMkLst>
            <pc:docMk/>
            <pc:sldMk cId="4118616141" sldId="259"/>
            <ac:grpSpMk id="317" creationId="{3EE6580C-0C14-4226-80CE-4AE9EFF9AE66}"/>
          </ac:grpSpMkLst>
        </pc:grpChg>
        <pc:grpChg chg="add mod">
          <ac:chgData name="沛溪 中村" userId="4b6ad4d7a42030dd" providerId="LiveId" clId="{B9F9AE90-CAA5-45CE-B33A-9388F3B08ED2}" dt="2026-02-03T11:24:30.392" v="5918" actId="1076"/>
          <ac:grpSpMkLst>
            <pc:docMk/>
            <pc:sldMk cId="4118616141" sldId="259"/>
            <ac:grpSpMk id="320" creationId="{452181E5-ECBA-4BD2-A96F-376ADF5DCE3A}"/>
          </ac:grpSpMkLst>
        </pc:grpChg>
        <pc:picChg chg="del">
          <ac:chgData name="沛溪 中村" userId="4b6ad4d7a42030dd" providerId="LiveId" clId="{B9F9AE90-CAA5-45CE-B33A-9388F3B08ED2}" dt="2026-02-03T05:35:32.809" v="9" actId="478"/>
          <ac:picMkLst>
            <pc:docMk/>
            <pc:sldMk cId="4118616141" sldId="259"/>
            <ac:picMk id="42" creationId="{8FD15056-5E9F-4530-B1B0-7EFD789779B6}"/>
          </ac:picMkLst>
        </pc:picChg>
        <pc:picChg chg="del">
          <ac:chgData name="沛溪 中村" userId="4b6ad4d7a42030dd" providerId="LiveId" clId="{B9F9AE90-CAA5-45CE-B33A-9388F3B08ED2}" dt="2026-02-03T05:35:29.506" v="5" actId="478"/>
          <ac:picMkLst>
            <pc:docMk/>
            <pc:sldMk cId="4118616141" sldId="259"/>
            <ac:picMk id="44" creationId="{AA619368-4AF0-4BAC-A9D2-016FA7957E68}"/>
          </ac:picMkLst>
        </pc:picChg>
        <pc:picChg chg="mod">
          <ac:chgData name="沛溪 中村" userId="4b6ad4d7a42030dd" providerId="LiveId" clId="{B9F9AE90-CAA5-45CE-B33A-9388F3B08ED2}" dt="2026-02-03T10:42:47.836" v="5256" actId="207"/>
          <ac:picMkLst>
            <pc:docMk/>
            <pc:sldMk cId="4118616141" sldId="259"/>
            <ac:picMk id="83" creationId="{5CA41299-FA0F-481F-908F-105E3CB1D767}"/>
          </ac:picMkLst>
        </pc:picChg>
        <pc:picChg chg="mod">
          <ac:chgData name="沛溪 中村" userId="4b6ad4d7a42030dd" providerId="LiveId" clId="{B9F9AE90-CAA5-45CE-B33A-9388F3B08ED2}" dt="2026-02-03T10:42:47.836" v="5256" actId="207"/>
          <ac:picMkLst>
            <pc:docMk/>
            <pc:sldMk cId="4118616141" sldId="259"/>
            <ac:picMk id="85" creationId="{90D95C64-CA5B-451D-AC31-8DF4D4C7AD0E}"/>
          </ac:picMkLst>
        </pc:picChg>
        <pc:picChg chg="mod">
          <ac:chgData name="沛溪 中村" userId="4b6ad4d7a42030dd" providerId="LiveId" clId="{B9F9AE90-CAA5-45CE-B33A-9388F3B08ED2}" dt="2026-02-03T10:42:47.836" v="5256" actId="207"/>
          <ac:picMkLst>
            <pc:docMk/>
            <pc:sldMk cId="4118616141" sldId="259"/>
            <ac:picMk id="87" creationId="{DDEA2F8C-3374-4ACC-8F09-AD7B73DE6D31}"/>
          </ac:picMkLst>
        </pc:picChg>
        <pc:picChg chg="mod">
          <ac:chgData name="沛溪 中村" userId="4b6ad4d7a42030dd" providerId="LiveId" clId="{B9F9AE90-CAA5-45CE-B33A-9388F3B08ED2}" dt="2026-02-03T10:42:47.836" v="5256" actId="207"/>
          <ac:picMkLst>
            <pc:docMk/>
            <pc:sldMk cId="4118616141" sldId="259"/>
            <ac:picMk id="113" creationId="{AE983745-5D39-4FAB-9638-A9E7940D1B4B}"/>
          </ac:picMkLst>
        </pc:picChg>
        <pc:picChg chg="mod">
          <ac:chgData name="沛溪 中村" userId="4b6ad4d7a42030dd" providerId="LiveId" clId="{B9F9AE90-CAA5-45CE-B33A-9388F3B08ED2}" dt="2026-02-03T10:43:11.398" v="5268"/>
          <ac:picMkLst>
            <pc:docMk/>
            <pc:sldMk cId="4118616141" sldId="259"/>
            <ac:picMk id="132" creationId="{638769E7-0C33-4174-A9A7-9A580A2606EE}"/>
          </ac:picMkLst>
        </pc:picChg>
        <pc:picChg chg="mod">
          <ac:chgData name="沛溪 中村" userId="4b6ad4d7a42030dd" providerId="LiveId" clId="{B9F9AE90-CAA5-45CE-B33A-9388F3B08ED2}" dt="2026-02-03T10:43:11.398" v="5268"/>
          <ac:picMkLst>
            <pc:docMk/>
            <pc:sldMk cId="4118616141" sldId="259"/>
            <ac:picMk id="134" creationId="{585100B4-BFC8-4E81-8039-92DB79E16928}"/>
          </ac:picMkLst>
        </pc:picChg>
        <pc:picChg chg="mod">
          <ac:chgData name="沛溪 中村" userId="4b6ad4d7a42030dd" providerId="LiveId" clId="{B9F9AE90-CAA5-45CE-B33A-9388F3B08ED2}" dt="2026-02-03T10:43:11.398" v="5268"/>
          <ac:picMkLst>
            <pc:docMk/>
            <pc:sldMk cId="4118616141" sldId="259"/>
            <ac:picMk id="136" creationId="{42BB6EB4-0B4A-4FC4-9DD0-23D3DCF54BEB}"/>
          </ac:picMkLst>
        </pc:picChg>
        <pc:picChg chg="mod">
          <ac:chgData name="沛溪 中村" userId="4b6ad4d7a42030dd" providerId="LiveId" clId="{B9F9AE90-CAA5-45CE-B33A-9388F3B08ED2}" dt="2026-02-03T10:43:11.398" v="5268"/>
          <ac:picMkLst>
            <pc:docMk/>
            <pc:sldMk cId="4118616141" sldId="259"/>
            <ac:picMk id="162" creationId="{D7C86A95-4C7E-456A-99D7-F4C7960F1908}"/>
          </ac:picMkLst>
        </pc:picChg>
        <pc:picChg chg="mod">
          <ac:chgData name="沛溪 中村" userId="4b6ad4d7a42030dd" providerId="LiveId" clId="{B9F9AE90-CAA5-45CE-B33A-9388F3B08ED2}" dt="2026-02-03T10:44:42.010" v="5316"/>
          <ac:picMkLst>
            <pc:docMk/>
            <pc:sldMk cId="4118616141" sldId="259"/>
            <ac:picMk id="180" creationId="{9B16F70D-29E7-4061-B47A-A18DDF50254D}"/>
          </ac:picMkLst>
        </pc:picChg>
        <pc:picChg chg="mod">
          <ac:chgData name="沛溪 中村" userId="4b6ad4d7a42030dd" providerId="LiveId" clId="{B9F9AE90-CAA5-45CE-B33A-9388F3B08ED2}" dt="2026-02-03T10:44:42.010" v="5316"/>
          <ac:picMkLst>
            <pc:docMk/>
            <pc:sldMk cId="4118616141" sldId="259"/>
            <ac:picMk id="182" creationId="{11C5C6F9-965D-4F3A-BB03-D520A83CC5F5}"/>
          </ac:picMkLst>
        </pc:picChg>
        <pc:picChg chg="mod">
          <ac:chgData name="沛溪 中村" userId="4b6ad4d7a42030dd" providerId="LiveId" clId="{B9F9AE90-CAA5-45CE-B33A-9388F3B08ED2}" dt="2026-02-03T10:44:42.010" v="5316"/>
          <ac:picMkLst>
            <pc:docMk/>
            <pc:sldMk cId="4118616141" sldId="259"/>
            <ac:picMk id="184" creationId="{384DE200-2A61-407D-9705-12EFA3628707}"/>
          </ac:picMkLst>
        </pc:picChg>
        <pc:picChg chg="mod">
          <ac:chgData name="沛溪 中村" userId="4b6ad4d7a42030dd" providerId="LiveId" clId="{B9F9AE90-CAA5-45CE-B33A-9388F3B08ED2}" dt="2026-02-03T10:44:42.010" v="5316"/>
          <ac:picMkLst>
            <pc:docMk/>
            <pc:sldMk cId="4118616141" sldId="259"/>
            <ac:picMk id="210" creationId="{34ED51CB-B0D4-4AC1-8832-B0B504138B0E}"/>
          </ac:picMkLst>
        </pc:picChg>
        <pc:picChg chg="add mod">
          <ac:chgData name="沛溪 中村" userId="4b6ad4d7a42030dd" providerId="LiveId" clId="{B9F9AE90-CAA5-45CE-B33A-9388F3B08ED2}" dt="2026-02-03T10:53:15.408" v="5820" actId="1076"/>
          <ac:picMkLst>
            <pc:docMk/>
            <pc:sldMk cId="4118616141" sldId="259"/>
            <ac:picMk id="244" creationId="{313A130D-6C1F-4B12-AA26-01D813AE1EE8}"/>
          </ac:picMkLst>
        </pc:picChg>
        <pc:picChg chg="add mod">
          <ac:chgData name="沛溪 中村" userId="4b6ad4d7a42030dd" providerId="LiveId" clId="{B9F9AE90-CAA5-45CE-B33A-9388F3B08ED2}" dt="2026-02-03T10:54:54.295" v="5846" actId="1076"/>
          <ac:picMkLst>
            <pc:docMk/>
            <pc:sldMk cId="4118616141" sldId="259"/>
            <ac:picMk id="275" creationId="{FC1E8B48-99F6-49CC-AADA-4FE4D662F2EC}"/>
          </ac:picMkLst>
        </pc:picChg>
        <pc:picChg chg="add mod">
          <ac:chgData name="沛溪 中村" userId="4b6ad4d7a42030dd" providerId="LiveId" clId="{B9F9AE90-CAA5-45CE-B33A-9388F3B08ED2}" dt="2026-02-03T11:21:36.083" v="5868" actId="1076"/>
          <ac:picMkLst>
            <pc:docMk/>
            <pc:sldMk cId="4118616141" sldId="259"/>
            <ac:picMk id="289" creationId="{E171A4D5-5B0D-41AB-82C5-91487CF0D0BB}"/>
          </ac:picMkLst>
        </pc:picChg>
        <pc:picChg chg="add mod">
          <ac:chgData name="沛溪 中村" userId="4b6ad4d7a42030dd" providerId="LiveId" clId="{B9F9AE90-CAA5-45CE-B33A-9388F3B08ED2}" dt="2026-02-03T11:22:33.159" v="5882" actId="1076"/>
          <ac:picMkLst>
            <pc:docMk/>
            <pc:sldMk cId="4118616141" sldId="259"/>
            <ac:picMk id="291" creationId="{A501A234-5C33-40F9-BBEA-C9CF3B3A0DA4}"/>
          </ac:picMkLst>
        </pc:picChg>
        <pc:picChg chg="add del mod">
          <ac:chgData name="沛溪 中村" userId="4b6ad4d7a42030dd" providerId="LiveId" clId="{B9F9AE90-CAA5-45CE-B33A-9388F3B08ED2}" dt="2026-02-03T11:22:23.501" v="5877" actId="478"/>
          <ac:picMkLst>
            <pc:docMk/>
            <pc:sldMk cId="4118616141" sldId="259"/>
            <ac:picMk id="293" creationId="{CBC472B2-22AB-46B9-9EA8-5929C9A7FEA5}"/>
          </ac:picMkLst>
        </pc:picChg>
        <pc:picChg chg="add mod">
          <ac:chgData name="沛溪 中村" userId="4b6ad4d7a42030dd" providerId="LiveId" clId="{B9F9AE90-CAA5-45CE-B33A-9388F3B08ED2}" dt="2026-02-03T11:22:34.103" v="5883" actId="1076"/>
          <ac:picMkLst>
            <pc:docMk/>
            <pc:sldMk cId="4118616141" sldId="259"/>
            <ac:picMk id="295" creationId="{54BE1F7F-824A-4632-A9B5-B7D60B6DC9C0}"/>
          </ac:picMkLst>
        </pc:picChg>
        <pc:cxnChg chg="del">
          <ac:chgData name="沛溪 中村" userId="4b6ad4d7a42030dd" providerId="LiveId" clId="{B9F9AE90-CAA5-45CE-B33A-9388F3B08ED2}" dt="2026-02-03T05:35:29.506" v="5" actId="478"/>
          <ac:cxnSpMkLst>
            <pc:docMk/>
            <pc:sldMk cId="4118616141" sldId="259"/>
            <ac:cxnSpMk id="35" creationId="{DBCC9A52-F23C-40E9-9ED5-560FA6E8C08B}"/>
          </ac:cxnSpMkLst>
        </pc:cxnChg>
        <pc:cxnChg chg="del">
          <ac:chgData name="沛溪 中村" userId="4b6ad4d7a42030dd" providerId="LiveId" clId="{B9F9AE90-CAA5-45CE-B33A-9388F3B08ED2}" dt="2026-02-03T05:35:29.506" v="5" actId="478"/>
          <ac:cxnSpMkLst>
            <pc:docMk/>
            <pc:sldMk cId="4118616141" sldId="259"/>
            <ac:cxnSpMk id="37" creationId="{AB2808C3-F15B-4670-A68E-7D62BF92A717}"/>
          </ac:cxnSpMkLst>
        </pc:cxnChg>
        <pc:cxnChg chg="add del mod">
          <ac:chgData name="沛溪 中村" userId="4b6ad4d7a42030dd" providerId="LiveId" clId="{B9F9AE90-CAA5-45CE-B33A-9388F3B08ED2}" dt="2026-02-03T09:59:53.526" v="3045" actId="478"/>
          <ac:cxnSpMkLst>
            <pc:docMk/>
            <pc:sldMk cId="4118616141" sldId="259"/>
            <ac:cxnSpMk id="39" creationId="{945E0DCE-B8E4-4775-9E4C-86AB402E019D}"/>
          </ac:cxnSpMkLst>
        </pc:cxnChg>
        <pc:cxnChg chg="del">
          <ac:chgData name="沛溪 中村" userId="4b6ad4d7a42030dd" providerId="LiveId" clId="{B9F9AE90-CAA5-45CE-B33A-9388F3B08ED2}" dt="2026-02-03T05:35:29.506" v="5" actId="478"/>
          <ac:cxnSpMkLst>
            <pc:docMk/>
            <pc:sldMk cId="4118616141" sldId="259"/>
            <ac:cxnSpMk id="41" creationId="{EDA752F1-D67B-4D49-8A8C-D45D5696930E}"/>
          </ac:cxnSpMkLst>
        </pc:cxnChg>
        <pc:cxnChg chg="add del mod">
          <ac:chgData name="沛溪 中村" userId="4b6ad4d7a42030dd" providerId="LiveId" clId="{B9F9AE90-CAA5-45CE-B33A-9388F3B08ED2}" dt="2026-02-03T09:59:54.319" v="3046" actId="478"/>
          <ac:cxnSpMkLst>
            <pc:docMk/>
            <pc:sldMk cId="4118616141" sldId="259"/>
            <ac:cxnSpMk id="43" creationId="{19BE8F9A-6C45-4B97-914B-F1F025B15980}"/>
          </ac:cxnSpMkLst>
        </pc:cxnChg>
        <pc:cxnChg chg="del">
          <ac:chgData name="沛溪 中村" userId="4b6ad4d7a42030dd" providerId="LiveId" clId="{B9F9AE90-CAA5-45CE-B33A-9388F3B08ED2}" dt="2026-02-03T05:35:29.506" v="5" actId="478"/>
          <ac:cxnSpMkLst>
            <pc:docMk/>
            <pc:sldMk cId="4118616141" sldId="259"/>
            <ac:cxnSpMk id="48" creationId="{302D6684-3025-41A5-A869-CD95CEFEDE70}"/>
          </ac:cxnSpMkLst>
        </pc:cxnChg>
        <pc:cxnChg chg="del">
          <ac:chgData name="沛溪 中村" userId="4b6ad4d7a42030dd" providerId="LiveId" clId="{B9F9AE90-CAA5-45CE-B33A-9388F3B08ED2}" dt="2026-02-03T05:35:29.506" v="5" actId="478"/>
          <ac:cxnSpMkLst>
            <pc:docMk/>
            <pc:sldMk cId="4118616141" sldId="259"/>
            <ac:cxnSpMk id="59" creationId="{007B5ECC-D1C3-4CD1-AC32-72414C03504D}"/>
          </ac:cxnSpMkLst>
        </pc:cxnChg>
        <pc:cxnChg chg="mod">
          <ac:chgData name="沛溪 中村" userId="4b6ad4d7a42030dd" providerId="LiveId" clId="{B9F9AE90-CAA5-45CE-B33A-9388F3B08ED2}" dt="2026-02-03T10:42:47.836" v="5256" actId="207"/>
          <ac:cxnSpMkLst>
            <pc:docMk/>
            <pc:sldMk cId="4118616141" sldId="259"/>
            <ac:cxnSpMk id="92" creationId="{0B761B36-8642-4ABE-92DD-134367299222}"/>
          </ac:cxnSpMkLst>
        </pc:cxnChg>
        <pc:cxnChg chg="mod">
          <ac:chgData name="沛溪 中村" userId="4b6ad4d7a42030dd" providerId="LiveId" clId="{B9F9AE90-CAA5-45CE-B33A-9388F3B08ED2}" dt="2026-02-03T10:42:47.836" v="5256" actId="207"/>
          <ac:cxnSpMkLst>
            <pc:docMk/>
            <pc:sldMk cId="4118616141" sldId="259"/>
            <ac:cxnSpMk id="94" creationId="{40207C95-A55D-4A8A-B6CC-67435A98FBDC}"/>
          </ac:cxnSpMkLst>
        </pc:cxnChg>
        <pc:cxnChg chg="mod">
          <ac:chgData name="沛溪 中村" userId="4b6ad4d7a42030dd" providerId="LiveId" clId="{B9F9AE90-CAA5-45CE-B33A-9388F3B08ED2}" dt="2026-02-03T10:42:47.836" v="5256" actId="207"/>
          <ac:cxnSpMkLst>
            <pc:docMk/>
            <pc:sldMk cId="4118616141" sldId="259"/>
            <ac:cxnSpMk id="100" creationId="{F2B3476E-91FB-4624-9E36-85CF6B01B820}"/>
          </ac:cxnSpMkLst>
        </pc:cxnChg>
        <pc:cxnChg chg="mod">
          <ac:chgData name="沛溪 中村" userId="4b6ad4d7a42030dd" providerId="LiveId" clId="{B9F9AE90-CAA5-45CE-B33A-9388F3B08ED2}" dt="2026-02-03T10:42:47.836" v="5256" actId="207"/>
          <ac:cxnSpMkLst>
            <pc:docMk/>
            <pc:sldMk cId="4118616141" sldId="259"/>
            <ac:cxnSpMk id="102" creationId="{DAA36C44-E76E-4DE7-811A-01035AC0876F}"/>
          </ac:cxnSpMkLst>
        </pc:cxnChg>
        <pc:cxnChg chg="mod">
          <ac:chgData name="沛溪 中村" userId="4b6ad4d7a42030dd" providerId="LiveId" clId="{B9F9AE90-CAA5-45CE-B33A-9388F3B08ED2}" dt="2026-02-03T10:42:47.836" v="5256" actId="207"/>
          <ac:cxnSpMkLst>
            <pc:docMk/>
            <pc:sldMk cId="4118616141" sldId="259"/>
            <ac:cxnSpMk id="108" creationId="{E21B9A90-9B06-4EA8-8694-EE22B5CEF7BD}"/>
          </ac:cxnSpMkLst>
        </pc:cxnChg>
        <pc:cxnChg chg="mod">
          <ac:chgData name="沛溪 中村" userId="4b6ad4d7a42030dd" providerId="LiveId" clId="{B9F9AE90-CAA5-45CE-B33A-9388F3B08ED2}" dt="2026-02-03T10:42:47.836" v="5256" actId="207"/>
          <ac:cxnSpMkLst>
            <pc:docMk/>
            <pc:sldMk cId="4118616141" sldId="259"/>
            <ac:cxnSpMk id="110" creationId="{B126993B-5DA7-4B32-AFA1-968A9BB0030A}"/>
          </ac:cxnSpMkLst>
        </pc:cxnChg>
        <pc:cxnChg chg="mod">
          <ac:chgData name="沛溪 中村" userId="4b6ad4d7a42030dd" providerId="LiveId" clId="{B9F9AE90-CAA5-45CE-B33A-9388F3B08ED2}" dt="2026-02-03T10:42:47.836" v="5256" actId="207"/>
          <ac:cxnSpMkLst>
            <pc:docMk/>
            <pc:sldMk cId="4118616141" sldId="259"/>
            <ac:cxnSpMk id="121" creationId="{50ADC544-6357-4328-9350-5CBCFA3623F7}"/>
          </ac:cxnSpMkLst>
        </pc:cxnChg>
        <pc:cxnChg chg="mod">
          <ac:chgData name="沛溪 中村" userId="4b6ad4d7a42030dd" providerId="LiveId" clId="{B9F9AE90-CAA5-45CE-B33A-9388F3B08ED2}" dt="2026-02-03T10:42:47.836" v="5256" actId="207"/>
          <ac:cxnSpMkLst>
            <pc:docMk/>
            <pc:sldMk cId="4118616141" sldId="259"/>
            <ac:cxnSpMk id="123" creationId="{6078FA11-E675-47DC-AAB1-8C4EFC88A415}"/>
          </ac:cxnSpMkLst>
        </pc:cxnChg>
        <pc:cxnChg chg="mod">
          <ac:chgData name="沛溪 中村" userId="4b6ad4d7a42030dd" providerId="LiveId" clId="{B9F9AE90-CAA5-45CE-B33A-9388F3B08ED2}" dt="2026-02-03T10:43:11.398" v="5268"/>
          <ac:cxnSpMkLst>
            <pc:docMk/>
            <pc:sldMk cId="4118616141" sldId="259"/>
            <ac:cxnSpMk id="141" creationId="{5CFF355E-BD10-428F-BFB5-79A98A2C598D}"/>
          </ac:cxnSpMkLst>
        </pc:cxnChg>
        <pc:cxnChg chg="mod">
          <ac:chgData name="沛溪 中村" userId="4b6ad4d7a42030dd" providerId="LiveId" clId="{B9F9AE90-CAA5-45CE-B33A-9388F3B08ED2}" dt="2026-02-03T10:43:11.398" v="5268"/>
          <ac:cxnSpMkLst>
            <pc:docMk/>
            <pc:sldMk cId="4118616141" sldId="259"/>
            <ac:cxnSpMk id="143" creationId="{85B1037B-A47A-4D03-B248-43D73483EB93}"/>
          </ac:cxnSpMkLst>
        </pc:cxnChg>
        <pc:cxnChg chg="mod">
          <ac:chgData name="沛溪 中村" userId="4b6ad4d7a42030dd" providerId="LiveId" clId="{B9F9AE90-CAA5-45CE-B33A-9388F3B08ED2}" dt="2026-02-03T10:43:11.398" v="5268"/>
          <ac:cxnSpMkLst>
            <pc:docMk/>
            <pc:sldMk cId="4118616141" sldId="259"/>
            <ac:cxnSpMk id="149" creationId="{03B17701-4DD5-47F6-B5DD-D46ACB5F8778}"/>
          </ac:cxnSpMkLst>
        </pc:cxnChg>
        <pc:cxnChg chg="mod">
          <ac:chgData name="沛溪 中村" userId="4b6ad4d7a42030dd" providerId="LiveId" clId="{B9F9AE90-CAA5-45CE-B33A-9388F3B08ED2}" dt="2026-02-03T10:43:11.398" v="5268"/>
          <ac:cxnSpMkLst>
            <pc:docMk/>
            <pc:sldMk cId="4118616141" sldId="259"/>
            <ac:cxnSpMk id="151" creationId="{D6CC0A82-A0B7-4DBB-80A1-98946A601834}"/>
          </ac:cxnSpMkLst>
        </pc:cxnChg>
        <pc:cxnChg chg="mod">
          <ac:chgData name="沛溪 中村" userId="4b6ad4d7a42030dd" providerId="LiveId" clId="{B9F9AE90-CAA5-45CE-B33A-9388F3B08ED2}" dt="2026-02-03T10:43:11.398" v="5268"/>
          <ac:cxnSpMkLst>
            <pc:docMk/>
            <pc:sldMk cId="4118616141" sldId="259"/>
            <ac:cxnSpMk id="157" creationId="{4D507862-680B-4FF3-970B-1A366DAB8449}"/>
          </ac:cxnSpMkLst>
        </pc:cxnChg>
        <pc:cxnChg chg="mod">
          <ac:chgData name="沛溪 中村" userId="4b6ad4d7a42030dd" providerId="LiveId" clId="{B9F9AE90-CAA5-45CE-B33A-9388F3B08ED2}" dt="2026-02-03T10:43:11.398" v="5268"/>
          <ac:cxnSpMkLst>
            <pc:docMk/>
            <pc:sldMk cId="4118616141" sldId="259"/>
            <ac:cxnSpMk id="159" creationId="{1EE0AC87-9E28-450D-93C3-E208266DB2D6}"/>
          </ac:cxnSpMkLst>
        </pc:cxnChg>
        <pc:cxnChg chg="mod">
          <ac:chgData name="沛溪 中村" userId="4b6ad4d7a42030dd" providerId="LiveId" clId="{B9F9AE90-CAA5-45CE-B33A-9388F3B08ED2}" dt="2026-02-03T10:43:11.398" v="5268"/>
          <ac:cxnSpMkLst>
            <pc:docMk/>
            <pc:sldMk cId="4118616141" sldId="259"/>
            <ac:cxnSpMk id="170" creationId="{671DD3E5-38CA-4264-9D2B-51ECD63626F0}"/>
          </ac:cxnSpMkLst>
        </pc:cxnChg>
        <pc:cxnChg chg="mod">
          <ac:chgData name="沛溪 中村" userId="4b6ad4d7a42030dd" providerId="LiveId" clId="{B9F9AE90-CAA5-45CE-B33A-9388F3B08ED2}" dt="2026-02-03T10:43:11.398" v="5268"/>
          <ac:cxnSpMkLst>
            <pc:docMk/>
            <pc:sldMk cId="4118616141" sldId="259"/>
            <ac:cxnSpMk id="172" creationId="{80C8BE86-904E-43B6-B821-82C45CB8D15A}"/>
          </ac:cxnSpMkLst>
        </pc:cxnChg>
        <pc:cxnChg chg="mod">
          <ac:chgData name="沛溪 中村" userId="4b6ad4d7a42030dd" providerId="LiveId" clId="{B9F9AE90-CAA5-45CE-B33A-9388F3B08ED2}" dt="2026-02-03T10:44:42.010" v="5316"/>
          <ac:cxnSpMkLst>
            <pc:docMk/>
            <pc:sldMk cId="4118616141" sldId="259"/>
            <ac:cxnSpMk id="189" creationId="{9DF3CB21-EB5D-4217-BDDE-4278B54315A2}"/>
          </ac:cxnSpMkLst>
        </pc:cxnChg>
        <pc:cxnChg chg="mod">
          <ac:chgData name="沛溪 中村" userId="4b6ad4d7a42030dd" providerId="LiveId" clId="{B9F9AE90-CAA5-45CE-B33A-9388F3B08ED2}" dt="2026-02-03T10:44:42.010" v="5316"/>
          <ac:cxnSpMkLst>
            <pc:docMk/>
            <pc:sldMk cId="4118616141" sldId="259"/>
            <ac:cxnSpMk id="191" creationId="{1D7353E1-30A1-4EC6-A76D-6F1155B3A05E}"/>
          </ac:cxnSpMkLst>
        </pc:cxnChg>
        <pc:cxnChg chg="mod">
          <ac:chgData name="沛溪 中村" userId="4b6ad4d7a42030dd" providerId="LiveId" clId="{B9F9AE90-CAA5-45CE-B33A-9388F3B08ED2}" dt="2026-02-03T10:44:42.010" v="5316"/>
          <ac:cxnSpMkLst>
            <pc:docMk/>
            <pc:sldMk cId="4118616141" sldId="259"/>
            <ac:cxnSpMk id="197" creationId="{A22151AF-CBC2-4F65-AF40-6C178F5D02E7}"/>
          </ac:cxnSpMkLst>
        </pc:cxnChg>
        <pc:cxnChg chg="mod">
          <ac:chgData name="沛溪 中村" userId="4b6ad4d7a42030dd" providerId="LiveId" clId="{B9F9AE90-CAA5-45CE-B33A-9388F3B08ED2}" dt="2026-02-03T10:44:42.010" v="5316"/>
          <ac:cxnSpMkLst>
            <pc:docMk/>
            <pc:sldMk cId="4118616141" sldId="259"/>
            <ac:cxnSpMk id="199" creationId="{D4925946-0D95-4672-8593-91766B98BB0D}"/>
          </ac:cxnSpMkLst>
        </pc:cxnChg>
        <pc:cxnChg chg="mod">
          <ac:chgData name="沛溪 中村" userId="4b6ad4d7a42030dd" providerId="LiveId" clId="{B9F9AE90-CAA5-45CE-B33A-9388F3B08ED2}" dt="2026-02-03T10:44:42.010" v="5316"/>
          <ac:cxnSpMkLst>
            <pc:docMk/>
            <pc:sldMk cId="4118616141" sldId="259"/>
            <ac:cxnSpMk id="205" creationId="{4CD50B1E-C9C4-4955-B592-814760112D8E}"/>
          </ac:cxnSpMkLst>
        </pc:cxnChg>
        <pc:cxnChg chg="mod">
          <ac:chgData name="沛溪 中村" userId="4b6ad4d7a42030dd" providerId="LiveId" clId="{B9F9AE90-CAA5-45CE-B33A-9388F3B08ED2}" dt="2026-02-03T10:44:42.010" v="5316"/>
          <ac:cxnSpMkLst>
            <pc:docMk/>
            <pc:sldMk cId="4118616141" sldId="259"/>
            <ac:cxnSpMk id="207" creationId="{191B5E9B-F7E5-4AFB-917C-AA0CBE58F4DC}"/>
          </ac:cxnSpMkLst>
        </pc:cxnChg>
        <pc:cxnChg chg="mod">
          <ac:chgData name="沛溪 中村" userId="4b6ad4d7a42030dd" providerId="LiveId" clId="{B9F9AE90-CAA5-45CE-B33A-9388F3B08ED2}" dt="2026-02-03T10:44:42.010" v="5316"/>
          <ac:cxnSpMkLst>
            <pc:docMk/>
            <pc:sldMk cId="4118616141" sldId="259"/>
            <ac:cxnSpMk id="218" creationId="{B4CF45EA-4C5A-43B2-B31A-AFC324EFAF21}"/>
          </ac:cxnSpMkLst>
        </pc:cxnChg>
        <pc:cxnChg chg="mod">
          <ac:chgData name="沛溪 中村" userId="4b6ad4d7a42030dd" providerId="LiveId" clId="{B9F9AE90-CAA5-45CE-B33A-9388F3B08ED2}" dt="2026-02-03T10:44:42.010" v="5316"/>
          <ac:cxnSpMkLst>
            <pc:docMk/>
            <pc:sldMk cId="4118616141" sldId="259"/>
            <ac:cxnSpMk id="220" creationId="{4B1C3EC8-8529-454D-96D8-A91E45C6EBD8}"/>
          </ac:cxnSpMkLst>
        </pc:cxnChg>
        <pc:cxnChg chg="add mod">
          <ac:chgData name="沛溪 中村" userId="4b6ad4d7a42030dd" providerId="LiveId" clId="{B9F9AE90-CAA5-45CE-B33A-9388F3B08ED2}" dt="2026-02-03T10:49:15.652" v="5523" actId="692"/>
          <ac:cxnSpMkLst>
            <pc:docMk/>
            <pc:sldMk cId="4118616141" sldId="259"/>
            <ac:cxnSpMk id="234" creationId="{15385AC5-F317-46A2-8A67-1D946693F4FD}"/>
          </ac:cxnSpMkLst>
        </pc:cxnChg>
        <pc:cxnChg chg="add mod">
          <ac:chgData name="沛溪 中村" userId="4b6ad4d7a42030dd" providerId="LiveId" clId="{B9F9AE90-CAA5-45CE-B33A-9388F3B08ED2}" dt="2026-02-03T10:49:40.391" v="5533" actId="1076"/>
          <ac:cxnSpMkLst>
            <pc:docMk/>
            <pc:sldMk cId="4118616141" sldId="259"/>
            <ac:cxnSpMk id="238" creationId="{747E46CA-137B-48F4-A968-A694E01EE760}"/>
          </ac:cxnSpMkLst>
        </pc:cxnChg>
        <pc:cxnChg chg="add mod">
          <ac:chgData name="沛溪 中村" userId="4b6ad4d7a42030dd" providerId="LiveId" clId="{B9F9AE90-CAA5-45CE-B33A-9388F3B08ED2}" dt="2026-02-03T10:49:48.115" v="5535" actId="1076"/>
          <ac:cxnSpMkLst>
            <pc:docMk/>
            <pc:sldMk cId="4118616141" sldId="259"/>
            <ac:cxnSpMk id="239" creationId="{CD6DAD2B-C8C0-45C4-B7BC-280325629FA3}"/>
          </ac:cxnSpMkLst>
        </pc:cxnChg>
        <pc:cxnChg chg="add mod">
          <ac:chgData name="沛溪 中村" userId="4b6ad4d7a42030dd" providerId="LiveId" clId="{B9F9AE90-CAA5-45CE-B33A-9388F3B08ED2}" dt="2026-02-03T10:49:51.931" v="5537" actId="1076"/>
          <ac:cxnSpMkLst>
            <pc:docMk/>
            <pc:sldMk cId="4118616141" sldId="259"/>
            <ac:cxnSpMk id="240" creationId="{48BD463D-B798-44C5-A6BF-720657A4DF6C}"/>
          </ac:cxnSpMkLst>
        </pc:cxnChg>
        <pc:cxnChg chg="mod">
          <ac:chgData name="沛溪 中村" userId="4b6ad4d7a42030dd" providerId="LiveId" clId="{B9F9AE90-CAA5-45CE-B33A-9388F3B08ED2}" dt="2026-02-03T10:53:33.240" v="5822"/>
          <ac:cxnSpMkLst>
            <pc:docMk/>
            <pc:sldMk cId="4118616141" sldId="259"/>
            <ac:cxnSpMk id="251" creationId="{ADEFA3E7-62CD-4AB5-9FCD-93A36B49228A}"/>
          </ac:cxnSpMkLst>
        </pc:cxnChg>
        <pc:cxnChg chg="mod">
          <ac:chgData name="沛溪 中村" userId="4b6ad4d7a42030dd" providerId="LiveId" clId="{B9F9AE90-CAA5-45CE-B33A-9388F3B08ED2}" dt="2026-02-03T10:53:33.240" v="5822"/>
          <ac:cxnSpMkLst>
            <pc:docMk/>
            <pc:sldMk cId="4118616141" sldId="259"/>
            <ac:cxnSpMk id="252" creationId="{E2417732-FF9F-4FC3-A16A-F4578A8DE8B3}"/>
          </ac:cxnSpMkLst>
        </pc:cxnChg>
        <pc:cxnChg chg="mod">
          <ac:chgData name="沛溪 中村" userId="4b6ad4d7a42030dd" providerId="LiveId" clId="{B9F9AE90-CAA5-45CE-B33A-9388F3B08ED2}" dt="2026-02-03T10:53:33.240" v="5822"/>
          <ac:cxnSpMkLst>
            <pc:docMk/>
            <pc:sldMk cId="4118616141" sldId="259"/>
            <ac:cxnSpMk id="253" creationId="{28634CAE-B0EE-4E7C-9CB2-AC3B6E2A5777}"/>
          </ac:cxnSpMkLst>
        </pc:cxnChg>
        <pc:cxnChg chg="mod">
          <ac:chgData name="沛溪 中村" userId="4b6ad4d7a42030dd" providerId="LiveId" clId="{B9F9AE90-CAA5-45CE-B33A-9388F3B08ED2}" dt="2026-02-03T10:53:33.240" v="5822"/>
          <ac:cxnSpMkLst>
            <pc:docMk/>
            <pc:sldMk cId="4118616141" sldId="259"/>
            <ac:cxnSpMk id="254" creationId="{87DD072F-AE6D-49C6-BA7D-49DFE6FB871B}"/>
          </ac:cxnSpMkLst>
        </pc:cxnChg>
        <pc:cxnChg chg="mod">
          <ac:chgData name="沛溪 中村" userId="4b6ad4d7a42030dd" providerId="LiveId" clId="{B9F9AE90-CAA5-45CE-B33A-9388F3B08ED2}" dt="2026-02-03T10:53:33.240" v="5822"/>
          <ac:cxnSpMkLst>
            <pc:docMk/>
            <pc:sldMk cId="4118616141" sldId="259"/>
            <ac:cxnSpMk id="255" creationId="{1DA39392-350D-4224-9354-7191C1CB4AF5}"/>
          </ac:cxnSpMkLst>
        </pc:cxnChg>
        <pc:cxnChg chg="mod">
          <ac:chgData name="沛溪 中村" userId="4b6ad4d7a42030dd" providerId="LiveId" clId="{B9F9AE90-CAA5-45CE-B33A-9388F3B08ED2}" dt="2026-02-03T10:53:33.240" v="5822"/>
          <ac:cxnSpMkLst>
            <pc:docMk/>
            <pc:sldMk cId="4118616141" sldId="259"/>
            <ac:cxnSpMk id="256" creationId="{C76DE633-4EA6-41ED-A519-8102745EC3E4}"/>
          </ac:cxnSpMkLst>
        </pc:cxnChg>
        <pc:cxnChg chg="mod">
          <ac:chgData name="沛溪 中村" userId="4b6ad4d7a42030dd" providerId="LiveId" clId="{B9F9AE90-CAA5-45CE-B33A-9388F3B08ED2}" dt="2026-02-03T10:53:33.240" v="5822"/>
          <ac:cxnSpMkLst>
            <pc:docMk/>
            <pc:sldMk cId="4118616141" sldId="259"/>
            <ac:cxnSpMk id="257" creationId="{6B2646DB-DDA7-48EE-AE44-9FC95C063A89}"/>
          </ac:cxnSpMkLst>
        </pc:cxnChg>
        <pc:cxnChg chg="mod">
          <ac:chgData name="沛溪 中村" userId="4b6ad4d7a42030dd" providerId="LiveId" clId="{B9F9AE90-CAA5-45CE-B33A-9388F3B08ED2}" dt="2026-02-03T10:53:33.240" v="5822"/>
          <ac:cxnSpMkLst>
            <pc:docMk/>
            <pc:sldMk cId="4118616141" sldId="259"/>
            <ac:cxnSpMk id="258" creationId="{0A0DF1EA-98D2-40FB-AC1C-86FBDAA7A969}"/>
          </ac:cxnSpMkLst>
        </pc:cxnChg>
        <pc:cxnChg chg="mod">
          <ac:chgData name="沛溪 中村" userId="4b6ad4d7a42030dd" providerId="LiveId" clId="{B9F9AE90-CAA5-45CE-B33A-9388F3B08ED2}" dt="2026-02-03T10:53:52.751" v="5831"/>
          <ac:cxnSpMkLst>
            <pc:docMk/>
            <pc:sldMk cId="4118616141" sldId="259"/>
            <ac:cxnSpMk id="260" creationId="{0E6EDECD-13F7-4170-95BC-8D0774C741C2}"/>
          </ac:cxnSpMkLst>
        </pc:cxnChg>
        <pc:cxnChg chg="mod">
          <ac:chgData name="沛溪 中村" userId="4b6ad4d7a42030dd" providerId="LiveId" clId="{B9F9AE90-CAA5-45CE-B33A-9388F3B08ED2}" dt="2026-02-03T10:53:52.751" v="5831"/>
          <ac:cxnSpMkLst>
            <pc:docMk/>
            <pc:sldMk cId="4118616141" sldId="259"/>
            <ac:cxnSpMk id="261" creationId="{5F14DF49-6646-4F03-8A9D-3F8D76CFB5BF}"/>
          </ac:cxnSpMkLst>
        </pc:cxnChg>
        <pc:cxnChg chg="mod">
          <ac:chgData name="沛溪 中村" userId="4b6ad4d7a42030dd" providerId="LiveId" clId="{B9F9AE90-CAA5-45CE-B33A-9388F3B08ED2}" dt="2026-02-03T10:53:57.509" v="5834"/>
          <ac:cxnSpMkLst>
            <pc:docMk/>
            <pc:sldMk cId="4118616141" sldId="259"/>
            <ac:cxnSpMk id="263" creationId="{3C3F6B07-CFF8-4B17-AA2F-86C870FBB952}"/>
          </ac:cxnSpMkLst>
        </pc:cxnChg>
        <pc:cxnChg chg="mod">
          <ac:chgData name="沛溪 中村" userId="4b6ad4d7a42030dd" providerId="LiveId" clId="{B9F9AE90-CAA5-45CE-B33A-9388F3B08ED2}" dt="2026-02-03T10:53:57.509" v="5834"/>
          <ac:cxnSpMkLst>
            <pc:docMk/>
            <pc:sldMk cId="4118616141" sldId="259"/>
            <ac:cxnSpMk id="264" creationId="{7E4D1612-73F8-4490-89C5-AF9695ED8622}"/>
          </ac:cxnSpMkLst>
        </pc:cxnChg>
        <pc:cxnChg chg="mod">
          <ac:chgData name="沛溪 中村" userId="4b6ad4d7a42030dd" providerId="LiveId" clId="{B9F9AE90-CAA5-45CE-B33A-9388F3B08ED2}" dt="2026-02-03T10:53:58.456" v="5835"/>
          <ac:cxnSpMkLst>
            <pc:docMk/>
            <pc:sldMk cId="4118616141" sldId="259"/>
            <ac:cxnSpMk id="266" creationId="{E7D78C5C-5F54-4098-AFA4-BC8581E0D25A}"/>
          </ac:cxnSpMkLst>
        </pc:cxnChg>
        <pc:cxnChg chg="mod">
          <ac:chgData name="沛溪 中村" userId="4b6ad4d7a42030dd" providerId="LiveId" clId="{B9F9AE90-CAA5-45CE-B33A-9388F3B08ED2}" dt="2026-02-03T10:53:58.456" v="5835"/>
          <ac:cxnSpMkLst>
            <pc:docMk/>
            <pc:sldMk cId="4118616141" sldId="259"/>
            <ac:cxnSpMk id="267" creationId="{2F5B4029-E0B9-4961-AE4D-25AB0FFA3720}"/>
          </ac:cxnSpMkLst>
        </pc:cxnChg>
        <pc:cxnChg chg="mod">
          <ac:chgData name="沛溪 中村" userId="4b6ad4d7a42030dd" providerId="LiveId" clId="{B9F9AE90-CAA5-45CE-B33A-9388F3B08ED2}" dt="2026-02-03T10:54:06.056" v="5838"/>
          <ac:cxnSpMkLst>
            <pc:docMk/>
            <pc:sldMk cId="4118616141" sldId="259"/>
            <ac:cxnSpMk id="269" creationId="{1027C2D3-4087-4346-988A-47E9E8292765}"/>
          </ac:cxnSpMkLst>
        </pc:cxnChg>
        <pc:cxnChg chg="mod">
          <ac:chgData name="沛溪 中村" userId="4b6ad4d7a42030dd" providerId="LiveId" clId="{B9F9AE90-CAA5-45CE-B33A-9388F3B08ED2}" dt="2026-02-03T10:54:06.056" v="5838"/>
          <ac:cxnSpMkLst>
            <pc:docMk/>
            <pc:sldMk cId="4118616141" sldId="259"/>
            <ac:cxnSpMk id="270" creationId="{F0BCB261-FBEC-4C6B-BAFB-FDF65614DAD1}"/>
          </ac:cxnSpMkLst>
        </pc:cxnChg>
        <pc:cxnChg chg="mod">
          <ac:chgData name="沛溪 中村" userId="4b6ad4d7a42030dd" providerId="LiveId" clId="{B9F9AE90-CAA5-45CE-B33A-9388F3B08ED2}" dt="2026-02-03T10:54:19.316" v="5842"/>
          <ac:cxnSpMkLst>
            <pc:docMk/>
            <pc:sldMk cId="4118616141" sldId="259"/>
            <ac:cxnSpMk id="272" creationId="{15C3D41E-0B0E-43FC-90A5-C87BFA716A3B}"/>
          </ac:cxnSpMkLst>
        </pc:cxnChg>
        <pc:cxnChg chg="mod">
          <ac:chgData name="沛溪 中村" userId="4b6ad4d7a42030dd" providerId="LiveId" clId="{B9F9AE90-CAA5-45CE-B33A-9388F3B08ED2}" dt="2026-02-03T10:54:19.316" v="5842"/>
          <ac:cxnSpMkLst>
            <pc:docMk/>
            <pc:sldMk cId="4118616141" sldId="259"/>
            <ac:cxnSpMk id="273" creationId="{C6C423C2-5A48-4EA1-8310-B5D9AFA2F96F}"/>
          </ac:cxnSpMkLst>
        </pc:cxnChg>
        <pc:cxnChg chg="mod">
          <ac:chgData name="沛溪 中村" userId="4b6ad4d7a42030dd" providerId="LiveId" clId="{B9F9AE90-CAA5-45CE-B33A-9388F3B08ED2}" dt="2026-02-03T10:55:05.321" v="5849" actId="208"/>
          <ac:cxnSpMkLst>
            <pc:docMk/>
            <pc:sldMk cId="4118616141" sldId="259"/>
            <ac:cxnSpMk id="277" creationId="{69191A49-CF18-443F-8EBA-63E66E07CB40}"/>
          </ac:cxnSpMkLst>
        </pc:cxnChg>
        <pc:cxnChg chg="mod">
          <ac:chgData name="沛溪 中村" userId="4b6ad4d7a42030dd" providerId="LiveId" clId="{B9F9AE90-CAA5-45CE-B33A-9388F3B08ED2}" dt="2026-02-03T10:55:05.321" v="5849" actId="208"/>
          <ac:cxnSpMkLst>
            <pc:docMk/>
            <pc:sldMk cId="4118616141" sldId="259"/>
            <ac:cxnSpMk id="278" creationId="{10663EC6-14FF-4961-A429-1756E564DFE7}"/>
          </ac:cxnSpMkLst>
        </pc:cxnChg>
        <pc:cxnChg chg="mod">
          <ac:chgData name="沛溪 中村" userId="4b6ad4d7a42030dd" providerId="LiveId" clId="{B9F9AE90-CAA5-45CE-B33A-9388F3B08ED2}" dt="2026-02-03T10:55:08.393" v="5851"/>
          <ac:cxnSpMkLst>
            <pc:docMk/>
            <pc:sldMk cId="4118616141" sldId="259"/>
            <ac:cxnSpMk id="280" creationId="{C7E7423B-BA0C-4121-AC29-7ED786A58B12}"/>
          </ac:cxnSpMkLst>
        </pc:cxnChg>
        <pc:cxnChg chg="mod">
          <ac:chgData name="沛溪 中村" userId="4b6ad4d7a42030dd" providerId="LiveId" clId="{B9F9AE90-CAA5-45CE-B33A-9388F3B08ED2}" dt="2026-02-03T10:55:08.393" v="5851"/>
          <ac:cxnSpMkLst>
            <pc:docMk/>
            <pc:sldMk cId="4118616141" sldId="259"/>
            <ac:cxnSpMk id="281" creationId="{F580CD3E-DCDC-4391-91B2-9569A07E7F26}"/>
          </ac:cxnSpMkLst>
        </pc:cxnChg>
        <pc:cxnChg chg="mod">
          <ac:chgData name="沛溪 中村" userId="4b6ad4d7a42030dd" providerId="LiveId" clId="{B9F9AE90-CAA5-45CE-B33A-9388F3B08ED2}" dt="2026-02-03T10:55:15.293" v="5856"/>
          <ac:cxnSpMkLst>
            <pc:docMk/>
            <pc:sldMk cId="4118616141" sldId="259"/>
            <ac:cxnSpMk id="283" creationId="{53FD5508-830A-4210-8F7C-DCB4DC465053}"/>
          </ac:cxnSpMkLst>
        </pc:cxnChg>
        <pc:cxnChg chg="mod">
          <ac:chgData name="沛溪 中村" userId="4b6ad4d7a42030dd" providerId="LiveId" clId="{B9F9AE90-CAA5-45CE-B33A-9388F3B08ED2}" dt="2026-02-03T10:55:15.293" v="5856"/>
          <ac:cxnSpMkLst>
            <pc:docMk/>
            <pc:sldMk cId="4118616141" sldId="259"/>
            <ac:cxnSpMk id="284" creationId="{B3027B0E-8ECD-4CEF-B3EF-6A137B30E04F}"/>
          </ac:cxnSpMkLst>
        </pc:cxnChg>
        <pc:cxnChg chg="mod">
          <ac:chgData name="沛溪 中村" userId="4b6ad4d7a42030dd" providerId="LiveId" clId="{B9F9AE90-CAA5-45CE-B33A-9388F3B08ED2}" dt="2026-02-03T10:55:20.475" v="5859"/>
          <ac:cxnSpMkLst>
            <pc:docMk/>
            <pc:sldMk cId="4118616141" sldId="259"/>
            <ac:cxnSpMk id="286" creationId="{1529C993-9E95-41BB-B154-772527C804F7}"/>
          </ac:cxnSpMkLst>
        </pc:cxnChg>
        <pc:cxnChg chg="mod">
          <ac:chgData name="沛溪 中村" userId="4b6ad4d7a42030dd" providerId="LiveId" clId="{B9F9AE90-CAA5-45CE-B33A-9388F3B08ED2}" dt="2026-02-03T10:55:20.475" v="5859"/>
          <ac:cxnSpMkLst>
            <pc:docMk/>
            <pc:sldMk cId="4118616141" sldId="259"/>
            <ac:cxnSpMk id="287" creationId="{9D90AE76-880D-4044-8FC6-DC3182C142AA}"/>
          </ac:cxnSpMkLst>
        </pc:cxnChg>
        <pc:cxnChg chg="mod">
          <ac:chgData name="沛溪 中村" userId="4b6ad4d7a42030dd" providerId="LiveId" clId="{B9F9AE90-CAA5-45CE-B33A-9388F3B08ED2}" dt="2026-02-03T11:22:46.195" v="5884"/>
          <ac:cxnSpMkLst>
            <pc:docMk/>
            <pc:sldMk cId="4118616141" sldId="259"/>
            <ac:cxnSpMk id="297" creationId="{33D48081-83B5-40FC-8B91-A57817C7E95E}"/>
          </ac:cxnSpMkLst>
        </pc:cxnChg>
        <pc:cxnChg chg="mod">
          <ac:chgData name="沛溪 中村" userId="4b6ad4d7a42030dd" providerId="LiveId" clId="{B9F9AE90-CAA5-45CE-B33A-9388F3B08ED2}" dt="2026-02-03T11:22:46.195" v="5884"/>
          <ac:cxnSpMkLst>
            <pc:docMk/>
            <pc:sldMk cId="4118616141" sldId="259"/>
            <ac:cxnSpMk id="298" creationId="{203DBDB4-7C72-46EB-A19A-9C6505F4EB91}"/>
          </ac:cxnSpMkLst>
        </pc:cxnChg>
        <pc:cxnChg chg="mod">
          <ac:chgData name="沛溪 中村" userId="4b6ad4d7a42030dd" providerId="LiveId" clId="{B9F9AE90-CAA5-45CE-B33A-9388F3B08ED2}" dt="2026-02-03T11:22:58.663" v="5888"/>
          <ac:cxnSpMkLst>
            <pc:docMk/>
            <pc:sldMk cId="4118616141" sldId="259"/>
            <ac:cxnSpMk id="300" creationId="{5F0D30DC-A842-4D56-8BFD-BB2165878152}"/>
          </ac:cxnSpMkLst>
        </pc:cxnChg>
        <pc:cxnChg chg="mod">
          <ac:chgData name="沛溪 中村" userId="4b6ad4d7a42030dd" providerId="LiveId" clId="{B9F9AE90-CAA5-45CE-B33A-9388F3B08ED2}" dt="2026-02-03T11:22:58.663" v="5888"/>
          <ac:cxnSpMkLst>
            <pc:docMk/>
            <pc:sldMk cId="4118616141" sldId="259"/>
            <ac:cxnSpMk id="301" creationId="{4EDF9979-B8CD-4CC3-A703-06EA99E10AD7}"/>
          </ac:cxnSpMkLst>
        </pc:cxnChg>
        <pc:cxnChg chg="mod">
          <ac:chgData name="沛溪 中村" userId="4b6ad4d7a42030dd" providerId="LiveId" clId="{B9F9AE90-CAA5-45CE-B33A-9388F3B08ED2}" dt="2026-02-03T11:23:02.690" v="5890"/>
          <ac:cxnSpMkLst>
            <pc:docMk/>
            <pc:sldMk cId="4118616141" sldId="259"/>
            <ac:cxnSpMk id="303" creationId="{472B561E-2BD7-4829-BCF9-4AB7B1DE02BC}"/>
          </ac:cxnSpMkLst>
        </pc:cxnChg>
        <pc:cxnChg chg="mod">
          <ac:chgData name="沛溪 中村" userId="4b6ad4d7a42030dd" providerId="LiveId" clId="{B9F9AE90-CAA5-45CE-B33A-9388F3B08ED2}" dt="2026-02-03T11:23:02.690" v="5890"/>
          <ac:cxnSpMkLst>
            <pc:docMk/>
            <pc:sldMk cId="4118616141" sldId="259"/>
            <ac:cxnSpMk id="304" creationId="{FA49769F-DC71-4756-9437-4C484DE82198}"/>
          </ac:cxnSpMkLst>
        </pc:cxnChg>
        <pc:cxnChg chg="mod">
          <ac:chgData name="沛溪 中村" userId="4b6ad4d7a42030dd" providerId="LiveId" clId="{B9F9AE90-CAA5-45CE-B33A-9388F3B08ED2}" dt="2026-02-03T11:23:09.865" v="5893"/>
          <ac:cxnSpMkLst>
            <pc:docMk/>
            <pc:sldMk cId="4118616141" sldId="259"/>
            <ac:cxnSpMk id="306" creationId="{F6DBDC14-F081-42EC-AB67-CE6477ACC4C5}"/>
          </ac:cxnSpMkLst>
        </pc:cxnChg>
        <pc:cxnChg chg="mod">
          <ac:chgData name="沛溪 中村" userId="4b6ad4d7a42030dd" providerId="LiveId" clId="{B9F9AE90-CAA5-45CE-B33A-9388F3B08ED2}" dt="2026-02-03T11:23:09.865" v="5893"/>
          <ac:cxnSpMkLst>
            <pc:docMk/>
            <pc:sldMk cId="4118616141" sldId="259"/>
            <ac:cxnSpMk id="307" creationId="{22C61A5B-DE5E-4443-B4C7-517D76C46181}"/>
          </ac:cxnSpMkLst>
        </pc:cxnChg>
        <pc:cxnChg chg="mod">
          <ac:chgData name="沛溪 中村" userId="4b6ad4d7a42030dd" providerId="LiveId" clId="{B9F9AE90-CAA5-45CE-B33A-9388F3B08ED2}" dt="2026-02-03T11:23:29.474" v="5897"/>
          <ac:cxnSpMkLst>
            <pc:docMk/>
            <pc:sldMk cId="4118616141" sldId="259"/>
            <ac:cxnSpMk id="309" creationId="{C10187CF-70F3-480E-88F1-29723324F01E}"/>
          </ac:cxnSpMkLst>
        </pc:cxnChg>
        <pc:cxnChg chg="mod">
          <ac:chgData name="沛溪 中村" userId="4b6ad4d7a42030dd" providerId="LiveId" clId="{B9F9AE90-CAA5-45CE-B33A-9388F3B08ED2}" dt="2026-02-03T11:23:29.474" v="5897"/>
          <ac:cxnSpMkLst>
            <pc:docMk/>
            <pc:sldMk cId="4118616141" sldId="259"/>
            <ac:cxnSpMk id="310" creationId="{EFEB01C3-7DDD-4B5F-9C07-D688FF5FE293}"/>
          </ac:cxnSpMkLst>
        </pc:cxnChg>
        <pc:cxnChg chg="mod">
          <ac:chgData name="沛溪 中村" userId="4b6ad4d7a42030dd" providerId="LiveId" clId="{B9F9AE90-CAA5-45CE-B33A-9388F3B08ED2}" dt="2026-02-03T11:23:59.669" v="5905"/>
          <ac:cxnSpMkLst>
            <pc:docMk/>
            <pc:sldMk cId="4118616141" sldId="259"/>
            <ac:cxnSpMk id="312" creationId="{3C4F5B01-02A7-4481-B82A-FD03E04232AC}"/>
          </ac:cxnSpMkLst>
        </pc:cxnChg>
        <pc:cxnChg chg="mod">
          <ac:chgData name="沛溪 中村" userId="4b6ad4d7a42030dd" providerId="LiveId" clId="{B9F9AE90-CAA5-45CE-B33A-9388F3B08ED2}" dt="2026-02-03T11:23:59.669" v="5905"/>
          <ac:cxnSpMkLst>
            <pc:docMk/>
            <pc:sldMk cId="4118616141" sldId="259"/>
            <ac:cxnSpMk id="313" creationId="{51F501DA-EEFF-4D86-A71A-98F81B5E98C9}"/>
          </ac:cxnSpMkLst>
        </pc:cxnChg>
        <pc:cxnChg chg="mod">
          <ac:chgData name="沛溪 中村" userId="4b6ad4d7a42030dd" providerId="LiveId" clId="{B9F9AE90-CAA5-45CE-B33A-9388F3B08ED2}" dt="2026-02-03T11:24:12.284" v="5910"/>
          <ac:cxnSpMkLst>
            <pc:docMk/>
            <pc:sldMk cId="4118616141" sldId="259"/>
            <ac:cxnSpMk id="315" creationId="{76311FCB-D8BE-49B9-8F42-2D49E61442EC}"/>
          </ac:cxnSpMkLst>
        </pc:cxnChg>
        <pc:cxnChg chg="mod">
          <ac:chgData name="沛溪 中村" userId="4b6ad4d7a42030dd" providerId="LiveId" clId="{B9F9AE90-CAA5-45CE-B33A-9388F3B08ED2}" dt="2026-02-03T11:24:12.284" v="5910"/>
          <ac:cxnSpMkLst>
            <pc:docMk/>
            <pc:sldMk cId="4118616141" sldId="259"/>
            <ac:cxnSpMk id="316" creationId="{77C2A273-1709-4D77-88E0-28F251262A5F}"/>
          </ac:cxnSpMkLst>
        </pc:cxnChg>
        <pc:cxnChg chg="mod">
          <ac:chgData name="沛溪 中村" userId="4b6ad4d7a42030dd" providerId="LiveId" clId="{B9F9AE90-CAA5-45CE-B33A-9388F3B08ED2}" dt="2026-02-03T11:24:19.057" v="5913"/>
          <ac:cxnSpMkLst>
            <pc:docMk/>
            <pc:sldMk cId="4118616141" sldId="259"/>
            <ac:cxnSpMk id="318" creationId="{D128ABD3-B91A-4A24-8FCD-FE9FE095733D}"/>
          </ac:cxnSpMkLst>
        </pc:cxnChg>
        <pc:cxnChg chg="mod">
          <ac:chgData name="沛溪 中村" userId="4b6ad4d7a42030dd" providerId="LiveId" clId="{B9F9AE90-CAA5-45CE-B33A-9388F3B08ED2}" dt="2026-02-03T11:24:19.057" v="5913"/>
          <ac:cxnSpMkLst>
            <pc:docMk/>
            <pc:sldMk cId="4118616141" sldId="259"/>
            <ac:cxnSpMk id="319" creationId="{A9C7DDAF-9EB3-4CA9-A543-5AF31BD073C7}"/>
          </ac:cxnSpMkLst>
        </pc:cxnChg>
        <pc:cxnChg chg="mod">
          <ac:chgData name="沛溪 中村" userId="4b6ad4d7a42030dd" providerId="LiveId" clId="{B9F9AE90-CAA5-45CE-B33A-9388F3B08ED2}" dt="2026-02-03T11:24:25.563" v="5916"/>
          <ac:cxnSpMkLst>
            <pc:docMk/>
            <pc:sldMk cId="4118616141" sldId="259"/>
            <ac:cxnSpMk id="321" creationId="{D41D7F21-9BBB-4AF5-A5CE-329F50F4090C}"/>
          </ac:cxnSpMkLst>
        </pc:cxnChg>
        <pc:cxnChg chg="mod">
          <ac:chgData name="沛溪 中村" userId="4b6ad4d7a42030dd" providerId="LiveId" clId="{B9F9AE90-CAA5-45CE-B33A-9388F3B08ED2}" dt="2026-02-03T11:24:25.563" v="5916"/>
          <ac:cxnSpMkLst>
            <pc:docMk/>
            <pc:sldMk cId="4118616141" sldId="259"/>
            <ac:cxnSpMk id="322" creationId="{C8372FA4-35DD-4E63-8C8E-BBD89794C9F8}"/>
          </ac:cxnSpMkLst>
        </pc:cxnChg>
      </pc:sldChg>
      <pc:sldChg chg="del">
        <pc:chgData name="沛溪 中村" userId="4b6ad4d7a42030dd" providerId="LiveId" clId="{B9F9AE90-CAA5-45CE-B33A-9388F3B08ED2}" dt="2026-02-03T18:21:28.833" v="10960" actId="47"/>
        <pc:sldMkLst>
          <pc:docMk/>
          <pc:sldMk cId="4248327898" sldId="279"/>
        </pc:sldMkLst>
      </pc:sldChg>
      <pc:sldChg chg="del">
        <pc:chgData name="沛溪 中村" userId="4b6ad4d7a42030dd" providerId="LiveId" clId="{B9F9AE90-CAA5-45CE-B33A-9388F3B08ED2}" dt="2026-02-03T18:21:23.806" v="10948" actId="47"/>
        <pc:sldMkLst>
          <pc:docMk/>
          <pc:sldMk cId="403097817" sldId="280"/>
        </pc:sldMkLst>
      </pc:sldChg>
      <pc:sldChg chg="del">
        <pc:chgData name="沛溪 中村" userId="4b6ad4d7a42030dd" providerId="LiveId" clId="{B9F9AE90-CAA5-45CE-B33A-9388F3B08ED2}" dt="2026-02-03T18:21:27.827" v="10957" actId="47"/>
        <pc:sldMkLst>
          <pc:docMk/>
          <pc:sldMk cId="3206787028" sldId="282"/>
        </pc:sldMkLst>
      </pc:sldChg>
      <pc:sldChg chg="del">
        <pc:chgData name="沛溪 中村" userId="4b6ad4d7a42030dd" providerId="LiveId" clId="{B9F9AE90-CAA5-45CE-B33A-9388F3B08ED2}" dt="2026-02-03T18:21:22.011" v="10945" actId="47"/>
        <pc:sldMkLst>
          <pc:docMk/>
          <pc:sldMk cId="1377458343" sldId="283"/>
        </pc:sldMkLst>
      </pc:sldChg>
      <pc:sldChg chg="del">
        <pc:chgData name="沛溪 中村" userId="4b6ad4d7a42030dd" providerId="LiveId" clId="{B9F9AE90-CAA5-45CE-B33A-9388F3B08ED2}" dt="2026-02-03T18:21:22.727" v="10946" actId="47"/>
        <pc:sldMkLst>
          <pc:docMk/>
          <pc:sldMk cId="2741654346" sldId="284"/>
        </pc:sldMkLst>
      </pc:sldChg>
      <pc:sldChg chg="del">
        <pc:chgData name="沛溪 中村" userId="4b6ad4d7a42030dd" providerId="LiveId" clId="{B9F9AE90-CAA5-45CE-B33A-9388F3B08ED2}" dt="2026-02-03T18:21:23.246" v="10947" actId="47"/>
        <pc:sldMkLst>
          <pc:docMk/>
          <pc:sldMk cId="1376228552" sldId="285"/>
        </pc:sldMkLst>
      </pc:sldChg>
      <pc:sldChg chg="del">
        <pc:chgData name="沛溪 中村" userId="4b6ad4d7a42030dd" providerId="LiveId" clId="{B9F9AE90-CAA5-45CE-B33A-9388F3B08ED2}" dt="2026-02-03T18:21:24.353" v="10949" actId="47"/>
        <pc:sldMkLst>
          <pc:docMk/>
          <pc:sldMk cId="1220708829" sldId="286"/>
        </pc:sldMkLst>
      </pc:sldChg>
      <pc:sldChg chg="del">
        <pc:chgData name="沛溪 中村" userId="4b6ad4d7a42030dd" providerId="LiveId" clId="{B9F9AE90-CAA5-45CE-B33A-9388F3B08ED2}" dt="2026-02-03T18:21:24.737" v="10950" actId="47"/>
        <pc:sldMkLst>
          <pc:docMk/>
          <pc:sldMk cId="732145828" sldId="287"/>
        </pc:sldMkLst>
      </pc:sldChg>
      <pc:sldChg chg="del">
        <pc:chgData name="沛溪 中村" userId="4b6ad4d7a42030dd" providerId="LiveId" clId="{B9F9AE90-CAA5-45CE-B33A-9388F3B08ED2}" dt="2026-02-03T18:21:25.051" v="10951" actId="47"/>
        <pc:sldMkLst>
          <pc:docMk/>
          <pc:sldMk cId="3699191277" sldId="288"/>
        </pc:sldMkLst>
      </pc:sldChg>
      <pc:sldChg chg="del">
        <pc:chgData name="沛溪 中村" userId="4b6ad4d7a42030dd" providerId="LiveId" clId="{B9F9AE90-CAA5-45CE-B33A-9388F3B08ED2}" dt="2026-02-03T18:21:25.425" v="10952" actId="47"/>
        <pc:sldMkLst>
          <pc:docMk/>
          <pc:sldMk cId="2037661293" sldId="289"/>
        </pc:sldMkLst>
      </pc:sldChg>
      <pc:sldChg chg="del">
        <pc:chgData name="沛溪 中村" userId="4b6ad4d7a42030dd" providerId="LiveId" clId="{B9F9AE90-CAA5-45CE-B33A-9388F3B08ED2}" dt="2026-02-03T18:21:26.269" v="10953" actId="47"/>
        <pc:sldMkLst>
          <pc:docMk/>
          <pc:sldMk cId="845185960" sldId="291"/>
        </pc:sldMkLst>
      </pc:sldChg>
      <pc:sldChg chg="del">
        <pc:chgData name="沛溪 中村" userId="4b6ad4d7a42030dd" providerId="LiveId" clId="{B9F9AE90-CAA5-45CE-B33A-9388F3B08ED2}" dt="2026-02-03T18:21:26.630" v="10954" actId="47"/>
        <pc:sldMkLst>
          <pc:docMk/>
          <pc:sldMk cId="3812386372" sldId="292"/>
        </pc:sldMkLst>
      </pc:sldChg>
      <pc:sldChg chg="del">
        <pc:chgData name="沛溪 中村" userId="4b6ad4d7a42030dd" providerId="LiveId" clId="{B9F9AE90-CAA5-45CE-B33A-9388F3B08ED2}" dt="2026-02-03T18:21:27.060" v="10955" actId="47"/>
        <pc:sldMkLst>
          <pc:docMk/>
          <pc:sldMk cId="3396499159" sldId="294"/>
        </pc:sldMkLst>
      </pc:sldChg>
      <pc:sldChg chg="del">
        <pc:chgData name="沛溪 中村" userId="4b6ad4d7a42030dd" providerId="LiveId" clId="{B9F9AE90-CAA5-45CE-B33A-9388F3B08ED2}" dt="2026-02-03T18:21:28.186" v="10958" actId="47"/>
        <pc:sldMkLst>
          <pc:docMk/>
          <pc:sldMk cId="55493423" sldId="295"/>
        </pc:sldMkLst>
      </pc:sldChg>
      <pc:sldChg chg="del">
        <pc:chgData name="沛溪 中村" userId="4b6ad4d7a42030dd" providerId="LiveId" clId="{B9F9AE90-CAA5-45CE-B33A-9388F3B08ED2}" dt="2026-02-03T18:21:28.476" v="10959" actId="47"/>
        <pc:sldMkLst>
          <pc:docMk/>
          <pc:sldMk cId="1398509736" sldId="296"/>
        </pc:sldMkLst>
      </pc:sldChg>
      <pc:sldChg chg="del">
        <pc:chgData name="沛溪 中村" userId="4b6ad4d7a42030dd" providerId="LiveId" clId="{B9F9AE90-CAA5-45CE-B33A-9388F3B08ED2}" dt="2026-02-03T18:21:27.406" v="10956" actId="47"/>
        <pc:sldMkLst>
          <pc:docMk/>
          <pc:sldMk cId="3143237963" sldId="297"/>
        </pc:sldMkLst>
      </pc:sldChg>
      <pc:sldChg chg="addSp delSp modSp add del mod">
        <pc:chgData name="沛溪 中村" userId="4b6ad4d7a42030dd" providerId="LiveId" clId="{B9F9AE90-CAA5-45CE-B33A-9388F3B08ED2}" dt="2026-02-03T18:21:30.468" v="10962" actId="47"/>
        <pc:sldMkLst>
          <pc:docMk/>
          <pc:sldMk cId="3441361738" sldId="298"/>
        </pc:sldMkLst>
        <pc:spChg chg="del">
          <ac:chgData name="沛溪 中村" userId="4b6ad4d7a42030dd" providerId="LiveId" clId="{B9F9AE90-CAA5-45CE-B33A-9388F3B08ED2}" dt="2026-02-03T05:40:30.402" v="98" actId="478"/>
          <ac:spMkLst>
            <pc:docMk/>
            <pc:sldMk cId="3441361738" sldId="298"/>
            <ac:spMk id="2" creationId="{A0E3EF9E-30BD-47A7-AC2A-91D4F51DA787}"/>
          </ac:spMkLst>
        </pc:spChg>
        <pc:spChg chg="del">
          <ac:chgData name="沛溪 中村" userId="4b6ad4d7a42030dd" providerId="LiveId" clId="{B9F9AE90-CAA5-45CE-B33A-9388F3B08ED2}" dt="2026-02-03T05:40:29.929" v="97" actId="478"/>
          <ac:spMkLst>
            <pc:docMk/>
            <pc:sldMk cId="3441361738" sldId="298"/>
            <ac:spMk id="3" creationId="{C19D4394-7005-4558-8358-3B4E27FE4878}"/>
          </ac:spMkLst>
        </pc:spChg>
        <pc:spChg chg="add del mod">
          <ac:chgData name="沛溪 中村" userId="4b6ad4d7a42030dd" providerId="LiveId" clId="{B9F9AE90-CAA5-45CE-B33A-9388F3B08ED2}" dt="2026-02-03T05:42:57.017" v="121"/>
          <ac:spMkLst>
            <pc:docMk/>
            <pc:sldMk cId="3441361738" sldId="298"/>
            <ac:spMk id="4" creationId="{E74AD77D-B11D-461C-AC2E-03A613F26829}"/>
          </ac:spMkLst>
        </pc:spChg>
        <pc:spChg chg="del mod">
          <ac:chgData name="沛溪 中村" userId="4b6ad4d7a42030dd" providerId="LiveId" clId="{B9F9AE90-CAA5-45CE-B33A-9388F3B08ED2}" dt="2026-02-03T05:42:57.017" v="121"/>
          <ac:spMkLst>
            <pc:docMk/>
            <pc:sldMk cId="3441361738" sldId="298"/>
            <ac:spMk id="7" creationId="{5CD88236-644A-4454-A6FA-BCDB0C93A964}"/>
          </ac:spMkLst>
        </pc:spChg>
        <pc:spChg chg="del mod">
          <ac:chgData name="沛溪 中村" userId="4b6ad4d7a42030dd" providerId="LiveId" clId="{B9F9AE90-CAA5-45CE-B33A-9388F3B08ED2}" dt="2026-02-03T05:41:01.346" v="103"/>
          <ac:spMkLst>
            <pc:docMk/>
            <pc:sldMk cId="3441361738" sldId="298"/>
            <ac:spMk id="8" creationId="{50F6A0C5-ABDE-4AC4-8CD6-63142B752083}"/>
          </ac:spMkLst>
        </pc:spChg>
        <pc:spChg chg="add del mod">
          <ac:chgData name="沛溪 中村" userId="4b6ad4d7a42030dd" providerId="LiveId" clId="{B9F9AE90-CAA5-45CE-B33A-9388F3B08ED2}" dt="2026-02-03T05:46:48.393" v="218"/>
          <ac:spMkLst>
            <pc:docMk/>
            <pc:sldMk cId="3441361738" sldId="298"/>
            <ac:spMk id="10" creationId="{D3C332ED-6C74-483C-850D-7154FE3E8B5B}"/>
          </ac:spMkLst>
        </pc:spChg>
        <pc:spChg chg="add del mod">
          <ac:chgData name="沛溪 中村" userId="4b6ad4d7a42030dd" providerId="LiveId" clId="{B9F9AE90-CAA5-45CE-B33A-9388F3B08ED2}" dt="2026-02-03T07:39:17.437" v="265"/>
          <ac:spMkLst>
            <pc:docMk/>
            <pc:sldMk cId="3441361738" sldId="298"/>
            <ac:spMk id="11" creationId="{3C39AC89-FD86-4821-97A3-4CAA25CB50AF}"/>
          </ac:spMkLst>
        </pc:spChg>
        <pc:spChg chg="add del mod">
          <ac:chgData name="沛溪 中村" userId="4b6ad4d7a42030dd" providerId="LiveId" clId="{B9F9AE90-CAA5-45CE-B33A-9388F3B08ED2}" dt="2026-02-03T05:42:57.017" v="121"/>
          <ac:spMkLst>
            <pc:docMk/>
            <pc:sldMk cId="3441361738" sldId="298"/>
            <ac:spMk id="12" creationId="{656BFAAB-F8EF-4C63-861B-C9572BFE8C1B}"/>
          </ac:spMkLst>
        </pc:spChg>
        <pc:spChg chg="del mod">
          <ac:chgData name="沛溪 中村" userId="4b6ad4d7a42030dd" providerId="LiveId" clId="{B9F9AE90-CAA5-45CE-B33A-9388F3B08ED2}" dt="2026-02-03T05:44:25.597" v="181" actId="478"/>
          <ac:spMkLst>
            <pc:docMk/>
            <pc:sldMk cId="3441361738" sldId="298"/>
            <ac:spMk id="13" creationId="{F7958FD3-39BF-48DC-8479-77825665E737}"/>
          </ac:spMkLst>
        </pc:spChg>
        <pc:spChg chg="add del mod">
          <ac:chgData name="沛溪 中村" userId="4b6ad4d7a42030dd" providerId="LiveId" clId="{B9F9AE90-CAA5-45CE-B33A-9388F3B08ED2}" dt="2026-02-03T05:46:48.393" v="218"/>
          <ac:spMkLst>
            <pc:docMk/>
            <pc:sldMk cId="3441361738" sldId="298"/>
            <ac:spMk id="15" creationId="{08DC7D06-66BB-4B70-B7A1-B8F6FA526C85}"/>
          </ac:spMkLst>
        </pc:spChg>
        <pc:spChg chg="mod">
          <ac:chgData name="沛溪 中村" userId="4b6ad4d7a42030dd" providerId="LiveId" clId="{B9F9AE90-CAA5-45CE-B33A-9388F3B08ED2}" dt="2026-02-03T05:46:07.408" v="203"/>
          <ac:spMkLst>
            <pc:docMk/>
            <pc:sldMk cId="3441361738" sldId="298"/>
            <ac:spMk id="16" creationId="{0FDFDC81-465C-4671-93AF-C23BACA4816C}"/>
          </ac:spMkLst>
        </pc:spChg>
        <pc:spChg chg="mod">
          <ac:chgData name="沛溪 中村" userId="4b6ad4d7a42030dd" providerId="LiveId" clId="{B9F9AE90-CAA5-45CE-B33A-9388F3B08ED2}" dt="2026-02-03T05:46:36.951" v="211"/>
          <ac:spMkLst>
            <pc:docMk/>
            <pc:sldMk cId="3441361738" sldId="298"/>
            <ac:spMk id="17" creationId="{8DCD610D-2E5C-4E90-92AB-B2CA6CFCE96F}"/>
          </ac:spMkLst>
        </pc:spChg>
        <pc:spChg chg="del mod">
          <ac:chgData name="沛溪 中村" userId="4b6ad4d7a42030dd" providerId="LiveId" clId="{B9F9AE90-CAA5-45CE-B33A-9388F3B08ED2}" dt="2026-02-03T07:39:17.437" v="265"/>
          <ac:spMkLst>
            <pc:docMk/>
            <pc:sldMk cId="3441361738" sldId="298"/>
            <ac:spMk id="18" creationId="{015B5FB8-A6BF-4AF8-9ECE-A933B5A3C502}"/>
          </ac:spMkLst>
        </pc:spChg>
        <pc:spChg chg="add del mod">
          <ac:chgData name="沛溪 中村" userId="4b6ad4d7a42030dd" providerId="LiveId" clId="{B9F9AE90-CAA5-45CE-B33A-9388F3B08ED2}" dt="2026-02-03T07:39:17.437" v="265"/>
          <ac:spMkLst>
            <pc:docMk/>
            <pc:sldMk cId="3441361738" sldId="298"/>
            <ac:spMk id="20" creationId="{84B069CD-3E5B-4D6D-AC05-343AE8981BE2}"/>
          </ac:spMkLst>
        </pc:spChg>
        <pc:spChg chg="add del mod">
          <ac:chgData name="沛溪 中村" userId="4b6ad4d7a42030dd" providerId="LiveId" clId="{B9F9AE90-CAA5-45CE-B33A-9388F3B08ED2}" dt="2026-02-03T05:49:06.501" v="228"/>
          <ac:spMkLst>
            <pc:docMk/>
            <pc:sldMk cId="3441361738" sldId="298"/>
            <ac:spMk id="21" creationId="{43E24D52-5076-4F2F-A7CD-7B5461EC87B3}"/>
          </ac:spMkLst>
        </pc:spChg>
        <pc:spChg chg="add del mod">
          <ac:chgData name="沛溪 中村" userId="4b6ad4d7a42030dd" providerId="LiveId" clId="{B9F9AE90-CAA5-45CE-B33A-9388F3B08ED2}" dt="2026-02-03T05:49:06.501" v="228"/>
          <ac:spMkLst>
            <pc:docMk/>
            <pc:sldMk cId="3441361738" sldId="298"/>
            <ac:spMk id="22" creationId="{C2F281A6-F5A9-42C6-8FBC-83A81EEB0D72}"/>
          </ac:spMkLst>
        </pc:spChg>
        <pc:spChg chg="add del mod">
          <ac:chgData name="沛溪 中村" userId="4b6ad4d7a42030dd" providerId="LiveId" clId="{B9F9AE90-CAA5-45CE-B33A-9388F3B08ED2}" dt="2026-02-03T05:49:06.501" v="228"/>
          <ac:spMkLst>
            <pc:docMk/>
            <pc:sldMk cId="3441361738" sldId="298"/>
            <ac:spMk id="23" creationId="{1A944129-F2CB-419A-BAA0-46253D01B34A}"/>
          </ac:spMkLst>
        </pc:spChg>
        <pc:spChg chg="mod">
          <ac:chgData name="沛溪 中村" userId="4b6ad4d7a42030dd" providerId="LiveId" clId="{B9F9AE90-CAA5-45CE-B33A-9388F3B08ED2}" dt="2026-02-03T07:39:17.437" v="265"/>
          <ac:spMkLst>
            <pc:docMk/>
            <pc:sldMk cId="3441361738" sldId="298"/>
            <ac:spMk id="24" creationId="{AE4683D7-7DE6-40C4-8CC6-1ADD728BA409}"/>
          </ac:spMkLst>
        </pc:spChg>
        <pc:spChg chg="del">
          <ac:chgData name="沛溪 中村" userId="4b6ad4d7a42030dd" providerId="LiveId" clId="{B9F9AE90-CAA5-45CE-B33A-9388F3B08ED2}" dt="2026-02-03T05:40:28.597" v="96" actId="478"/>
          <ac:spMkLst>
            <pc:docMk/>
            <pc:sldMk cId="3441361738" sldId="298"/>
            <ac:spMk id="29" creationId="{DE4E9AB5-FC55-45C0-90BE-7A8928DC81A8}"/>
          </ac:spMkLst>
        </pc:spChg>
        <pc:spChg chg="del mod">
          <ac:chgData name="沛溪 中村" userId="4b6ad4d7a42030dd" providerId="LiveId" clId="{B9F9AE90-CAA5-45CE-B33A-9388F3B08ED2}" dt="2026-02-03T05:41:01.346" v="103"/>
          <ac:spMkLst>
            <pc:docMk/>
            <pc:sldMk cId="3441361738" sldId="298"/>
            <ac:spMk id="30" creationId="{0C6849AA-BF8A-4926-95D6-2E29CC315E3A}"/>
          </ac:spMkLst>
        </pc:spChg>
        <pc:picChg chg="add del">
          <ac:chgData name="沛溪 中村" userId="4b6ad4d7a42030dd" providerId="LiveId" clId="{B9F9AE90-CAA5-45CE-B33A-9388F3B08ED2}" dt="2026-02-03T12:00:25.602" v="6634"/>
          <ac:picMkLst>
            <pc:docMk/>
            <pc:sldMk cId="3441361738" sldId="298"/>
            <ac:picMk id="2" creationId="{4C695619-810E-4E8F-A728-47486074209F}"/>
          </ac:picMkLst>
        </pc:picChg>
        <pc:cxnChg chg="add del mod">
          <ac:chgData name="沛溪 中村" userId="4b6ad4d7a42030dd" providerId="LiveId" clId="{B9F9AE90-CAA5-45CE-B33A-9388F3B08ED2}" dt="2026-02-03T05:41:41.820" v="108" actId="478"/>
          <ac:cxnSpMkLst>
            <pc:docMk/>
            <pc:sldMk cId="3441361738" sldId="298"/>
            <ac:cxnSpMk id="6" creationId="{98969DC6-EB18-4C15-9216-886FBE228F05}"/>
          </ac:cxnSpMkLst>
        </pc:cxnChg>
      </pc:sldChg>
      <pc:sldChg chg="addSp delSp modSp add del mod ord">
        <pc:chgData name="沛溪 中村" userId="4b6ad4d7a42030dd" providerId="LiveId" clId="{B9F9AE90-CAA5-45CE-B33A-9388F3B08ED2}" dt="2026-02-03T18:21:29.756" v="10961" actId="47"/>
        <pc:sldMkLst>
          <pc:docMk/>
          <pc:sldMk cId="940344912" sldId="299"/>
        </pc:sldMkLst>
        <pc:spChg chg="add del mod">
          <ac:chgData name="沛溪 中村" userId="4b6ad4d7a42030dd" providerId="LiveId" clId="{B9F9AE90-CAA5-45CE-B33A-9388F3B08ED2}" dt="2026-02-03T05:49:28.769" v="231"/>
          <ac:spMkLst>
            <pc:docMk/>
            <pc:sldMk cId="940344912" sldId="299"/>
            <ac:spMk id="5" creationId="{2A10F95E-9917-40A4-81BD-EC1D218F88EF}"/>
          </ac:spMkLst>
        </pc:spChg>
        <pc:spChg chg="add del mod">
          <ac:chgData name="沛溪 中村" userId="4b6ad4d7a42030dd" providerId="LiveId" clId="{B9F9AE90-CAA5-45CE-B33A-9388F3B08ED2}" dt="2026-02-03T05:49:28.769" v="231"/>
          <ac:spMkLst>
            <pc:docMk/>
            <pc:sldMk cId="940344912" sldId="299"/>
            <ac:spMk id="6" creationId="{676891A3-ED55-4786-B0A3-46AC3B31AD53}"/>
          </ac:spMkLst>
        </pc:spChg>
        <pc:spChg chg="add del mod">
          <ac:chgData name="沛溪 中村" userId="4b6ad4d7a42030dd" providerId="LiveId" clId="{B9F9AE90-CAA5-45CE-B33A-9388F3B08ED2}" dt="2026-02-03T05:49:28.769" v="231"/>
          <ac:spMkLst>
            <pc:docMk/>
            <pc:sldMk cId="940344912" sldId="299"/>
            <ac:spMk id="7" creationId="{4278E6EE-C583-4BCD-9F93-34B89DEAA224}"/>
          </ac:spMkLst>
        </pc:spChg>
        <pc:spChg chg="add del mod">
          <ac:chgData name="沛溪 中村" userId="4b6ad4d7a42030dd" providerId="LiveId" clId="{B9F9AE90-CAA5-45CE-B33A-9388F3B08ED2}" dt="2026-02-03T05:50:02.890" v="237"/>
          <ac:spMkLst>
            <pc:docMk/>
            <pc:sldMk cId="940344912" sldId="299"/>
            <ac:spMk id="8" creationId="{808458A1-A78F-497F-A6D2-C5C50B13DEAF}"/>
          </ac:spMkLst>
        </pc:spChg>
        <pc:spChg chg="add del mod">
          <ac:chgData name="沛溪 中村" userId="4b6ad4d7a42030dd" providerId="LiveId" clId="{B9F9AE90-CAA5-45CE-B33A-9388F3B08ED2}" dt="2026-02-03T05:50:02.890" v="237"/>
          <ac:spMkLst>
            <pc:docMk/>
            <pc:sldMk cId="940344912" sldId="299"/>
            <ac:spMk id="9" creationId="{4F9A71C6-A649-443F-B696-8288131A22EC}"/>
          </ac:spMkLst>
        </pc:spChg>
        <pc:spChg chg="add del mod">
          <ac:chgData name="沛溪 中村" userId="4b6ad4d7a42030dd" providerId="LiveId" clId="{B9F9AE90-CAA5-45CE-B33A-9388F3B08ED2}" dt="2026-02-03T05:50:02.890" v="237"/>
          <ac:spMkLst>
            <pc:docMk/>
            <pc:sldMk cId="940344912" sldId="299"/>
            <ac:spMk id="10" creationId="{9C35DFF2-B1F0-46DD-B49C-1DCD566312BB}"/>
          </ac:spMkLst>
        </pc:spChg>
        <pc:spChg chg="add del mod">
          <ac:chgData name="沛溪 中村" userId="4b6ad4d7a42030dd" providerId="LiveId" clId="{B9F9AE90-CAA5-45CE-B33A-9388F3B08ED2}" dt="2026-02-03T07:39:10.665" v="264"/>
          <ac:spMkLst>
            <pc:docMk/>
            <pc:sldMk cId="940344912" sldId="299"/>
            <ac:spMk id="11" creationId="{3C39AC89-FD86-4821-97A3-4CAA25CB50AF}"/>
          </ac:spMkLst>
        </pc:spChg>
        <pc:spChg chg="mod">
          <ac:chgData name="沛溪 中村" userId="4b6ad4d7a42030dd" providerId="LiveId" clId="{B9F9AE90-CAA5-45CE-B33A-9388F3B08ED2}" dt="2026-02-03T05:51:08.689" v="248"/>
          <ac:spMkLst>
            <pc:docMk/>
            <pc:sldMk cId="940344912" sldId="299"/>
            <ac:spMk id="12" creationId="{D4CDA3C9-BA13-422B-9AC0-0EFB068A39EA}"/>
          </ac:spMkLst>
        </pc:spChg>
        <pc:spChg chg="mod">
          <ac:chgData name="沛溪 中村" userId="4b6ad4d7a42030dd" providerId="LiveId" clId="{B9F9AE90-CAA5-45CE-B33A-9388F3B08ED2}" dt="2026-02-03T07:39:10.665" v="264"/>
          <ac:spMkLst>
            <pc:docMk/>
            <pc:sldMk cId="940344912" sldId="299"/>
            <ac:spMk id="13" creationId="{2F82696E-F096-437B-9FA9-4B518F352D17}"/>
          </ac:spMkLst>
        </pc:spChg>
        <pc:spChg chg="add del mod">
          <ac:chgData name="沛溪 中村" userId="4b6ad4d7a42030dd" providerId="LiveId" clId="{B9F9AE90-CAA5-45CE-B33A-9388F3B08ED2}" dt="2026-02-03T07:39:10.665" v="264"/>
          <ac:spMkLst>
            <pc:docMk/>
            <pc:sldMk cId="940344912" sldId="299"/>
            <ac:spMk id="18" creationId="{015B5FB8-A6BF-4AF8-9ECE-A933B5A3C502}"/>
          </ac:spMkLst>
        </pc:spChg>
        <pc:spChg chg="add del mod">
          <ac:chgData name="沛溪 中村" userId="4b6ad4d7a42030dd" providerId="LiveId" clId="{B9F9AE90-CAA5-45CE-B33A-9388F3B08ED2}" dt="2026-02-03T07:39:10.665" v="264"/>
          <ac:spMkLst>
            <pc:docMk/>
            <pc:sldMk cId="940344912" sldId="299"/>
            <ac:spMk id="20" creationId="{84B069CD-3E5B-4D6D-AC05-343AE8981BE2}"/>
          </ac:spMkLst>
        </pc:spChg>
      </pc:sldChg>
      <pc:sldChg chg="add del">
        <pc:chgData name="沛溪 中村" userId="4b6ad4d7a42030dd" providerId="LiveId" clId="{B9F9AE90-CAA5-45CE-B33A-9388F3B08ED2}" dt="2026-02-03T05:49:06.207" v="227"/>
        <pc:sldMkLst>
          <pc:docMk/>
          <pc:sldMk cId="1032996842" sldId="299"/>
        </pc:sldMkLst>
      </pc:sldChg>
      <pc:sldChg chg="delSp modSp add del mod setBg">
        <pc:chgData name="沛溪 中村" userId="4b6ad4d7a42030dd" providerId="LiveId" clId="{B9F9AE90-CAA5-45CE-B33A-9388F3B08ED2}" dt="2026-02-03T10:08:51.559" v="3367" actId="47"/>
        <pc:sldMkLst>
          <pc:docMk/>
          <pc:sldMk cId="576961366" sldId="300"/>
        </pc:sldMkLst>
        <pc:spChg chg="del">
          <ac:chgData name="沛溪 中村" userId="4b6ad4d7a42030dd" providerId="LiveId" clId="{B9F9AE90-CAA5-45CE-B33A-9388F3B08ED2}" dt="2026-02-03T09:39:55.500" v="2626"/>
          <ac:spMkLst>
            <pc:docMk/>
            <pc:sldMk cId="576961366" sldId="300"/>
            <ac:spMk id="2" creationId="{A0E3EF9E-30BD-47A7-AC2A-91D4F51DA787}"/>
          </ac:spMkLst>
        </pc:spChg>
        <pc:spChg chg="mod">
          <ac:chgData name="沛溪 中村" userId="4b6ad4d7a42030dd" providerId="LiveId" clId="{B9F9AE90-CAA5-45CE-B33A-9388F3B08ED2}" dt="2026-02-03T09:39:55.500" v="2626"/>
          <ac:spMkLst>
            <pc:docMk/>
            <pc:sldMk cId="576961366" sldId="300"/>
            <ac:spMk id="14" creationId="{E2AC783F-981C-46CB-9648-A4951474A30C}"/>
          </ac:spMkLst>
        </pc:spChg>
        <pc:spChg chg="del mod">
          <ac:chgData name="沛溪 中村" userId="4b6ad4d7a42030dd" providerId="LiveId" clId="{B9F9AE90-CAA5-45CE-B33A-9388F3B08ED2}" dt="2026-02-03T09:39:55.500" v="2626"/>
          <ac:spMkLst>
            <pc:docMk/>
            <pc:sldMk cId="576961366" sldId="300"/>
            <ac:spMk id="16" creationId="{1F75239E-AAB0-473E-8556-3406E806C631}"/>
          </ac:spMkLst>
        </pc:spChg>
      </pc:sldChg>
      <pc:sldChg chg="addSp delSp modSp new del mod modTransition setBg">
        <pc:chgData name="沛溪 中村" userId="4b6ad4d7a42030dd" providerId="LiveId" clId="{B9F9AE90-CAA5-45CE-B33A-9388F3B08ED2}" dt="2026-02-03T10:26:49.919" v="4150" actId="47"/>
        <pc:sldMkLst>
          <pc:docMk/>
          <pc:sldMk cId="934936709" sldId="300"/>
        </pc:sldMkLst>
        <pc:spChg chg="del">
          <ac:chgData name="沛溪 中村" userId="4b6ad4d7a42030dd" providerId="LiveId" clId="{B9F9AE90-CAA5-45CE-B33A-9388F3B08ED2}" dt="2026-02-03T10:09:19.931" v="3376" actId="478"/>
          <ac:spMkLst>
            <pc:docMk/>
            <pc:sldMk cId="934936709" sldId="300"/>
            <ac:spMk id="2" creationId="{C1E0E142-266C-4E86-B063-33F7F4AAD063}"/>
          </ac:spMkLst>
        </pc:spChg>
        <pc:spChg chg="del">
          <ac:chgData name="沛溪 中村" userId="4b6ad4d7a42030dd" providerId="LiveId" clId="{B9F9AE90-CAA5-45CE-B33A-9388F3B08ED2}" dt="2026-02-03T10:09:19.931" v="3376" actId="478"/>
          <ac:spMkLst>
            <pc:docMk/>
            <pc:sldMk cId="934936709" sldId="300"/>
            <ac:spMk id="3" creationId="{E5572E21-7254-4B20-9B91-593B116D6FB8}"/>
          </ac:spMkLst>
        </pc:spChg>
        <pc:spChg chg="add mod">
          <ac:chgData name="沛溪 中村" userId="4b6ad4d7a42030dd" providerId="LiveId" clId="{B9F9AE90-CAA5-45CE-B33A-9388F3B08ED2}" dt="2026-02-03T10:12:45.754" v="3701" actId="403"/>
          <ac:spMkLst>
            <pc:docMk/>
            <pc:sldMk cId="934936709" sldId="300"/>
            <ac:spMk id="4" creationId="{154282F3-8D93-4BB7-97E8-02987F8324C0}"/>
          </ac:spMkLst>
        </pc:spChg>
        <pc:spChg chg="add mod">
          <ac:chgData name="沛溪 中村" userId="4b6ad4d7a42030dd" providerId="LiveId" clId="{B9F9AE90-CAA5-45CE-B33A-9388F3B08ED2}" dt="2026-02-03T10:12:45.754" v="3701" actId="403"/>
          <ac:spMkLst>
            <pc:docMk/>
            <pc:sldMk cId="934936709" sldId="300"/>
            <ac:spMk id="5" creationId="{230E964D-636A-4890-B09E-C766DC0E240C}"/>
          </ac:spMkLst>
        </pc:spChg>
        <pc:spChg chg="add mod">
          <ac:chgData name="沛溪 中村" userId="4b6ad4d7a42030dd" providerId="LiveId" clId="{B9F9AE90-CAA5-45CE-B33A-9388F3B08ED2}" dt="2026-02-03T10:12:45.754" v="3701" actId="403"/>
          <ac:spMkLst>
            <pc:docMk/>
            <pc:sldMk cId="934936709" sldId="300"/>
            <ac:spMk id="6" creationId="{71BF6EC7-A43D-4B78-AACC-369721572B16}"/>
          </ac:spMkLst>
        </pc:spChg>
        <pc:spChg chg="add mod">
          <ac:chgData name="沛溪 中村" userId="4b6ad4d7a42030dd" providerId="LiveId" clId="{B9F9AE90-CAA5-45CE-B33A-9388F3B08ED2}" dt="2026-02-03T10:12:45.754" v="3701" actId="403"/>
          <ac:spMkLst>
            <pc:docMk/>
            <pc:sldMk cId="934936709" sldId="300"/>
            <ac:spMk id="7" creationId="{A7F85BA8-8654-4747-953B-7489AA247EE4}"/>
          </ac:spMkLst>
        </pc:spChg>
        <pc:spChg chg="add mod">
          <ac:chgData name="沛溪 中村" userId="4b6ad4d7a42030dd" providerId="LiveId" clId="{B9F9AE90-CAA5-45CE-B33A-9388F3B08ED2}" dt="2026-02-03T10:16:06.177" v="3891" actId="1076"/>
          <ac:spMkLst>
            <pc:docMk/>
            <pc:sldMk cId="934936709" sldId="300"/>
            <ac:spMk id="9" creationId="{D148A15F-53BD-4CCA-A5C7-ABEA8EB03DA2}"/>
          </ac:spMkLst>
        </pc:spChg>
        <pc:spChg chg="add mod">
          <ac:chgData name="沛溪 中村" userId="4b6ad4d7a42030dd" providerId="LiveId" clId="{B9F9AE90-CAA5-45CE-B33A-9388F3B08ED2}" dt="2026-02-03T10:17:06.591" v="3894" actId="1076"/>
          <ac:spMkLst>
            <pc:docMk/>
            <pc:sldMk cId="934936709" sldId="300"/>
            <ac:spMk id="10" creationId="{0F451D89-BCA1-4B90-A47A-FD55AC9FD13A}"/>
          </ac:spMkLst>
        </pc:spChg>
        <pc:spChg chg="add mod">
          <ac:chgData name="沛溪 中村" userId="4b6ad4d7a42030dd" providerId="LiveId" clId="{B9F9AE90-CAA5-45CE-B33A-9388F3B08ED2}" dt="2026-02-03T10:16:11.145" v="3892" actId="164"/>
          <ac:spMkLst>
            <pc:docMk/>
            <pc:sldMk cId="934936709" sldId="300"/>
            <ac:spMk id="11" creationId="{57F0452E-F0C6-48B7-B48F-C94C9CAB207D}"/>
          </ac:spMkLst>
        </pc:spChg>
        <pc:spChg chg="add del mod">
          <ac:chgData name="沛溪 中村" userId="4b6ad4d7a42030dd" providerId="LiveId" clId="{B9F9AE90-CAA5-45CE-B33A-9388F3B08ED2}" dt="2026-02-03T10:13:08.311" v="3719" actId="478"/>
          <ac:spMkLst>
            <pc:docMk/>
            <pc:sldMk cId="934936709" sldId="300"/>
            <ac:spMk id="12" creationId="{316903D5-B6AF-4090-9CE5-4D0685CB96D6}"/>
          </ac:spMkLst>
        </pc:spChg>
        <pc:spChg chg="add mod">
          <ac:chgData name="沛溪 中村" userId="4b6ad4d7a42030dd" providerId="LiveId" clId="{B9F9AE90-CAA5-45CE-B33A-9388F3B08ED2}" dt="2026-02-03T10:15:54.333" v="3887" actId="164"/>
          <ac:spMkLst>
            <pc:docMk/>
            <pc:sldMk cId="934936709" sldId="300"/>
            <ac:spMk id="16" creationId="{EAD44E72-8193-48D6-895A-000BD11AA9E6}"/>
          </ac:spMkLst>
        </pc:spChg>
        <pc:spChg chg="mod">
          <ac:chgData name="沛溪 中村" userId="4b6ad4d7a42030dd" providerId="LiveId" clId="{B9F9AE90-CAA5-45CE-B33A-9388F3B08ED2}" dt="2026-02-03T10:15:54.937" v="3888"/>
          <ac:spMkLst>
            <pc:docMk/>
            <pc:sldMk cId="934936709" sldId="300"/>
            <ac:spMk id="22" creationId="{C40E6E6B-2E0A-4FA8-B6D2-749D38C50EA7}"/>
          </ac:spMkLst>
        </pc:spChg>
        <pc:spChg chg="add del">
          <ac:chgData name="沛溪 中村" userId="4b6ad4d7a42030dd" providerId="LiveId" clId="{B9F9AE90-CAA5-45CE-B33A-9388F3B08ED2}" dt="2026-02-03T10:18:52.024" v="3896" actId="478"/>
          <ac:spMkLst>
            <pc:docMk/>
            <pc:sldMk cId="934936709" sldId="300"/>
            <ac:spMk id="24" creationId="{8632AFE7-071C-4121-99E9-37F41342E715}"/>
          </ac:spMkLst>
        </pc:spChg>
        <pc:spChg chg="add del">
          <ac:chgData name="沛溪 中村" userId="4b6ad4d7a42030dd" providerId="LiveId" clId="{B9F9AE90-CAA5-45CE-B33A-9388F3B08ED2}" dt="2026-02-03T10:20:40.403" v="3945" actId="11529"/>
          <ac:spMkLst>
            <pc:docMk/>
            <pc:sldMk cId="934936709" sldId="300"/>
            <ac:spMk id="52" creationId="{A87E3A52-C70A-445B-87E6-650E09A162E9}"/>
          </ac:spMkLst>
        </pc:spChg>
        <pc:spChg chg="add mod ord">
          <ac:chgData name="沛溪 中村" userId="4b6ad4d7a42030dd" providerId="LiveId" clId="{B9F9AE90-CAA5-45CE-B33A-9388F3B08ED2}" dt="2026-02-03T10:25:34.662" v="4136" actId="164"/>
          <ac:spMkLst>
            <pc:docMk/>
            <pc:sldMk cId="934936709" sldId="300"/>
            <ac:spMk id="815" creationId="{F56768D3-9474-4411-B2F6-44EAE30C9B71}"/>
          </ac:spMkLst>
        </pc:spChg>
        <pc:spChg chg="mod">
          <ac:chgData name="沛溪 中村" userId="4b6ad4d7a42030dd" providerId="LiveId" clId="{B9F9AE90-CAA5-45CE-B33A-9388F3B08ED2}" dt="2026-02-03T10:25:44.011" v="4140" actId="14100"/>
          <ac:spMkLst>
            <pc:docMk/>
            <pc:sldMk cId="934936709" sldId="300"/>
            <ac:spMk id="820" creationId="{2988F076-9A7C-4475-BFE4-A3D81CC13239}"/>
          </ac:spMkLst>
        </pc:spChg>
        <pc:grpChg chg="add mod">
          <ac:chgData name="沛溪 中村" userId="4b6ad4d7a42030dd" providerId="LiveId" clId="{B9F9AE90-CAA5-45CE-B33A-9388F3B08ED2}" dt="2026-02-03T10:09:47.380" v="3388" actId="1076"/>
          <ac:grpSpMkLst>
            <pc:docMk/>
            <pc:sldMk cId="934936709" sldId="300"/>
            <ac:grpSpMk id="8" creationId="{151D0BAB-FBF6-4B35-8122-70F0FD9E4DC0}"/>
          </ac:grpSpMkLst>
        </pc:grpChg>
        <pc:grpChg chg="add mod">
          <ac:chgData name="沛溪 中村" userId="4b6ad4d7a42030dd" providerId="LiveId" clId="{B9F9AE90-CAA5-45CE-B33A-9388F3B08ED2}" dt="2026-02-03T10:16:11.145" v="3892" actId="164"/>
          <ac:grpSpMkLst>
            <pc:docMk/>
            <pc:sldMk cId="934936709" sldId="300"/>
            <ac:grpSpMk id="19" creationId="{67C03202-367E-4A06-96AF-67A2FAD3EA88}"/>
          </ac:grpSpMkLst>
        </pc:grpChg>
        <pc:grpChg chg="add mod">
          <ac:chgData name="沛溪 中村" userId="4b6ad4d7a42030dd" providerId="LiveId" clId="{B9F9AE90-CAA5-45CE-B33A-9388F3B08ED2}" dt="2026-02-03T10:16:11.145" v="3892" actId="164"/>
          <ac:grpSpMkLst>
            <pc:docMk/>
            <pc:sldMk cId="934936709" sldId="300"/>
            <ac:grpSpMk id="20" creationId="{EF107DF3-5C52-4655-B7B8-EED6FC88BE2A}"/>
          </ac:grpSpMkLst>
        </pc:grpChg>
        <pc:grpChg chg="add mod">
          <ac:chgData name="沛溪 中村" userId="4b6ad4d7a42030dd" providerId="LiveId" clId="{B9F9AE90-CAA5-45CE-B33A-9388F3B08ED2}" dt="2026-02-03T10:16:13.529" v="3893" actId="1076"/>
          <ac:grpSpMkLst>
            <pc:docMk/>
            <pc:sldMk cId="934936709" sldId="300"/>
            <ac:grpSpMk id="23" creationId="{E1B02708-0E71-4982-990E-A13F24DC7BE0}"/>
          </ac:grpSpMkLst>
        </pc:grpChg>
        <pc:grpChg chg="add del mod">
          <ac:chgData name="沛溪 中村" userId="4b6ad4d7a42030dd" providerId="LiveId" clId="{B9F9AE90-CAA5-45CE-B33A-9388F3B08ED2}" dt="2026-02-03T10:21:30.199" v="3989" actId="478"/>
          <ac:grpSpMkLst>
            <pc:docMk/>
            <pc:sldMk cId="934936709" sldId="300"/>
            <ac:grpSpMk id="51" creationId="{81137DAC-099E-467B-B3AE-A7BE0998F79F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57" creationId="{5051D02E-2992-47C2-B37E-CAD587C169F1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58" creationId="{D929BFB3-6519-418E-B6D0-05D803A10ADF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61" creationId="{16E80D65-3A6C-471E-B9AF-63F3EC76BA7A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64" creationId="{BE80CFD7-C0F1-4CD4-9E50-6F0149B6B26E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67" creationId="{9CC2D655-9CD1-4A5C-97EF-561A827B419F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70" creationId="{162CAF70-0D2C-4FBF-BBA1-E47E57BA6EAA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73" creationId="{416354F3-1CC6-46DF-962B-06DF7B8E78C0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76" creationId="{7A2C513B-4453-45EA-9BA7-93545D1948C1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79" creationId="{EB7E08E2-DB08-4015-AD49-01B9E49B4262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82" creationId="{DB28373E-2C98-4F41-B0BD-E83900933236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85" creationId="{6498645E-933E-4262-ACD2-0967C5637F19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88" creationId="{4B853C60-25A7-44ED-9367-43ED8DFFB99B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91" creationId="{B93CF493-9185-48B2-A784-BF8C387AC567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94" creationId="{C96CE401-C211-430D-BEE2-E59A7F597FE2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97" creationId="{B5685AD2-F72D-4E94-9D92-54FD3AFB7BB6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100" creationId="{961EAA35-AE20-485B-9D22-414BC881866A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103" creationId="{801B42E1-8D8A-4887-BF1F-35285F1817BA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106" creationId="{2AD4D6E3-E8E9-4B2C-9590-4CAEDA91E61D}"/>
          </ac:grpSpMkLst>
        </pc:grpChg>
        <pc:grpChg chg="add mod">
          <ac:chgData name="沛溪 中村" userId="4b6ad4d7a42030dd" providerId="LiveId" clId="{B9F9AE90-CAA5-45CE-B33A-9388F3B08ED2}" dt="2026-02-03T10:22:53.109" v="4058" actId="164"/>
          <ac:grpSpMkLst>
            <pc:docMk/>
            <pc:sldMk cId="934936709" sldId="300"/>
            <ac:grpSpMk id="109" creationId="{C2E864F2-96CC-4BF0-A170-29482AFC8D57}"/>
          </ac:grpSpMkLst>
        </pc:grpChg>
        <pc:grpChg chg="add del mod">
          <ac:chgData name="沛溪 中村" userId="4b6ad4d7a42030dd" providerId="LiveId" clId="{B9F9AE90-CAA5-45CE-B33A-9388F3B08ED2}" dt="2026-02-03T10:22:49.470" v="4057" actId="478"/>
          <ac:grpSpMkLst>
            <pc:docMk/>
            <pc:sldMk cId="934936709" sldId="300"/>
            <ac:grpSpMk id="112" creationId="{DBC49B8E-7240-4245-AFB4-5691B1FD6B6F}"/>
          </ac:grpSpMkLst>
        </pc:grpChg>
        <pc:grpChg chg="add mod">
          <ac:chgData name="沛溪 中村" userId="4b6ad4d7a42030dd" providerId="LiveId" clId="{B9F9AE90-CAA5-45CE-B33A-9388F3B08ED2}" dt="2026-02-03T10:23:59.651" v="4086" actId="164"/>
          <ac:grpSpMkLst>
            <pc:docMk/>
            <pc:sldMk cId="934936709" sldId="300"/>
            <ac:grpSpMk id="115" creationId="{111DCFB6-31B9-4904-BAB6-10AC3B529028}"/>
          </ac:grpSpMkLst>
        </pc:grpChg>
        <pc:grpChg chg="add mod">
          <ac:chgData name="沛溪 中村" userId="4b6ad4d7a42030dd" providerId="LiveId" clId="{B9F9AE90-CAA5-45CE-B33A-9388F3B08ED2}" dt="2026-02-03T10:23:59.651" v="4086" actId="164"/>
          <ac:grpSpMkLst>
            <pc:docMk/>
            <pc:sldMk cId="934936709" sldId="300"/>
            <ac:grpSpMk id="116" creationId="{EF6C9AF2-1078-4F7A-BCBB-94C735768ED5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17" creationId="{FF82F923-0F2A-42B8-A9C0-A3AEA602085E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18" creationId="{9CDE7747-6429-46A8-B6FF-37763075A3B7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19" creationId="{2074FB37-1186-4F4D-BA58-67809062D7D7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20" creationId="{FAB4F55A-93C2-4075-B7D7-08F22C9F47DD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21" creationId="{5FD7221C-2D49-48CA-894A-BA2DECF1A930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22" creationId="{083CD622-12A9-4F3B-911E-8BEC06641AC6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23" creationId="{96FFCD71-5ED8-40CD-AA4F-B9850E4351BF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24" creationId="{8339A409-8666-4319-B3E8-AC436FA5AE18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25" creationId="{8A6C0C0F-30B2-4472-BFC6-7A6B48E1123D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26" creationId="{9C7C26E5-9C16-4A87-A69E-75641BB8024B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27" creationId="{F092BAA8-9156-45C7-902C-CA08060232AA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28" creationId="{688210FA-4198-4EDC-9EAB-B07F65D6608A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29" creationId="{57AA267A-BC83-44DF-9E31-ADEB518A82B0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30" creationId="{C19B5990-9930-4097-81FC-1AE6EA95F46A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31" creationId="{D59A402A-B030-4D0D-9D5C-FEBCF75A943B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32" creationId="{4786E38F-B2E5-4C64-8DE8-EFC91B2F3A5B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33" creationId="{03756B5C-6F58-4631-A95D-DDBAEEB5D68B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34" creationId="{7ACCFD9B-89E6-4552-928C-FAF02B167DF5}"/>
          </ac:grpSpMkLst>
        </pc:grpChg>
        <pc:grpChg chg="mod">
          <ac:chgData name="沛溪 中村" userId="4b6ad4d7a42030dd" providerId="LiveId" clId="{B9F9AE90-CAA5-45CE-B33A-9388F3B08ED2}" dt="2026-02-03T10:23:04.362" v="4064"/>
          <ac:grpSpMkLst>
            <pc:docMk/>
            <pc:sldMk cId="934936709" sldId="300"/>
            <ac:grpSpMk id="135" creationId="{166B5723-88CF-4E12-927D-769BB7738786}"/>
          </ac:grpSpMkLst>
        </pc:grpChg>
        <pc:grpChg chg="add mod">
          <ac:chgData name="沛溪 中村" userId="4b6ad4d7a42030dd" providerId="LiveId" clId="{B9F9AE90-CAA5-45CE-B33A-9388F3B08ED2}" dt="2026-02-03T10:23:59.651" v="4086" actId="164"/>
          <ac:grpSpMkLst>
            <pc:docMk/>
            <pc:sldMk cId="934936709" sldId="300"/>
            <ac:grpSpMk id="174" creationId="{B9DC1996-927E-4530-96E9-01551B522E8C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75" creationId="{4B2D7FCE-C6CE-4C90-BCBB-D95370CAE168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76" creationId="{CCFF5930-5924-45DB-B088-E9CA7400E20A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77" creationId="{B5B1EAF8-FD49-4C50-B4B9-39352A247C88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78" creationId="{CB805FFC-DB7B-4157-895E-0B06DD010276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79" creationId="{06457DEF-9C5A-498F-AD7A-3046E3442416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80" creationId="{E89969E7-55AA-427C-AC69-1D0DEAAF4B13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81" creationId="{6643E7D4-29D3-45F8-A46F-CD1A4BF20A9A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82" creationId="{2CDC90EC-BA55-42BA-980A-A9570C9E2674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83" creationId="{424FF146-8277-44C8-90C5-2041C72B0E72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84" creationId="{6389D8E2-2A98-4DDC-AF5A-A323D6874482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85" creationId="{5203CEDD-8C89-402F-B495-15B7620BC272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86" creationId="{7A5F2078-5943-4048-867E-D9D794668BA1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87" creationId="{77E2600E-79DD-438A-BCA7-D98C3564CAF5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88" creationId="{AF39F27C-FA4D-49DE-8B1A-CF465A941E10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89" creationId="{FC460D6C-700B-44F1-9116-7190D3DDC844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90" creationId="{A6034E04-A862-4A4B-A536-9B1410BB774D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91" creationId="{145EB6DF-85F7-4A52-9AEE-CCCABF883D5B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92" creationId="{E6455E99-06B6-4C86-8A99-6D4E713E572F}"/>
          </ac:grpSpMkLst>
        </pc:grpChg>
        <pc:grpChg chg="mod">
          <ac:chgData name="沛溪 中村" userId="4b6ad4d7a42030dd" providerId="LiveId" clId="{B9F9AE90-CAA5-45CE-B33A-9388F3B08ED2}" dt="2026-02-03T10:23:08.281" v="4066"/>
          <ac:grpSpMkLst>
            <pc:docMk/>
            <pc:sldMk cId="934936709" sldId="300"/>
            <ac:grpSpMk id="193" creationId="{A945C6F7-BC8D-4280-8458-8D2442FBEE40}"/>
          </ac:grpSpMkLst>
        </pc:grpChg>
        <pc:grpChg chg="add mod">
          <ac:chgData name="沛溪 中村" userId="4b6ad4d7a42030dd" providerId="LiveId" clId="{B9F9AE90-CAA5-45CE-B33A-9388F3B08ED2}" dt="2026-02-03T10:23:59.651" v="4086" actId="164"/>
          <ac:grpSpMkLst>
            <pc:docMk/>
            <pc:sldMk cId="934936709" sldId="300"/>
            <ac:grpSpMk id="232" creationId="{E7D291AA-041D-45D4-9AFB-4F1B3958F5E3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33" creationId="{2A479878-C57B-4231-8AE0-C49078BEE15F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34" creationId="{3875CDED-DE12-48B6-BA4C-7E06759D2DAA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35" creationId="{04C4430F-22EB-4ABC-9C11-04D4061DADE0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36" creationId="{CAB11DC9-9500-47A7-AA74-ABA0FF965E33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37" creationId="{A89F9B67-095E-4148-8AEB-9E326B45BC9B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38" creationId="{4C4B436C-2E69-4FED-B77C-2DEC275AD5CF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39" creationId="{306F95D7-344D-497A-AD8C-EDCC86282DF2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40" creationId="{2B4458E8-8EC3-4857-BB00-DAEA67BF5D4A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41" creationId="{AEAE2E97-F320-44DD-9271-B13016312F4B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42" creationId="{681FA839-7FEE-4439-8DE8-50918B40DB28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43" creationId="{BE09E78A-E3B0-4D4F-A039-4880927717A5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44" creationId="{25D2BE78-898F-4F28-B726-89D5349EFA57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45" creationId="{09AD5C90-018B-4B34-92AC-9826A8969992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46" creationId="{8FC2AC31-258A-4211-B960-ECF088CBA5B5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47" creationId="{DCA0D3DC-A6EE-445A-8CB3-412AE5D45F5A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48" creationId="{905CDB09-A4B7-4F8E-B98A-0BF29CFE542A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49" creationId="{8F18176E-D431-4365-B6F3-7D6E5BF02E61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50" creationId="{86695A1F-0423-4E23-B6F0-5252BCE82761}"/>
          </ac:grpSpMkLst>
        </pc:grpChg>
        <pc:grpChg chg="mod">
          <ac:chgData name="沛溪 中村" userId="4b6ad4d7a42030dd" providerId="LiveId" clId="{B9F9AE90-CAA5-45CE-B33A-9388F3B08ED2}" dt="2026-02-03T10:23:08.446" v="4067"/>
          <ac:grpSpMkLst>
            <pc:docMk/>
            <pc:sldMk cId="934936709" sldId="300"/>
            <ac:grpSpMk id="251" creationId="{4E6829CF-89E6-4FD7-909F-17A1B0F99E8A}"/>
          </ac:grpSpMkLst>
        </pc:grpChg>
        <pc:grpChg chg="add mod">
          <ac:chgData name="沛溪 中村" userId="4b6ad4d7a42030dd" providerId="LiveId" clId="{B9F9AE90-CAA5-45CE-B33A-9388F3B08ED2}" dt="2026-02-03T10:23:59.651" v="4086" actId="164"/>
          <ac:grpSpMkLst>
            <pc:docMk/>
            <pc:sldMk cId="934936709" sldId="300"/>
            <ac:grpSpMk id="290" creationId="{87C49A72-7BA3-4B1A-96D3-F6A16151DA7C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291" creationId="{0622DF9F-9BD9-4904-ABD4-89BBB24AD72A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292" creationId="{6BA09FC7-2015-444C-94E3-5C777C0D8588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293" creationId="{6D1B4FB6-E294-48D6-8BA6-E8EADC4B61E0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294" creationId="{29F5AEBB-AA88-475F-AB43-D7D623568A6D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295" creationId="{3AB21983-D0EF-4572-A386-A4CC5C9C394D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296" creationId="{AB27D471-BB94-444A-9BDC-21432587BAEF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297" creationId="{DD76C8DF-D747-4D0C-838F-C4304C7AF574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298" creationId="{88381EC3-98F0-435E-AEDB-AE68A78EB0EE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299" creationId="{1AC75566-6C79-49F1-A6D9-CBB4F9E33B4E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300" creationId="{B0897F58-748D-401C-BC12-B6F5D9C5C90A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301" creationId="{1E92B173-10EA-4D06-9A0B-40A117E66672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302" creationId="{0B0A3702-0E9A-4475-9C85-BDAADA542ABC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303" creationId="{01B25CBB-5A31-4FFA-9311-44F7C189B8DD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304" creationId="{B4A8F17E-D0FD-4C9A-AF8B-408C8BB57130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305" creationId="{C8A53075-58D3-483F-9528-1C663C54F8C3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306" creationId="{4943508B-37A9-4D43-971A-448F5B9CFC5F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307" creationId="{B3A4B808-6E04-400E-85D2-8AEF7F50BF5C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308" creationId="{85F53F5D-2F61-4BE7-82F8-629F7756FAC5}"/>
          </ac:grpSpMkLst>
        </pc:grpChg>
        <pc:grpChg chg="mod">
          <ac:chgData name="沛溪 中村" userId="4b6ad4d7a42030dd" providerId="LiveId" clId="{B9F9AE90-CAA5-45CE-B33A-9388F3B08ED2}" dt="2026-02-03T10:23:08.604" v="4068"/>
          <ac:grpSpMkLst>
            <pc:docMk/>
            <pc:sldMk cId="934936709" sldId="300"/>
            <ac:grpSpMk id="309" creationId="{277C3CCA-BDDC-4023-87BF-A4C9AAFF371E}"/>
          </ac:grpSpMkLst>
        </pc:grpChg>
        <pc:grpChg chg="add mod">
          <ac:chgData name="沛溪 中村" userId="4b6ad4d7a42030dd" providerId="LiveId" clId="{B9F9AE90-CAA5-45CE-B33A-9388F3B08ED2}" dt="2026-02-03T10:23:59.651" v="4086" actId="164"/>
          <ac:grpSpMkLst>
            <pc:docMk/>
            <pc:sldMk cId="934936709" sldId="300"/>
            <ac:grpSpMk id="348" creationId="{AD6C8FC5-7382-44F3-9515-906DF6F8E108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49" creationId="{3E11207F-7EF5-453F-85AA-91AB257ACA1E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50" creationId="{8B9D4F6D-DF62-424F-A98E-7EBB7E25229C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51" creationId="{2CC2E902-4A0A-4960-AAD4-C1CDE1651A64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52" creationId="{E1A6E65B-789B-463E-A13C-206889F29DA4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53" creationId="{0E7DBA40-66D1-4F30-B9EC-B18E0FAE6730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54" creationId="{D2870FB7-8A65-4B77-BD38-6CF377884994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55" creationId="{17D28AE7-CF9F-4B84-A202-CED659C78399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56" creationId="{5B041288-A79B-4744-B8CF-CFD9DEC9765D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57" creationId="{59AD0E9F-BA84-4E60-AF13-39BEC933C80A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58" creationId="{FB6FCCB4-FADC-4CFA-8DAE-9170BCCF6805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59" creationId="{D2F83694-45F6-4AA9-8415-49B2B2688B9A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60" creationId="{3B09CEF3-8362-45FA-A162-699A16F65DCB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61" creationId="{9B585A1B-5565-435E-B87A-5D120DA421B0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62" creationId="{C3D94783-1885-45E3-8444-84FF62B6BF8B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63" creationId="{49C0233A-A62E-4EA2-82EF-4552C420A5FF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64" creationId="{8F2AE870-9F25-43DA-9508-69C41182C72A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65" creationId="{50A3ED06-31DB-454E-AAFA-B426A3DC6638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66" creationId="{39F82713-704A-4A41-8F8B-D3BAF0209F8F}"/>
          </ac:grpSpMkLst>
        </pc:grpChg>
        <pc:grpChg chg="mod">
          <ac:chgData name="沛溪 中村" userId="4b6ad4d7a42030dd" providerId="LiveId" clId="{B9F9AE90-CAA5-45CE-B33A-9388F3B08ED2}" dt="2026-02-03T10:23:08.776" v="4069"/>
          <ac:grpSpMkLst>
            <pc:docMk/>
            <pc:sldMk cId="934936709" sldId="300"/>
            <ac:grpSpMk id="367" creationId="{1F04E45E-487C-4D8C-A403-DC4A8C434DAD}"/>
          </ac:grpSpMkLst>
        </pc:grpChg>
        <pc:grpChg chg="add mod">
          <ac:chgData name="沛溪 中村" userId="4b6ad4d7a42030dd" providerId="LiveId" clId="{B9F9AE90-CAA5-45CE-B33A-9388F3B08ED2}" dt="2026-02-03T10:23:59.651" v="4086" actId="164"/>
          <ac:grpSpMkLst>
            <pc:docMk/>
            <pc:sldMk cId="934936709" sldId="300"/>
            <ac:grpSpMk id="406" creationId="{7FF8E7E0-D266-4AEF-9E4F-D58B95CBFE40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07" creationId="{18085729-D867-46A6-A380-D259A39C25A5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08" creationId="{1FCC5C93-CC4F-4464-9667-7900FD8759D8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09" creationId="{06949362-DA91-4B9A-A893-AF54E1D1E34F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10" creationId="{0107B853-1469-4922-8C60-1C7703B15784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11" creationId="{25676C73-3D5A-4F59-933D-6F527177D204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12" creationId="{8ACA7E29-6261-4FF9-8AF9-877895CC3F40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13" creationId="{59E6B71E-D9B2-4268-8DC2-40806C9EA703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14" creationId="{FF9FF09B-B452-46A3-A49C-291CC7DF0A0F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15" creationId="{A6FCC685-168B-49E2-9910-F6AD3F7F7B3C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16" creationId="{B2180F79-2694-44C6-9409-17AFEDCD5330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17" creationId="{79F99664-53B0-4D01-9C07-8B5EDB60F165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18" creationId="{70BF404A-DB7A-4C0A-ABF2-ACA849AA8C10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19" creationId="{792C71F2-01B0-4BC0-8AC6-1057F1B4B504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20" creationId="{87F1539A-09D4-4715-B0EF-9D3C25E4D7DE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21" creationId="{14EFA27F-A6DF-4629-BFE8-C793A6169A56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22" creationId="{EC4E5723-0123-484B-AF76-8BD65CF904E0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23" creationId="{554530C5-207A-41A7-9E0E-44542902A66C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24" creationId="{EF1AE89E-E609-4BAF-8D2A-CA26A209415E}"/>
          </ac:grpSpMkLst>
        </pc:grpChg>
        <pc:grpChg chg="mod">
          <ac:chgData name="沛溪 中村" userId="4b6ad4d7a42030dd" providerId="LiveId" clId="{B9F9AE90-CAA5-45CE-B33A-9388F3B08ED2}" dt="2026-02-03T10:23:08.938" v="4070"/>
          <ac:grpSpMkLst>
            <pc:docMk/>
            <pc:sldMk cId="934936709" sldId="300"/>
            <ac:grpSpMk id="425" creationId="{C6077987-7BC6-474F-89E6-51A26ECFEBAC}"/>
          </ac:grpSpMkLst>
        </pc:grpChg>
        <pc:grpChg chg="add mod">
          <ac:chgData name="沛溪 中村" userId="4b6ad4d7a42030dd" providerId="LiveId" clId="{B9F9AE90-CAA5-45CE-B33A-9388F3B08ED2}" dt="2026-02-03T10:23:59.651" v="4086" actId="164"/>
          <ac:grpSpMkLst>
            <pc:docMk/>
            <pc:sldMk cId="934936709" sldId="300"/>
            <ac:grpSpMk id="464" creationId="{5398766B-7183-4DDE-B948-18C6FEE194B9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65" creationId="{CAC1FC92-C62D-449E-912F-27F716EF5E0C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66" creationId="{6A947999-3AAA-46B2-A614-908E84B90991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67" creationId="{E21A8DE1-6F61-485C-AF20-BF2B1D05BAE9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68" creationId="{88410067-AB98-4C0C-B0D5-B56705103731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69" creationId="{2E99B55C-C7FE-4C0F-8840-DD85A1689105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70" creationId="{DCCC207A-3E92-4FC3-BE5B-B050111BB448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71" creationId="{2C8EADED-102F-4C7F-A3EF-6A29CED82B2E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72" creationId="{A1718B87-DD94-435B-9C6C-39C11752F7E7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73" creationId="{EEB8EA80-09EE-4ECC-900C-ADA6E8825F84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74" creationId="{28285334-65B6-41E2-A752-A09A2F3FA34F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75" creationId="{A19928B9-0ED3-41F5-9781-2B1BE2EADEAD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76" creationId="{6821E645-E8C2-4607-B8C5-04A936987F08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77" creationId="{3D2D0E02-3E55-4489-BEB0-C48F7B5A3805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78" creationId="{4DABEEDB-37C5-42E5-B9A3-4EFDEEB782CD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79" creationId="{37CF6854-403B-427F-8941-4C5B9D8C6F88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80" creationId="{037CD3DA-0EDE-4391-B828-E27446788EA8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81" creationId="{2D90F5D7-EAAC-47C4-8C08-5A9CCB4A010A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82" creationId="{BCC591CA-6FC2-4DCC-B363-817111151219}"/>
          </ac:grpSpMkLst>
        </pc:grpChg>
        <pc:grpChg chg="mod">
          <ac:chgData name="沛溪 中村" userId="4b6ad4d7a42030dd" providerId="LiveId" clId="{B9F9AE90-CAA5-45CE-B33A-9388F3B08ED2}" dt="2026-02-03T10:23:09.107" v="4071"/>
          <ac:grpSpMkLst>
            <pc:docMk/>
            <pc:sldMk cId="934936709" sldId="300"/>
            <ac:grpSpMk id="483" creationId="{FC7B32B1-4CBE-4678-86EE-84CB001E25A7}"/>
          </ac:grpSpMkLst>
        </pc:grpChg>
        <pc:grpChg chg="add mod">
          <ac:chgData name="沛溪 中村" userId="4b6ad4d7a42030dd" providerId="LiveId" clId="{B9F9AE90-CAA5-45CE-B33A-9388F3B08ED2}" dt="2026-02-03T10:23:59.651" v="4086" actId="164"/>
          <ac:grpSpMkLst>
            <pc:docMk/>
            <pc:sldMk cId="934936709" sldId="300"/>
            <ac:grpSpMk id="522" creationId="{F69DA8E9-4ACD-4599-8B01-0A4C890C937D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23" creationId="{D22B4F65-8A99-45B5-A1D4-FD163F1DF8DE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24" creationId="{360ED0CF-87FB-4791-86EA-9756A93280D1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25" creationId="{BAD2EC55-F9F7-4DD7-ABC3-DEC5360D0E02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26" creationId="{4FC9AD79-45CD-4267-A9F2-76C3BC3383D9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27" creationId="{39C6E2F3-FDC9-414C-A314-D4BE1EE213CD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28" creationId="{A3A415E5-8BFB-423C-B17C-BB1E0820F8C0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29" creationId="{4E2CE923-8A6B-4486-A8CF-7922B0D91E8F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30" creationId="{60E14FDC-F2D0-4DA1-8762-9EAA28DA9505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31" creationId="{F6CB2C66-870C-431C-8BBE-DE3AB026383F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32" creationId="{61F0FB39-69CF-4C7A-86FF-4B7923021649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33" creationId="{D2FC1A0D-DFFA-4F4C-8F7E-491DB6D81EAD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34" creationId="{20987BA9-1864-46EF-9DE2-1187F1FF6465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35" creationId="{D4CFD052-7C29-4987-A396-C1AC27A61C3E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36" creationId="{491843CF-BF42-4459-A614-1A4413E62AE0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37" creationId="{4FC03248-6A7F-4969-9184-186139439C33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38" creationId="{2C14D9EB-77BC-41FD-8457-DA16DEE2C7AA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39" creationId="{2D18AC30-4AA0-4109-B2D4-A6D08439D87D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40" creationId="{DF7D05C4-6104-4E39-911D-B0867987FC82}"/>
          </ac:grpSpMkLst>
        </pc:grpChg>
        <pc:grpChg chg="mod">
          <ac:chgData name="沛溪 中村" userId="4b6ad4d7a42030dd" providerId="LiveId" clId="{B9F9AE90-CAA5-45CE-B33A-9388F3B08ED2}" dt="2026-02-03T10:23:09.282" v="4072"/>
          <ac:grpSpMkLst>
            <pc:docMk/>
            <pc:sldMk cId="934936709" sldId="300"/>
            <ac:grpSpMk id="541" creationId="{59F39F0F-610A-4BA5-B602-E976E881E5EA}"/>
          </ac:grpSpMkLst>
        </pc:grpChg>
        <pc:grpChg chg="add mod">
          <ac:chgData name="沛溪 中村" userId="4b6ad4d7a42030dd" providerId="LiveId" clId="{B9F9AE90-CAA5-45CE-B33A-9388F3B08ED2}" dt="2026-02-03T10:23:59.651" v="4086" actId="164"/>
          <ac:grpSpMkLst>
            <pc:docMk/>
            <pc:sldMk cId="934936709" sldId="300"/>
            <ac:grpSpMk id="580" creationId="{1C4D70CB-4C40-47C9-BD57-3EEC780827FF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81" creationId="{547BC5CD-F1AD-476C-B18D-65425333531E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82" creationId="{2116C864-DA22-4B02-A474-3FA4F559FAAD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83" creationId="{52EE2B9B-80BB-4F28-B856-313A2C3BE1EE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84" creationId="{76FFEF14-97A0-4081-B3FA-7D899A06296A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85" creationId="{2ED3E81C-DFD5-4CB1-824F-FD293D1BF689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86" creationId="{4B75AA4C-14AE-499B-AC19-68A4049DE6DC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87" creationId="{C42C76ED-A98A-4203-88A5-C3C74E8D9E8B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88" creationId="{49FACA4D-145C-4A77-BB79-50376F73FAAF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89" creationId="{A3B3739D-D125-4FF8-B60F-31014982D2EE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90" creationId="{F81EF2B5-7347-4210-AE99-97EA6C7626FE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91" creationId="{E2A6CD77-EEC5-4C50-8461-6E15957143BD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92" creationId="{BC2883D4-EE15-42E9-96D0-0ACD46D89A9D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93" creationId="{E08FC208-52A4-4249-B984-53977B7C29A6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94" creationId="{D5CC4968-5029-49B4-BFA4-FAE905AED3C3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95" creationId="{0E3226F7-227F-4944-A5BB-F0B69B908C7E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96" creationId="{C0D66D17-0CD7-40C3-8EE1-B678E0AEF6C4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97" creationId="{C6E70D47-CDCE-48E4-9E4A-3111F9A87405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98" creationId="{86EE4A02-DC2C-4B7C-8B2A-3943591D83C1}"/>
          </ac:grpSpMkLst>
        </pc:grpChg>
        <pc:grpChg chg="mod">
          <ac:chgData name="沛溪 中村" userId="4b6ad4d7a42030dd" providerId="LiveId" clId="{B9F9AE90-CAA5-45CE-B33A-9388F3B08ED2}" dt="2026-02-03T10:23:09.452" v="4073"/>
          <ac:grpSpMkLst>
            <pc:docMk/>
            <pc:sldMk cId="934936709" sldId="300"/>
            <ac:grpSpMk id="599" creationId="{41300FCF-02C3-41FA-AE15-382B09B16398}"/>
          </ac:grpSpMkLst>
        </pc:grpChg>
        <pc:grpChg chg="add mod">
          <ac:chgData name="沛溪 中村" userId="4b6ad4d7a42030dd" providerId="LiveId" clId="{B9F9AE90-CAA5-45CE-B33A-9388F3B08ED2}" dt="2026-02-03T10:23:59.651" v="4086" actId="164"/>
          <ac:grpSpMkLst>
            <pc:docMk/>
            <pc:sldMk cId="934936709" sldId="300"/>
            <ac:grpSpMk id="638" creationId="{98666BB7-A428-43B3-BC78-A87EE62D7EDD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39" creationId="{0E07DE57-2DAA-4FBF-AF20-86779385FB72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40" creationId="{1C72006B-0E51-4F40-9A4B-6C227465C5AE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41" creationId="{8A206228-C429-4FCA-8684-37736FF3A8F3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42" creationId="{4340E0F2-BE58-4961-9B04-B6DAEBF7B84A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43" creationId="{F9566932-E94D-4935-BD61-DFC8D8B72144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44" creationId="{5DD85BA1-C705-4FD9-BACA-298192C1EDDE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45" creationId="{D21971E6-B9BD-4AE8-9C17-B3B2C600E336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46" creationId="{8E2042F9-5417-4699-BAA8-AB3ED55FA473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47" creationId="{B7A2EDA5-CE8B-479B-B6B0-0A0386052DCF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48" creationId="{F0B2DBD5-034E-4FB3-9D86-92DDB206CA92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49" creationId="{32E803EE-50C6-4626-8604-C16B8B20A9F5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50" creationId="{8338D0C6-E6D6-4852-8BD5-810AE06EA5E3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51" creationId="{AA02C42F-BC61-4891-8621-4DC5A84CDE97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52" creationId="{532878A2-901C-460E-ACEF-8250A0351AE1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53" creationId="{1E4D0F1B-B230-494D-B25B-A638F0B07134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54" creationId="{4B2CE480-9E20-462E-B0F8-844AEA91CD00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55" creationId="{8A4903A4-A745-46A7-85EB-9AFCAC6EE8FC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56" creationId="{F45F366F-F232-43C6-AE3E-544DC5E23103}"/>
          </ac:grpSpMkLst>
        </pc:grpChg>
        <pc:grpChg chg="mod">
          <ac:chgData name="沛溪 中村" userId="4b6ad4d7a42030dd" providerId="LiveId" clId="{B9F9AE90-CAA5-45CE-B33A-9388F3B08ED2}" dt="2026-02-03T10:23:09.640" v="4074"/>
          <ac:grpSpMkLst>
            <pc:docMk/>
            <pc:sldMk cId="934936709" sldId="300"/>
            <ac:grpSpMk id="657" creationId="{DC58DB51-9522-4309-8EFE-E2B136AF1E53}"/>
          </ac:grpSpMkLst>
        </pc:grpChg>
        <pc:grpChg chg="add mod">
          <ac:chgData name="沛溪 中村" userId="4b6ad4d7a42030dd" providerId="LiveId" clId="{B9F9AE90-CAA5-45CE-B33A-9388F3B08ED2}" dt="2026-02-03T10:23:59.651" v="4086" actId="164"/>
          <ac:grpSpMkLst>
            <pc:docMk/>
            <pc:sldMk cId="934936709" sldId="300"/>
            <ac:grpSpMk id="696" creationId="{D6EE9660-0589-4C36-B5D2-F05A602A046B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697" creationId="{AF6BEEDB-8C21-4C65-92B2-1D70395BEDA1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698" creationId="{B0A9605B-6CAD-4440-897E-1CA5EFE1D2D7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699" creationId="{58B24B8F-528C-487E-B182-89139612447D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700" creationId="{F95DD4CC-94A7-487C-AD97-6938344DC854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701" creationId="{4B9A180A-2232-426C-AD63-E37B18E441DA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702" creationId="{474949D9-A4E2-40A2-8AA5-78CA96B9A534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703" creationId="{81A3BD76-186A-43CD-96ED-F8B8DE285EAE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704" creationId="{892F5736-34FD-4014-BF3D-847C559133A7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705" creationId="{48BF9572-092B-48D4-8894-3AEBC0902B4B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706" creationId="{3B979C61-F91E-4305-B1FE-EAED3EAEB7CE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707" creationId="{E0EFA729-D4DC-470D-AD33-015F7E10B94C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708" creationId="{F325F1DD-CB04-43F5-ACD7-561ACABD67DB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709" creationId="{90C30AFE-3E07-4567-B7BC-6968F3C99402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710" creationId="{7599D67D-C74F-4574-BC02-9E575EB86235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711" creationId="{1EAAF724-1A06-4FB9-9257-EBFB4CE6BBC3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712" creationId="{320C2B5E-2C1C-4D3A-B26A-BC175424088A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713" creationId="{36CBEB66-A407-47AE-89CB-42F9EB4EFCBC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714" creationId="{1AD7B653-0980-49E2-A878-8A463C13F369}"/>
          </ac:grpSpMkLst>
        </pc:grpChg>
        <pc:grpChg chg="mod">
          <ac:chgData name="沛溪 中村" userId="4b6ad4d7a42030dd" providerId="LiveId" clId="{B9F9AE90-CAA5-45CE-B33A-9388F3B08ED2}" dt="2026-02-03T10:23:09.814" v="4075"/>
          <ac:grpSpMkLst>
            <pc:docMk/>
            <pc:sldMk cId="934936709" sldId="300"/>
            <ac:grpSpMk id="715" creationId="{2127D322-41F2-49AC-BD7D-F86C7689AA6C}"/>
          </ac:grpSpMkLst>
        </pc:grpChg>
        <pc:grpChg chg="add mod">
          <ac:chgData name="沛溪 中村" userId="4b6ad4d7a42030dd" providerId="LiveId" clId="{B9F9AE90-CAA5-45CE-B33A-9388F3B08ED2}" dt="2026-02-03T10:23:59.651" v="4086" actId="164"/>
          <ac:grpSpMkLst>
            <pc:docMk/>
            <pc:sldMk cId="934936709" sldId="300"/>
            <ac:grpSpMk id="754" creationId="{C6657AEC-BFEE-4A40-A9A1-AD06216F1B61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55" creationId="{F88FF462-05C4-4327-8389-807EA64B1640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56" creationId="{652C58F1-4DF9-4AF7-A445-9AB74D6892B3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57" creationId="{2388F393-9355-4F9D-B768-C55289C1DFF2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58" creationId="{2B1B3A0E-8AA1-41A3-A66D-890896D2CCFA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59" creationId="{063AB788-9398-41D3-9EDF-9207955539AE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60" creationId="{43D05252-35BB-4F20-BD61-CC892B6E9CAA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61" creationId="{988118BB-5C8B-4A48-B94E-83AA06F5EE4C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62" creationId="{E122F585-4166-452B-8DD7-525D66C541A2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63" creationId="{7B7824B8-A028-4A82-B018-E1E0887EE119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64" creationId="{68D8CD75-E466-4491-BCBD-68936F37DF43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65" creationId="{E1827B37-25B1-4F7A-86A2-D8B02051A2AB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66" creationId="{8AC9A6E5-6A35-45CC-ABD3-8B1B8A4E533E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67" creationId="{1B2FCCE4-162D-4965-84AE-D456154686A7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68" creationId="{40A414E4-08F3-4C1A-8539-11C5E8144F5D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69" creationId="{3B7726FD-8D3F-436B-9AED-E823FEC562CC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70" creationId="{76C4A379-08F1-4330-8057-EEBB81FC51AB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71" creationId="{58D65ED0-2B63-49FD-B555-46A3407D2153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72" creationId="{E80085F5-2DE8-44DC-931A-E3D1379EC54F}"/>
          </ac:grpSpMkLst>
        </pc:grpChg>
        <pc:grpChg chg="mod">
          <ac:chgData name="沛溪 中村" userId="4b6ad4d7a42030dd" providerId="LiveId" clId="{B9F9AE90-CAA5-45CE-B33A-9388F3B08ED2}" dt="2026-02-03T10:23:09.982" v="4076"/>
          <ac:grpSpMkLst>
            <pc:docMk/>
            <pc:sldMk cId="934936709" sldId="300"/>
            <ac:grpSpMk id="773" creationId="{BC6BA3D3-80AD-4F98-9598-CD1AB4140301}"/>
          </ac:grpSpMkLst>
        </pc:grpChg>
        <pc:grpChg chg="add mod">
          <ac:chgData name="沛溪 中村" userId="4b6ad4d7a42030dd" providerId="LiveId" clId="{B9F9AE90-CAA5-45CE-B33A-9388F3B08ED2}" dt="2026-02-03T10:23:59.651" v="4086" actId="164"/>
          <ac:grpSpMkLst>
            <pc:docMk/>
            <pc:sldMk cId="934936709" sldId="300"/>
            <ac:grpSpMk id="816" creationId="{CD14EA29-B6EB-411A-9AD4-07F1C362AAAA}"/>
          </ac:grpSpMkLst>
        </pc:grpChg>
        <pc:grpChg chg="add mod">
          <ac:chgData name="沛溪 中村" userId="4b6ad4d7a42030dd" providerId="LiveId" clId="{B9F9AE90-CAA5-45CE-B33A-9388F3B08ED2}" dt="2026-02-03T10:25:48.049" v="4141" actId="14100"/>
          <ac:grpSpMkLst>
            <pc:docMk/>
            <pc:sldMk cId="934936709" sldId="300"/>
            <ac:grpSpMk id="818" creationId="{0A71E84D-77F6-4AAD-9D0A-D06AE0C80B5C}"/>
          </ac:grpSpMkLst>
        </pc:grpChg>
        <pc:grpChg chg="add mod">
          <ac:chgData name="沛溪 中村" userId="4b6ad4d7a42030dd" providerId="LiveId" clId="{B9F9AE90-CAA5-45CE-B33A-9388F3B08ED2}" dt="2026-02-03T10:26:03.463" v="4143" actId="1076"/>
          <ac:grpSpMkLst>
            <pc:docMk/>
            <pc:sldMk cId="934936709" sldId="300"/>
            <ac:grpSpMk id="819" creationId="{7EC0B812-9203-4ACC-A558-17AF4C9F264B}"/>
          </ac:grpSpMkLst>
        </pc:grpChg>
        <pc:cxnChg chg="add mod">
          <ac:chgData name="沛溪 中村" userId="4b6ad4d7a42030dd" providerId="LiveId" clId="{B9F9AE90-CAA5-45CE-B33A-9388F3B08ED2}" dt="2026-02-03T10:15:54.333" v="3887" actId="164"/>
          <ac:cxnSpMkLst>
            <pc:docMk/>
            <pc:sldMk cId="934936709" sldId="300"/>
            <ac:cxnSpMk id="14" creationId="{28D8F476-165E-49D4-8753-5A1561E14E4F}"/>
          </ac:cxnSpMkLst>
        </pc:cxnChg>
        <pc:cxnChg chg="mod">
          <ac:chgData name="沛溪 中村" userId="4b6ad4d7a42030dd" providerId="LiveId" clId="{B9F9AE90-CAA5-45CE-B33A-9388F3B08ED2}" dt="2026-02-03T10:15:54.937" v="3888"/>
          <ac:cxnSpMkLst>
            <pc:docMk/>
            <pc:sldMk cId="934936709" sldId="300"/>
            <ac:cxnSpMk id="21" creationId="{C71A6151-0CF6-40C4-9017-E1785621182D}"/>
          </ac:cxnSpMkLst>
        </pc:cxnChg>
        <pc:cxnChg chg="add mod topLvl">
          <ac:chgData name="沛溪 中村" userId="4b6ad4d7a42030dd" providerId="LiveId" clId="{B9F9AE90-CAA5-45CE-B33A-9388F3B08ED2}" dt="2026-02-03T10:21:03.640" v="3987" actId="692"/>
          <ac:cxnSpMkLst>
            <pc:docMk/>
            <pc:sldMk cId="934936709" sldId="300"/>
            <ac:cxnSpMk id="26" creationId="{BEF2A025-4969-4954-8AC4-A4C1390D60A8}"/>
          </ac:cxnSpMkLst>
        </pc:cxnChg>
        <pc:cxnChg chg="add del mod">
          <ac:chgData name="沛溪 中村" userId="4b6ad4d7a42030dd" providerId="LiveId" clId="{B9F9AE90-CAA5-45CE-B33A-9388F3B08ED2}" dt="2026-02-03T10:19:33.259" v="3925"/>
          <ac:cxnSpMkLst>
            <pc:docMk/>
            <pc:sldMk cId="934936709" sldId="300"/>
            <ac:cxnSpMk id="27" creationId="{5B964E81-E10F-490A-B420-B84187109068}"/>
          </ac:cxnSpMkLst>
        </pc:cxnChg>
        <pc:cxnChg chg="add del mod">
          <ac:chgData name="沛溪 中村" userId="4b6ad4d7a42030dd" providerId="LiveId" clId="{B9F9AE90-CAA5-45CE-B33A-9388F3B08ED2}" dt="2026-02-03T10:19:33.077" v="3924"/>
          <ac:cxnSpMkLst>
            <pc:docMk/>
            <pc:sldMk cId="934936709" sldId="300"/>
            <ac:cxnSpMk id="28" creationId="{BF807045-F493-4851-AC36-B514DF70F808}"/>
          </ac:cxnSpMkLst>
        </pc:cxnChg>
        <pc:cxnChg chg="add del mod">
          <ac:chgData name="沛溪 中村" userId="4b6ad4d7a42030dd" providerId="LiveId" clId="{B9F9AE90-CAA5-45CE-B33A-9388F3B08ED2}" dt="2026-02-03T10:19:32.899" v="3923"/>
          <ac:cxnSpMkLst>
            <pc:docMk/>
            <pc:sldMk cId="934936709" sldId="300"/>
            <ac:cxnSpMk id="29" creationId="{06756DBE-0ABF-469B-8A7B-42E81A835560}"/>
          </ac:cxnSpMkLst>
        </pc:cxnChg>
        <pc:cxnChg chg="add del mod">
          <ac:chgData name="沛溪 中村" userId="4b6ad4d7a42030dd" providerId="LiveId" clId="{B9F9AE90-CAA5-45CE-B33A-9388F3B08ED2}" dt="2026-02-03T10:19:32.711" v="3922"/>
          <ac:cxnSpMkLst>
            <pc:docMk/>
            <pc:sldMk cId="934936709" sldId="300"/>
            <ac:cxnSpMk id="30" creationId="{E7BEEEDF-939C-475E-877D-2018E3351232}"/>
          </ac:cxnSpMkLst>
        </pc:cxnChg>
        <pc:cxnChg chg="add del mod">
          <ac:chgData name="沛溪 中村" userId="4b6ad4d7a42030dd" providerId="LiveId" clId="{B9F9AE90-CAA5-45CE-B33A-9388F3B08ED2}" dt="2026-02-03T10:19:32.549" v="3921"/>
          <ac:cxnSpMkLst>
            <pc:docMk/>
            <pc:sldMk cId="934936709" sldId="300"/>
            <ac:cxnSpMk id="31" creationId="{6F4B62D9-D9B7-441E-BD03-A0FCD9B5B54C}"/>
          </ac:cxnSpMkLst>
        </pc:cxnChg>
        <pc:cxnChg chg="add del mod">
          <ac:chgData name="沛溪 中村" userId="4b6ad4d7a42030dd" providerId="LiveId" clId="{B9F9AE90-CAA5-45CE-B33A-9388F3B08ED2}" dt="2026-02-03T10:19:32.367" v="3920"/>
          <ac:cxnSpMkLst>
            <pc:docMk/>
            <pc:sldMk cId="934936709" sldId="300"/>
            <ac:cxnSpMk id="32" creationId="{B8A32E67-6378-4B6E-97C4-6D5F22817C8A}"/>
          </ac:cxnSpMkLst>
        </pc:cxnChg>
        <pc:cxnChg chg="add del mod">
          <ac:chgData name="沛溪 中村" userId="4b6ad4d7a42030dd" providerId="LiveId" clId="{B9F9AE90-CAA5-45CE-B33A-9388F3B08ED2}" dt="2026-02-03T10:19:32.192" v="3919"/>
          <ac:cxnSpMkLst>
            <pc:docMk/>
            <pc:sldMk cId="934936709" sldId="300"/>
            <ac:cxnSpMk id="33" creationId="{7ACD147A-DC04-4395-8357-875C530C134E}"/>
          </ac:cxnSpMkLst>
        </pc:cxnChg>
        <pc:cxnChg chg="add del mod">
          <ac:chgData name="沛溪 中村" userId="4b6ad4d7a42030dd" providerId="LiveId" clId="{B9F9AE90-CAA5-45CE-B33A-9388F3B08ED2}" dt="2026-02-03T10:19:32.027" v="3918"/>
          <ac:cxnSpMkLst>
            <pc:docMk/>
            <pc:sldMk cId="934936709" sldId="300"/>
            <ac:cxnSpMk id="34" creationId="{D939C7AA-A542-4AAD-A586-4F8BF7DACCB7}"/>
          </ac:cxnSpMkLst>
        </pc:cxnChg>
        <pc:cxnChg chg="add del mod">
          <ac:chgData name="沛溪 中村" userId="4b6ad4d7a42030dd" providerId="LiveId" clId="{B9F9AE90-CAA5-45CE-B33A-9388F3B08ED2}" dt="2026-02-03T10:19:31.866" v="3917"/>
          <ac:cxnSpMkLst>
            <pc:docMk/>
            <pc:sldMk cId="934936709" sldId="300"/>
            <ac:cxnSpMk id="35" creationId="{08E799B7-24EE-44AA-B951-A241E8F71B1F}"/>
          </ac:cxnSpMkLst>
        </pc:cxnChg>
        <pc:cxnChg chg="add del mod">
          <ac:chgData name="沛溪 中村" userId="4b6ad4d7a42030dd" providerId="LiveId" clId="{B9F9AE90-CAA5-45CE-B33A-9388F3B08ED2}" dt="2026-02-03T10:19:31.696" v="3916"/>
          <ac:cxnSpMkLst>
            <pc:docMk/>
            <pc:sldMk cId="934936709" sldId="300"/>
            <ac:cxnSpMk id="36" creationId="{AEF759D5-78E4-4FA5-BF58-7D15DFE3B885}"/>
          </ac:cxnSpMkLst>
        </pc:cxnChg>
        <pc:cxnChg chg="add del mod">
          <ac:chgData name="沛溪 中村" userId="4b6ad4d7a42030dd" providerId="LiveId" clId="{B9F9AE90-CAA5-45CE-B33A-9388F3B08ED2}" dt="2026-02-03T10:19:31.526" v="3915"/>
          <ac:cxnSpMkLst>
            <pc:docMk/>
            <pc:sldMk cId="934936709" sldId="300"/>
            <ac:cxnSpMk id="37" creationId="{EDAF9A20-A333-4CF0-AE25-7C31EABA1B2F}"/>
          </ac:cxnSpMkLst>
        </pc:cxnChg>
        <pc:cxnChg chg="add del mod">
          <ac:chgData name="沛溪 中村" userId="4b6ad4d7a42030dd" providerId="LiveId" clId="{B9F9AE90-CAA5-45CE-B33A-9388F3B08ED2}" dt="2026-02-03T10:19:31.368" v="3914"/>
          <ac:cxnSpMkLst>
            <pc:docMk/>
            <pc:sldMk cId="934936709" sldId="300"/>
            <ac:cxnSpMk id="38" creationId="{B81CEFD0-3C64-4A77-983C-B27CDCB65952}"/>
          </ac:cxnSpMkLst>
        </pc:cxnChg>
        <pc:cxnChg chg="add del mod">
          <ac:chgData name="沛溪 中村" userId="4b6ad4d7a42030dd" providerId="LiveId" clId="{B9F9AE90-CAA5-45CE-B33A-9388F3B08ED2}" dt="2026-02-03T10:19:31.176" v="3913"/>
          <ac:cxnSpMkLst>
            <pc:docMk/>
            <pc:sldMk cId="934936709" sldId="300"/>
            <ac:cxnSpMk id="39" creationId="{9B772893-EF11-4ACE-BA67-CC703D330EF6}"/>
          </ac:cxnSpMkLst>
        </pc:cxnChg>
        <pc:cxnChg chg="add mod topLvl">
          <ac:chgData name="沛溪 中村" userId="4b6ad4d7a42030dd" providerId="LiveId" clId="{B9F9AE90-CAA5-45CE-B33A-9388F3B08ED2}" dt="2026-02-03T10:21:03.640" v="3987" actId="692"/>
          <ac:cxnSpMkLst>
            <pc:docMk/>
            <pc:sldMk cId="934936709" sldId="300"/>
            <ac:cxnSpMk id="41" creationId="{812840D3-FB02-4D73-ACDB-FB0D38EE6565}"/>
          </ac:cxnSpMkLst>
        </pc:cxnChg>
        <pc:cxnChg chg="add mod topLvl">
          <ac:chgData name="沛溪 中村" userId="4b6ad4d7a42030dd" providerId="LiveId" clId="{B9F9AE90-CAA5-45CE-B33A-9388F3B08ED2}" dt="2026-02-03T10:21:03.640" v="3987" actId="692"/>
          <ac:cxnSpMkLst>
            <pc:docMk/>
            <pc:sldMk cId="934936709" sldId="300"/>
            <ac:cxnSpMk id="42" creationId="{3E218459-DF58-4FC6-91A5-043D8C2BA3D5}"/>
          </ac:cxnSpMkLst>
        </pc:cxnChg>
        <pc:cxnChg chg="add mod topLvl">
          <ac:chgData name="沛溪 中村" userId="4b6ad4d7a42030dd" providerId="LiveId" clId="{B9F9AE90-CAA5-45CE-B33A-9388F3B08ED2}" dt="2026-02-03T10:21:03.640" v="3987" actId="692"/>
          <ac:cxnSpMkLst>
            <pc:docMk/>
            <pc:sldMk cId="934936709" sldId="300"/>
            <ac:cxnSpMk id="43" creationId="{44D14621-6CCF-4348-B23E-8329BB05A286}"/>
          </ac:cxnSpMkLst>
        </pc:cxnChg>
        <pc:cxnChg chg="add mod topLvl">
          <ac:chgData name="沛溪 中村" userId="4b6ad4d7a42030dd" providerId="LiveId" clId="{B9F9AE90-CAA5-45CE-B33A-9388F3B08ED2}" dt="2026-02-03T10:21:03.640" v="3987" actId="692"/>
          <ac:cxnSpMkLst>
            <pc:docMk/>
            <pc:sldMk cId="934936709" sldId="300"/>
            <ac:cxnSpMk id="44" creationId="{ACDD10A0-9ED5-4A9D-BD7A-DFA440618488}"/>
          </ac:cxnSpMkLst>
        </pc:cxnChg>
        <pc:cxnChg chg="add mod topLvl">
          <ac:chgData name="沛溪 中村" userId="4b6ad4d7a42030dd" providerId="LiveId" clId="{B9F9AE90-CAA5-45CE-B33A-9388F3B08ED2}" dt="2026-02-03T10:21:03.640" v="3987" actId="692"/>
          <ac:cxnSpMkLst>
            <pc:docMk/>
            <pc:sldMk cId="934936709" sldId="300"/>
            <ac:cxnSpMk id="45" creationId="{5CF1CD0A-CC55-4CD7-83C2-51E7D9500F3F}"/>
          </ac:cxnSpMkLst>
        </pc:cxnChg>
        <pc:cxnChg chg="add mod topLvl">
          <ac:chgData name="沛溪 中村" userId="4b6ad4d7a42030dd" providerId="LiveId" clId="{B9F9AE90-CAA5-45CE-B33A-9388F3B08ED2}" dt="2026-02-03T10:21:03.640" v="3987" actId="692"/>
          <ac:cxnSpMkLst>
            <pc:docMk/>
            <pc:sldMk cId="934936709" sldId="300"/>
            <ac:cxnSpMk id="46" creationId="{C06A20A0-96F2-4C7D-9C72-C18FA29D8DB9}"/>
          </ac:cxnSpMkLst>
        </pc:cxnChg>
        <pc:cxnChg chg="add mod topLvl">
          <ac:chgData name="沛溪 中村" userId="4b6ad4d7a42030dd" providerId="LiveId" clId="{B9F9AE90-CAA5-45CE-B33A-9388F3B08ED2}" dt="2026-02-03T10:21:03.640" v="3987" actId="692"/>
          <ac:cxnSpMkLst>
            <pc:docMk/>
            <pc:sldMk cId="934936709" sldId="300"/>
            <ac:cxnSpMk id="47" creationId="{25BC65DD-A8BD-49B3-874B-FE4CD7801161}"/>
          </ac:cxnSpMkLst>
        </pc:cxnChg>
        <pc:cxnChg chg="add mod topLvl">
          <ac:chgData name="沛溪 中村" userId="4b6ad4d7a42030dd" providerId="LiveId" clId="{B9F9AE90-CAA5-45CE-B33A-9388F3B08ED2}" dt="2026-02-03T10:21:03.640" v="3987" actId="692"/>
          <ac:cxnSpMkLst>
            <pc:docMk/>
            <pc:sldMk cId="934936709" sldId="300"/>
            <ac:cxnSpMk id="48" creationId="{710A831C-390F-4A73-9DB0-CEC099C9D557}"/>
          </ac:cxnSpMkLst>
        </pc:cxnChg>
        <pc:cxnChg chg="add mod topLvl">
          <ac:chgData name="沛溪 中村" userId="4b6ad4d7a42030dd" providerId="LiveId" clId="{B9F9AE90-CAA5-45CE-B33A-9388F3B08ED2}" dt="2026-02-03T10:21:03.640" v="3987" actId="692"/>
          <ac:cxnSpMkLst>
            <pc:docMk/>
            <pc:sldMk cId="934936709" sldId="300"/>
            <ac:cxnSpMk id="49" creationId="{D9D8257E-F17E-4D17-967B-12865036204E}"/>
          </ac:cxnSpMkLst>
        </pc:cxnChg>
        <pc:cxnChg chg="add mod topLvl">
          <ac:chgData name="沛溪 中村" userId="4b6ad4d7a42030dd" providerId="LiveId" clId="{B9F9AE90-CAA5-45CE-B33A-9388F3B08ED2}" dt="2026-02-03T10:21:03.640" v="3987" actId="692"/>
          <ac:cxnSpMkLst>
            <pc:docMk/>
            <pc:sldMk cId="934936709" sldId="300"/>
            <ac:cxnSpMk id="50" creationId="{31DEDF9F-3875-4DC2-99B7-535A66E75F03}"/>
          </ac:cxnSpMkLst>
        </pc:cxnChg>
        <pc:cxnChg chg="add 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54" creationId="{80A121C6-AE4C-48A0-BD4F-065C842A3661}"/>
          </ac:cxnSpMkLst>
        </pc:cxnChg>
        <pc:cxnChg chg="add 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55" creationId="{FAAE9B01-FB2E-4530-B1EA-70D5E67118BD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59" creationId="{0B813D5F-E070-47C2-9188-AE7F9734B5D1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60" creationId="{A965478A-37D6-43A2-B56C-08D29E39F982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62" creationId="{1259D7F1-371B-4E7D-BB4A-B9BE8424193B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63" creationId="{3ED38909-648C-45AA-A2ED-00E846156B6B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65" creationId="{8CD362D3-EB17-47DB-830B-48D89FEE22B2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66" creationId="{B93B5A34-4CA0-464E-A446-990B272FE959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68" creationId="{9C489DBF-5952-4E51-81ED-3A7A566D29EF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69" creationId="{B0E8490C-1765-488F-9996-21BA05F71A20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71" creationId="{EFD7705D-67EF-4C47-92F7-848CC688630F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72" creationId="{8AFAD4E0-1CF7-40C9-A56C-87B42E074268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74" creationId="{8E325B02-56B2-4E4C-9EBE-1A628DF01394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75" creationId="{9980BFE5-828A-42D7-BF31-22D2E8135FF3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77" creationId="{B8898B4F-C377-4F5F-B390-46958C88DD40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78" creationId="{71CB0C8F-C006-4745-8208-748383F61BF9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80" creationId="{2ADAB882-6042-4320-93C3-78AF18C81364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81" creationId="{9B9DDCDE-46FD-4BDC-A947-07B520D601C7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83" creationId="{C3EF72FC-0FC3-4659-8C61-E0590BEC3F02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84" creationId="{F1859EFD-480E-485F-AAEF-772AB7C3E3F1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86" creationId="{4C7B1A54-C80C-4635-80E9-D85021DABAD7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87" creationId="{F7E31172-2E77-47EA-9827-CCF313F746B8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89" creationId="{514ED8A0-56E8-4E3E-986A-99C733100DC0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90" creationId="{182B4E0D-A672-4F0C-BB00-8E7E018A0D35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92" creationId="{E0A35D40-795A-499F-808C-3903C07B6745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93" creationId="{D00EDFE0-D4D1-4710-9DC7-9498676C060B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95" creationId="{53937319-0472-4789-A8A2-5F916E80727B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96" creationId="{DDE26D6F-64C3-44CA-ADE1-160BAA73153E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98" creationId="{CE5E3323-160E-4D6E-BDA2-F6C760BBF012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99" creationId="{A505BD39-D357-47DD-BD93-F1AE6C2DF19D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101" creationId="{C1D7AE65-3CF1-4386-A3C7-4CFDE587D4A9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102" creationId="{CB73F856-626C-4BE1-A391-14DCB5FE5D5A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104" creationId="{0728930E-65F5-4DA1-8E71-0937A56DA7F7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105" creationId="{88EED397-85AD-4551-8846-21E78571B050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107" creationId="{F86B1D1B-7017-43FD-988E-D8D8CED4F126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108" creationId="{E8604933-363B-4095-B7A0-1D694EAA8BC0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110" creationId="{C6F6A6C8-4F41-4D76-9F20-CE2469573D92}"/>
          </ac:cxnSpMkLst>
        </pc:cxnChg>
        <pc:cxnChg chg="mod">
          <ac:chgData name="沛溪 中村" userId="4b6ad4d7a42030dd" providerId="LiveId" clId="{B9F9AE90-CAA5-45CE-B33A-9388F3B08ED2}" dt="2026-02-03T10:23:01.869" v="4063" actId="692"/>
          <ac:cxnSpMkLst>
            <pc:docMk/>
            <pc:sldMk cId="934936709" sldId="300"/>
            <ac:cxnSpMk id="111" creationId="{81FF84C2-89DC-4639-8A02-EA4DF9D560EA}"/>
          </ac:cxnSpMkLst>
        </pc:cxnChg>
        <pc:cxnChg chg="mod">
          <ac:chgData name="沛溪 中村" userId="4b6ad4d7a42030dd" providerId="LiveId" clId="{B9F9AE90-CAA5-45CE-B33A-9388F3B08ED2}" dt="2026-02-03T10:22:41.854" v="4056"/>
          <ac:cxnSpMkLst>
            <pc:docMk/>
            <pc:sldMk cId="934936709" sldId="300"/>
            <ac:cxnSpMk id="113" creationId="{C8007DF0-991F-45B4-B98B-8613F4DD1CCA}"/>
          </ac:cxnSpMkLst>
        </pc:cxnChg>
        <pc:cxnChg chg="mod">
          <ac:chgData name="沛溪 中村" userId="4b6ad4d7a42030dd" providerId="LiveId" clId="{B9F9AE90-CAA5-45CE-B33A-9388F3B08ED2}" dt="2026-02-03T10:22:41.854" v="4056"/>
          <ac:cxnSpMkLst>
            <pc:docMk/>
            <pc:sldMk cId="934936709" sldId="300"/>
            <ac:cxnSpMk id="114" creationId="{E7460454-A29C-4F45-A660-1C20CF250112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36" creationId="{7DFCD253-B16B-4F22-A67C-36FFA5F35BAC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37" creationId="{87B657E5-F3A8-452E-8A6D-01653EEB26DB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38" creationId="{032C07EB-A88B-4398-8671-3EF454E7E919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39" creationId="{9908E0C2-606F-43F1-8ABD-A0397CBDE4E1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40" creationId="{79CEEF21-0521-4986-B48F-748B071949C9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41" creationId="{13578EE7-43E3-434C-A27E-0420E2DCE898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42" creationId="{B076AE8E-A371-4C05-8458-BC103DEDDCEA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43" creationId="{3732AA71-A31E-47A2-96AB-BF57E9E34D73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44" creationId="{BE62ADE1-3EBE-461A-97CC-20275EFB2F80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45" creationId="{763194E1-0EA4-47E7-9C4E-242E7F604900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46" creationId="{7173D327-F6D7-4E5E-87CA-8CB3E54DBB31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47" creationId="{AFDE1A9D-F705-4734-8230-22C8DA6E6D41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48" creationId="{D9F9B58C-7200-44E3-AA31-EA605CA8AB0E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49" creationId="{04A32115-C5BE-46ED-9B8B-1355AA30E252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50" creationId="{15BBB4DE-C05B-4277-B15D-AB4006649E34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51" creationId="{0D8FE013-2541-4D84-94E8-94FED285ADA4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52" creationId="{ADAF5A9B-37A8-4AFC-9139-4B6C79033AA6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53" creationId="{1922312C-218A-4C96-BD36-AEDB7BCD96CF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54" creationId="{733A7835-A6BC-47EC-B893-982068B3002D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55" creationId="{E5992A66-9AA1-482F-8AFF-9CEDAE036131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56" creationId="{40779941-F61D-4F52-86A0-0246DA9AE68E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57" creationId="{1479EF27-DA90-4AFD-8CA3-9511FD8EF8A3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58" creationId="{9B91D759-8B0F-4ED2-B67A-5CBEA794C962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59" creationId="{377FC353-936A-44D7-B89F-69C03AB4FBF6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60" creationId="{C68076DD-AF71-4720-B0C9-516869FF7F1A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61" creationId="{20FC7284-8294-42FC-9772-D6DB06DA7BEF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62" creationId="{6FBAB624-EB45-461F-B404-B477DE5B5144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63" creationId="{B05BD2F9-A9A3-452C-82E6-141E3AA03996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64" creationId="{0EB66C4F-D434-40FE-86A0-C38CBD71785D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65" creationId="{7BEFE50C-FFA1-464D-80FA-C1CB7E3F0296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66" creationId="{20BE1E09-846A-498D-99F8-B58BF3421028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67" creationId="{6EE53CB0-7159-4009-8EEE-3C1CD3C83120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68" creationId="{178B1D7F-4490-42A0-BF03-5076C0AA5267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69" creationId="{623EFF09-D786-496B-BFF7-F751D58CF450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70" creationId="{86839C0C-511D-476F-B2E8-E1ACC629C8B6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71" creationId="{E064D2A6-687E-4446-A2B6-3EBA9DA54FC1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72" creationId="{6D2C1658-4397-4D8B-85C0-F86814BE5D3A}"/>
          </ac:cxnSpMkLst>
        </pc:cxnChg>
        <pc:cxnChg chg="mod">
          <ac:chgData name="沛溪 中村" userId="4b6ad4d7a42030dd" providerId="LiveId" clId="{B9F9AE90-CAA5-45CE-B33A-9388F3B08ED2}" dt="2026-02-03T10:23:04.362" v="4064"/>
          <ac:cxnSpMkLst>
            <pc:docMk/>
            <pc:sldMk cId="934936709" sldId="300"/>
            <ac:cxnSpMk id="173" creationId="{910B7A47-E611-4C74-BEA7-7FB912F1EB86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194" creationId="{C08BAC0B-3943-4A73-AF81-ED3CB4E7A0B9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195" creationId="{178AE0C9-7E7A-463E-988C-9D62E6C5C2E2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196" creationId="{B4D9BBFE-75D7-4139-B593-71074295B912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197" creationId="{7FD83318-8613-4CDC-A130-EF57AE87152A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198" creationId="{F149EBE4-761B-4181-885F-A64B192C1284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199" creationId="{547F4DA4-4FE8-4388-816A-9F832DD737EC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00" creationId="{F6946F5A-3927-4EFE-86C3-D4555DA48B71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01" creationId="{A9B2DCD4-FCE2-45E6-ACEC-DCFF66005CD7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02" creationId="{F1B0F0D3-CBFC-4629-B8CE-345BF2BDED58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03" creationId="{ECA8A96C-E4B0-4277-9DB7-E953D8DE956B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04" creationId="{2FFD64EA-1E52-4ADB-BE36-C95DFE2B8534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05" creationId="{21E81A44-BDED-4ED8-B58D-AC621C28E2EB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06" creationId="{F5FA2325-A686-4854-8599-E9F202078E44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07" creationId="{38DE79C0-7B62-4968-84A3-BCF242C38EAD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08" creationId="{3597DC3C-1B88-4040-860D-1A4A49FE7B17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09" creationId="{7D2A9C81-D755-4B21-B2EC-938A4D4BF7DB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10" creationId="{43D51A77-8748-4F89-A8B5-D9828476D6B4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11" creationId="{ACB258A8-977A-4776-8473-5F2B17E0C2E7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12" creationId="{F2FB04E3-DB48-4D94-A5C3-A90E4B61A7BD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13" creationId="{1F405E17-8969-4D9F-9BF0-BC04CB954D93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14" creationId="{1CB8061D-196A-4903-91A9-76D71D6239DC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15" creationId="{F9EF0D19-47E2-43A7-B0E5-1F5A5701C263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16" creationId="{7760727C-4F97-4F99-B576-102485ADE55A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17" creationId="{77A0232B-1471-45FF-A129-DFE0FB227123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18" creationId="{0F669DAD-CC4E-4AC2-ABEB-81D2182AD2B6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19" creationId="{22B20A10-A937-4EB8-A876-0E994A9D6ACA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20" creationId="{5369D49A-C9E3-4ED4-9A78-5494CB81CF19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21" creationId="{6BACDA9A-DEDF-4D19-A68A-91E4EC4785AC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22" creationId="{E9C6D561-1300-41E0-B901-8B02C12B3EF7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23" creationId="{2D5E8121-0981-4BC7-A540-EB2F2D7E7939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24" creationId="{32A33B4D-E9D0-45C8-A5F2-BA7E33451E5E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25" creationId="{15ED443C-80BD-4FD5-8178-CB87EE0CB736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26" creationId="{9BBB8586-0787-4EE2-AD13-2A36CE47A3FF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27" creationId="{9F99CD2D-031B-43AF-9461-A3F35BA6D515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28" creationId="{2E6CC1C6-E076-4681-B664-0ADF28EF7A2A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29" creationId="{1E10A5C5-2399-4E80-BA79-2643E46A1897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30" creationId="{837F9AF9-AFC9-413F-8334-4094E3E11FD4}"/>
          </ac:cxnSpMkLst>
        </pc:cxnChg>
        <pc:cxnChg chg="mod">
          <ac:chgData name="沛溪 中村" userId="4b6ad4d7a42030dd" providerId="LiveId" clId="{B9F9AE90-CAA5-45CE-B33A-9388F3B08ED2}" dt="2026-02-03T10:23:08.281" v="4066"/>
          <ac:cxnSpMkLst>
            <pc:docMk/>
            <pc:sldMk cId="934936709" sldId="300"/>
            <ac:cxnSpMk id="231" creationId="{D28B8D79-328F-48F1-B18C-9ED24EA27191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52" creationId="{C3D215B1-1BA5-40F0-B659-A616F132EB41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53" creationId="{68624FC6-D3F9-40DD-B95B-6D28E81778CD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54" creationId="{242FB679-ED4F-457E-9B41-8658198F04AA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55" creationId="{66E91B92-82D9-45D4-9499-8EDFCC126C38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56" creationId="{69CD449B-DCA6-4DBE-B70E-40DF367AEA15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57" creationId="{949263D2-7AF7-46B8-8197-823C802A3A7D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58" creationId="{4F77048D-9095-4171-93CB-3B7B4FE22BDB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59" creationId="{3B17D3F4-0D68-4B3D-B74D-C9BC2350C885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60" creationId="{61D7FB82-CC83-43BB-87A7-C4D36334B312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61" creationId="{C655BEA1-7901-41E5-B326-3B1AB027DEC3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62" creationId="{1C2FA184-3850-4047-A54F-77D9BE17A365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63" creationId="{828D42DE-063C-4FCF-91C0-6C495295A7EF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64" creationId="{383E56E7-47D3-49F6-A71E-206A8602CDE9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65" creationId="{8932C13B-D143-4AB9-8451-7584ED38B32A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66" creationId="{B3353B48-4AE4-40B8-826E-07408C463A3B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67" creationId="{7B18968C-E28B-43D7-8DBA-43A6931F2E68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68" creationId="{D61E10EB-400F-48DF-AAC7-63F58F356957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69" creationId="{F119CFAB-8258-4E95-9762-883011E8EB0A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70" creationId="{55AB84F9-D00E-4A30-9CB0-B1A51A037299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71" creationId="{C6AF0CB5-8EE0-4AF1-B6ED-CE81BA747C02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72" creationId="{86A03FBC-41B8-40E6-9D54-FE2CA00017FC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73" creationId="{02769EC1-8194-49DA-8EFF-9BF741108A65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74" creationId="{9711F952-0273-48E7-B442-695E01776A5A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75" creationId="{5E69FFDB-4FFF-412D-B6D2-E011B6F5E6DC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76" creationId="{D54B2CB0-FCC0-4051-A89E-B5DE0C98702C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77" creationId="{0DEEFB0C-531B-4558-B380-9E3103FF5E41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78" creationId="{FB34F1E9-CE39-4154-802E-71847A2EFCCD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79" creationId="{327F2F6B-DB14-4763-8248-FDCF0E09BE11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80" creationId="{D2159024-3773-4DD8-809C-F4E219FD168F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81" creationId="{D5E74FF0-BEA1-4A0B-84BF-B57BBC45EAEC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82" creationId="{483F5066-CCE9-4F36-BBA3-2D25BFDFD4A1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83" creationId="{14845928-9FB6-442F-B647-667A322DEE70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84" creationId="{CC67283D-A1BB-48F8-ABAE-55EC796B8F45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85" creationId="{52279112-A281-49D3-8BBC-98A7B5A9A06E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86" creationId="{5A3FFADA-2D3D-4212-9D72-2E4642B3E8D7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87" creationId="{6892640B-6B7A-4B78-8973-372B45844BD7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88" creationId="{4FFFE012-9BD3-419A-8D97-C479BC367287}"/>
          </ac:cxnSpMkLst>
        </pc:cxnChg>
        <pc:cxnChg chg="mod">
          <ac:chgData name="沛溪 中村" userId="4b6ad4d7a42030dd" providerId="LiveId" clId="{B9F9AE90-CAA5-45CE-B33A-9388F3B08ED2}" dt="2026-02-03T10:23:08.446" v="4067"/>
          <ac:cxnSpMkLst>
            <pc:docMk/>
            <pc:sldMk cId="934936709" sldId="300"/>
            <ac:cxnSpMk id="289" creationId="{5FC1654B-CAE5-4737-934F-0132CECCA7DB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10" creationId="{8BF7E746-1BDF-4744-AAB6-C907C4BA5B65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11" creationId="{15CFF2C1-6F80-4D46-A936-4C8D55745D1E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12" creationId="{78FE7B25-8EE1-4B8A-A6D7-076F6C6F1F6F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13" creationId="{8B0D7149-6504-4FE7-BA7A-E423479F44D7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14" creationId="{20749D61-DB0A-476C-BDD1-75FF0012C51C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15" creationId="{76436C1C-8D52-46D4-B77E-2282FFAC2697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16" creationId="{3846DFA4-0BDF-4C7B-895A-29DEAFC8C72D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17" creationId="{C2CC85C2-1B0C-4A64-9557-5C6F3133B68D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18" creationId="{1477CB20-7C87-4470-90E3-0AA419D14F3D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19" creationId="{FBA589B7-CC09-40B7-B220-CC00F30578C0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20" creationId="{3633FB25-AD75-478E-B539-F25FB6F56386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21" creationId="{CEED24C2-5BAF-4017-A54A-7679940B3996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22" creationId="{DC89467C-790A-4305-8E12-981618FA4543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23" creationId="{404F8321-22C5-4F70-929F-5D07B8FCFB5A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24" creationId="{120BB822-6FA3-4A01-BF32-E54407BE7325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25" creationId="{9486B0DA-4E88-4A05-BA20-ADF581B5A3F6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26" creationId="{7F062570-1B4D-4F2A-AF15-D9FBD294D565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27" creationId="{23EB295A-61D9-4232-B95F-35D604550F9E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28" creationId="{C54ED5D8-9DD5-4CF1-B30D-BAC10889210E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29" creationId="{C3C350CA-B809-4C90-821F-399BC4C8F1F3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30" creationId="{11E5505B-D5B5-4CE7-9518-60B03FF5AB74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31" creationId="{21A716C7-7F3A-4A0C-80F8-AB6A160BD0D4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32" creationId="{C3F13629-19CD-4090-9385-00102A1C943C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33" creationId="{7F1E362B-4DBF-4DD5-AEF6-B24767E3DD94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34" creationId="{D01B168A-30D8-4B1A-8CA0-29BAACAA3826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35" creationId="{32462FF6-6F2B-4A6E-9B30-B9F736DCACBD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36" creationId="{3DCACDC5-459E-4865-B7E9-48163D4A90B2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37" creationId="{BDBD8305-F2D8-497B-916A-97833E8D0013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38" creationId="{8ED34B2E-C8A5-4DB4-B496-EBEF38C41AAD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39" creationId="{8D68DC4A-93E9-4F5D-9308-1EDAEB56A366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40" creationId="{B104EECB-2A0A-4669-A862-669F9C591390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41" creationId="{35D5D007-33AA-4FD8-ABA0-6432AF3EDD36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42" creationId="{285A65CF-7617-4D2B-BF9B-EF35F8B796E6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43" creationId="{DD70FB5D-0231-457D-AF1D-59C586EDA0E7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44" creationId="{838F9DC2-54D1-4A71-B6F4-DCE9285479F7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45" creationId="{959BCD37-9E27-4F38-9157-5B5910DCB309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46" creationId="{26FD1634-E795-4707-9D83-C128C2D7BAF2}"/>
          </ac:cxnSpMkLst>
        </pc:cxnChg>
        <pc:cxnChg chg="mod">
          <ac:chgData name="沛溪 中村" userId="4b6ad4d7a42030dd" providerId="LiveId" clId="{B9F9AE90-CAA5-45CE-B33A-9388F3B08ED2}" dt="2026-02-03T10:23:08.604" v="4068"/>
          <ac:cxnSpMkLst>
            <pc:docMk/>
            <pc:sldMk cId="934936709" sldId="300"/>
            <ac:cxnSpMk id="347" creationId="{3580179A-6D36-4F9A-882A-BC0406480D73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68" creationId="{0714118B-0F03-4B79-BE26-000B32C62C7A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69" creationId="{EDC07B29-40BA-4C81-86CA-2F4FEB3098BF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70" creationId="{1AEF08AD-7EAD-4515-BDEE-D03AE2B3D718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71" creationId="{F4785D8A-5DAE-48DE-BC2E-627242F06919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72" creationId="{B6E54815-9EEE-4F48-B0B8-90F2FBB43D83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73" creationId="{B34F7714-B6E1-49BF-8D51-DF38427C3DE7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74" creationId="{7E137C22-7C27-43B1-BA85-388F3968691C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75" creationId="{86FE5622-B32D-49EA-BC09-ADBCDB7405D8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76" creationId="{A254F068-354E-4BCE-AA5D-1E7B099B6799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77" creationId="{83269E6E-9F39-4DA6-A8ED-1A66FBFEEC91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78" creationId="{A78090E5-6DCF-4DA9-8520-ECA58C19D114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79" creationId="{B2FA0ADC-DF88-472A-9FD7-EA2811C94FC2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80" creationId="{584F1F2C-D8AC-410B-869A-DA642DA36F2A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81" creationId="{AB280FF6-BB98-4F81-8429-40696C591C31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82" creationId="{2EDEED25-1598-4821-9134-63382B836F37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83" creationId="{D9D605DD-E7EE-43CB-864B-208F4310B398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84" creationId="{39663A0A-5B1C-4FB0-B276-F4CAFDA1A9FF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85" creationId="{17E09A21-0C2F-4C9D-AB2A-622FF973165B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86" creationId="{8C3F4BB9-8256-4E5E-82C4-E6A1F6551BF2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87" creationId="{BC6EAD75-77A5-4379-8F38-0183362E28FE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88" creationId="{5C2DDE58-4737-4972-A445-9E31E6468781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89" creationId="{5C530A97-66E0-4FBC-8158-9722DBAD3A3A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90" creationId="{84E65D85-CFD4-4814-98F8-52AB861714A3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91" creationId="{01FABA26-9D0C-4FB7-A4E1-4E4AF38E0F39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92" creationId="{729CA319-5B8D-4A33-B79D-1D35A0999713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93" creationId="{B05867E5-802B-4FCE-B5BF-762E36EA9F27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94" creationId="{8BAD792B-0748-435C-8080-9D8A6BD76637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95" creationId="{0A24C4AB-C65D-4383-94D2-6C1575A9254C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96" creationId="{759B5DBB-F0A9-4F7A-859E-46614BC14645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97" creationId="{58622BE8-E733-4282-BAFA-DC779E963045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98" creationId="{B9F8BAC5-752E-4034-AB5F-053C1DEC124D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399" creationId="{3073A48B-1C8D-454D-BA99-FA4D7816854B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400" creationId="{91110F0D-20BD-43B9-A2CD-2CC4FE70F18A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401" creationId="{E11C1B6F-9A2F-48E0-A214-6ED5EDA38374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402" creationId="{90A144BE-4952-480B-8DEF-A9FABBEBA44A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403" creationId="{4CF4720C-F6AB-43FC-B141-728195356DBB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404" creationId="{AA11E346-3868-4B11-8A5F-DE3C17546701}"/>
          </ac:cxnSpMkLst>
        </pc:cxnChg>
        <pc:cxnChg chg="mod">
          <ac:chgData name="沛溪 中村" userId="4b6ad4d7a42030dd" providerId="LiveId" clId="{B9F9AE90-CAA5-45CE-B33A-9388F3B08ED2}" dt="2026-02-03T10:23:08.776" v="4069"/>
          <ac:cxnSpMkLst>
            <pc:docMk/>
            <pc:sldMk cId="934936709" sldId="300"/>
            <ac:cxnSpMk id="405" creationId="{29F51210-3D16-416F-8322-B882972E63BD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26" creationId="{DEEE4E65-45CF-4A97-8593-760806B83004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27" creationId="{4C7A1FE4-FFEE-4D09-B79D-643214A484C3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28" creationId="{5EF5D834-55E9-4E73-AF0A-40884BE40B5D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29" creationId="{9DDC74E6-901A-4911-8B95-BFF1436E07D9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30" creationId="{2642493B-FCB4-484D-BF70-715A4F3D5021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31" creationId="{031F7296-C218-43AB-95B1-D55B88571566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32" creationId="{F4A98FE1-76F0-4770-8809-0EBA8AA9929B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33" creationId="{64F77DCB-5C56-4B2B-A901-3FCF2711E959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34" creationId="{D5D30EEC-DE1F-4A26-AEFA-2007DD0E153F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35" creationId="{71192E33-2681-4441-A04C-B45048A66EFF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36" creationId="{81BEC511-303A-4915-8A11-B1BBBB5DC50F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37" creationId="{1E5D651A-2797-40EA-B707-9D3D5317702E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38" creationId="{15DF908B-5301-4D02-A5C8-FCF832D7FB00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39" creationId="{D951205E-01DA-4110-A414-E79EB6081B77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40" creationId="{AAC07B44-A69E-496E-80FB-923724CA96FD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41" creationId="{A28E27E6-E1FC-4F16-9808-AAD743D495E5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42" creationId="{C7095108-4C87-47F5-8093-0C78F69F2F1A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43" creationId="{4F1D753C-1807-4349-9BCF-D40762AD4406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44" creationId="{0F971565-BE86-47F4-BFBD-E2B4611EAA1E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45" creationId="{B6DAD35B-C593-42F9-BF7D-2BB5D55B7D50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46" creationId="{BD0A4EAC-F2F0-4ACD-A29F-A0AF2ED8FAAB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47" creationId="{C5CE8444-66D7-48D0-83A3-F90BB6790702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48" creationId="{DC89BD43-EBF1-4024-A22F-6B8E92963D05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49" creationId="{FFA073EF-75A6-4D00-8283-F6BC091335ED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50" creationId="{EB380804-D437-4AC6-9E98-885FF00CA9ED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51" creationId="{96956700-A96B-456C-BB0E-F3AD9755F5BE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52" creationId="{4C8A1207-5D56-44EB-8045-BB6F01BFC731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53" creationId="{D1C06F7C-52D9-4128-BCBD-3B003A0B6BDC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54" creationId="{FC138640-F51E-4793-AA05-3BB7B1B7B215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55" creationId="{5335A8E8-7E29-445D-A276-FCCAA42062D9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56" creationId="{E187A1B5-D1DF-46EE-B19B-8CDF250390CF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57" creationId="{F1ABEC77-C5B4-4463-879A-CF5C2987FDB3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58" creationId="{FEAC0633-F331-4CBB-8BAA-9DA2E4D58083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59" creationId="{33E04E80-F111-4890-AF64-143C572A1D7E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60" creationId="{09A09938-881B-4AF4-ADA8-3D22E7E94488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61" creationId="{0970A8F9-37F1-4234-A0CF-244AF2118E55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62" creationId="{F62AE214-87FE-4DBC-87A7-4BBB090E760D}"/>
          </ac:cxnSpMkLst>
        </pc:cxnChg>
        <pc:cxnChg chg="mod">
          <ac:chgData name="沛溪 中村" userId="4b6ad4d7a42030dd" providerId="LiveId" clId="{B9F9AE90-CAA5-45CE-B33A-9388F3B08ED2}" dt="2026-02-03T10:23:08.938" v="4070"/>
          <ac:cxnSpMkLst>
            <pc:docMk/>
            <pc:sldMk cId="934936709" sldId="300"/>
            <ac:cxnSpMk id="463" creationId="{3C0E9207-94E0-4F5C-B292-8E0213382D84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484" creationId="{A392EA23-6431-4D1E-A19D-3CFB07FE39D9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485" creationId="{5D127177-3E4A-4D52-A849-C061CF2B1AFE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486" creationId="{C52069A3-AF04-458C-B47A-BB2B5EE7CEAE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487" creationId="{AC597B5C-A583-4B1F-B9C5-06D77943673C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488" creationId="{E610BACB-BDFD-41FE-A744-32D354C10E06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489" creationId="{F30399C4-2639-4ADE-A45B-27F50DDF48F0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490" creationId="{6243A5E7-BB4C-4908-BB98-D7A7947FDADC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491" creationId="{890AC532-1A07-4A70-8DBF-A3DBC6510E21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492" creationId="{0C3941A5-CFE4-4DE5-B37A-BBD4824D7348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493" creationId="{9E522DA3-5028-4D83-ACA7-DC960FECC651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494" creationId="{94120C54-0222-4A09-A22E-BE4EB61C24DA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495" creationId="{3DA6C42A-8A2B-4620-93D3-D7CE166EEEBA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496" creationId="{8EC63A96-695E-4838-B6D0-B643BD778B57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497" creationId="{3C3181A8-6D74-4D29-8091-3CDD909D7592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498" creationId="{473622F1-5787-4FA5-B702-FBC4C4C662D7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499" creationId="{3B1BA8F9-3E23-45FD-BD21-118DF14E1649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00" creationId="{AFE12DC0-1E9F-4F40-9A7B-5017A6AA10AF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01" creationId="{BC45925F-8DBF-4C80-9D92-2498CFFE0D11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02" creationId="{7321E4FA-CE37-40C0-875E-ECF040182257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03" creationId="{29B05BC9-6E21-4F7D-B892-DD0FDF31CA17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04" creationId="{A4296743-5248-4157-96A4-C19B0BDCB458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05" creationId="{BD645127-BD3B-4583-B036-0B26789D781A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06" creationId="{C547A252-A688-428F-827C-0DF3FF256F1D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07" creationId="{3209D618-3A57-49F6-BF70-883B27717C3B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08" creationId="{1E292133-7457-4252-A012-BE5063C400A7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09" creationId="{F4143B24-A904-4B1E-8A15-5801818B31C3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10" creationId="{7DAD5B8C-07D2-4995-BB09-D3548629E590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11" creationId="{B79E3215-62F6-4FAC-BB1A-066ADA0DB331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12" creationId="{5448D8BA-A147-4372-8AC4-89EA1DD7CC0B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13" creationId="{F5EDE2F7-6674-4334-98D7-68DD3E9BF572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14" creationId="{E55E44C2-DF20-44A5-8C7D-8AD09C753DAC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15" creationId="{C3BDB0EC-B15C-4FCE-BAF2-6D5398125DB9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16" creationId="{329EF59A-B2C6-413A-9044-C9EBFCE2FA13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17" creationId="{4368F51E-7627-4882-8089-7B6881E3763B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18" creationId="{2CA799B1-554A-49E7-8FA5-41B046ABD0F9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19" creationId="{5F30D2D9-7B70-4218-91E2-31C2D8EE5289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20" creationId="{CAAE1EC7-ADC9-4410-A665-0EAED9E35934}"/>
          </ac:cxnSpMkLst>
        </pc:cxnChg>
        <pc:cxnChg chg="mod">
          <ac:chgData name="沛溪 中村" userId="4b6ad4d7a42030dd" providerId="LiveId" clId="{B9F9AE90-CAA5-45CE-B33A-9388F3B08ED2}" dt="2026-02-03T10:23:09.107" v="4071"/>
          <ac:cxnSpMkLst>
            <pc:docMk/>
            <pc:sldMk cId="934936709" sldId="300"/>
            <ac:cxnSpMk id="521" creationId="{0E86BB10-CDC7-4899-B904-DAB5D3E946F6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42" creationId="{A65F0418-8055-4644-8B06-1927AA6EC5D5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43" creationId="{A4925348-43B3-46DF-A6B9-DCAB666EB6B1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44" creationId="{3C01546E-88BB-454E-91F3-3FB679E42455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45" creationId="{39D5DEE6-A9F8-40ED-B51D-85725B666833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46" creationId="{279D709F-5E84-424C-9B42-0C321CE22198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47" creationId="{4BFC2AB4-D77D-41E4-BEC4-C0F97765DEF9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48" creationId="{8C2BEDAD-0C79-4610-B56E-7728510B0CC5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49" creationId="{BDC3ADFB-9016-4B6C-9049-0FC99FB2047E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50" creationId="{936AD8B0-E537-4F94-86EF-13B12DD66125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51" creationId="{6E37E372-3FE4-48EF-B2BB-AA44DC3ED923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52" creationId="{077DE843-C65A-41D9-9959-B1386C53D147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53" creationId="{74540871-E11C-4FD5-A311-101B56CF483E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54" creationId="{9AE40A85-2533-4126-8AA4-89334A5EA012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55" creationId="{4E436583-2BBD-4D36-8AB8-830474471533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56" creationId="{A4DA32A7-2E36-4DC2-8D6A-CF3BA377CEDB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57" creationId="{123DA3D6-58E5-4483-A536-B3828B65CC4D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58" creationId="{20C88B31-16BB-4BB4-95CC-69DA7060CC20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59" creationId="{71353D40-FF52-450D-9357-C98068FACCA0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60" creationId="{983E3CDE-C4DE-4805-96EA-2ABEECA54F63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61" creationId="{A0BCC136-31EB-4734-8D88-C1A48A1F3072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62" creationId="{60F39137-7E99-4403-8E4D-97EDD1171B4F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63" creationId="{4B779F76-2784-4EE9-9F5B-A1F414C1A005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64" creationId="{A508D401-5AE0-4B8F-8C63-1907AA12C56D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65" creationId="{767C5B23-25B1-4625-9105-A72B104A315C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66" creationId="{4E6E2953-36F1-4FE5-B958-765078BB27C5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67" creationId="{D72DF12E-5DEE-44CB-A29D-D4571D24E348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68" creationId="{8DC68878-6DEB-4249-99B4-987990FE8B59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69" creationId="{CECC34E1-37E3-46F6-B13E-1D71E0EDAAFE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70" creationId="{3BCC5A7C-423F-4ADD-9921-04CA0C2D8E22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71" creationId="{EB123357-850E-40CB-B7E4-70E0055DF392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72" creationId="{AB8612E7-9829-4820-B126-4EEB6E0C401F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73" creationId="{98CF171A-9C0A-4399-865E-1A68A780658D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74" creationId="{2156696C-385F-4EB4-8F28-FADE7F896D7A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75" creationId="{BF552FCE-839F-4B90-B178-528B9F2D3F61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76" creationId="{C60069C6-CA09-41F4-94E1-DB3C995E8546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77" creationId="{6E772885-1ED2-4183-BD6D-2EAC21EA72E5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78" creationId="{BC878A94-9C6F-47E3-AC50-FC373723D1E4}"/>
          </ac:cxnSpMkLst>
        </pc:cxnChg>
        <pc:cxnChg chg="mod">
          <ac:chgData name="沛溪 中村" userId="4b6ad4d7a42030dd" providerId="LiveId" clId="{B9F9AE90-CAA5-45CE-B33A-9388F3B08ED2}" dt="2026-02-03T10:23:09.282" v="4072"/>
          <ac:cxnSpMkLst>
            <pc:docMk/>
            <pc:sldMk cId="934936709" sldId="300"/>
            <ac:cxnSpMk id="579" creationId="{19D6EC79-BD94-4948-B598-30C097DE899E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00" creationId="{5FB8B49F-C933-4EAA-B2A4-C2990F7C8071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01" creationId="{E6C7E84B-49F2-4EA6-93A0-CD43ABF948BD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02" creationId="{49501AAA-7A72-4A68-9E8E-93B51EBBF5E3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03" creationId="{146AC9F0-1539-45BF-9C56-37095D98DF3F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04" creationId="{F5424F3F-9509-44F2-A35D-3249138B6F3F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05" creationId="{88E2D883-5A30-4AD4-91D6-371515463ADD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06" creationId="{1643D80A-4E2D-49FE-9A61-DB28A6B9F882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07" creationId="{37D2ED37-C55B-458D-890C-33397EAA8B2B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08" creationId="{61CFF275-0E9E-476D-8487-85FF7174DCF6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09" creationId="{7E3DE018-6D77-4AA2-B4EA-1E1D47DDEDDF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10" creationId="{271F32DF-62CE-48FE-8610-3EB22B15196E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11" creationId="{34C78EF8-C6AE-4C3B-B27C-AB5FC7E380FF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12" creationId="{710E24CB-481E-4CF4-94AE-598270E21B1D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13" creationId="{CE74CDEB-38A7-42F7-991F-8A290EFFF118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14" creationId="{7ABCD698-02A1-41C3-98A2-44656798D88F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15" creationId="{698BF969-6F0E-41B6-AD9A-1A1C0CA6B6FC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16" creationId="{42E1B9A0-FD34-486D-BB5F-6EB3C471017E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17" creationId="{CBEF1B79-4A29-4615-856B-EB87743E54F3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18" creationId="{F2B348D5-B902-43FB-9BCE-2E73DAACA0DC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19" creationId="{3F42DC2B-FF77-47CD-A9A1-8B685CEA6538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20" creationId="{77FA31A5-3350-4736-A394-371BD643720C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21" creationId="{30ACFA74-125F-4554-A3B2-2E660CA2E2B2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22" creationId="{7F89618C-BFCD-41C6-AA8C-B4B32A3DB4D4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23" creationId="{6BD172A3-576E-436C-BABF-0D60BE7B47AF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24" creationId="{09894298-8AEE-4546-8DB6-B62A571F0842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25" creationId="{FFAA1651-200A-4028-B5F8-CC8ACD617B3E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26" creationId="{1753982D-DBB0-4D06-9576-20C4B89581FF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27" creationId="{3AE153A4-4D46-4C47-B8C3-A495B7E90F21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28" creationId="{41DED36E-C8FD-4A93-A004-74E26A9B52B8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29" creationId="{0F4886E9-3BEE-4E1F-97FC-13D29D1972C2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30" creationId="{ECE7144D-C08E-4705-B955-0683F842F97A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31" creationId="{6B49576D-0226-49B1-8A7F-F788E1B6E876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32" creationId="{136111E2-AA83-4478-9A8B-C8122B630758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33" creationId="{A9D71E71-EF78-4FDF-AA59-68FC2FCF81C8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34" creationId="{004B74DA-64E2-4310-8080-73A186E02384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35" creationId="{0279031B-AA57-4B9B-A216-2B5CA6CDE5BA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36" creationId="{20E3FD0E-D2C7-4DB8-A8FB-BA1F72FAF4C3}"/>
          </ac:cxnSpMkLst>
        </pc:cxnChg>
        <pc:cxnChg chg="mod">
          <ac:chgData name="沛溪 中村" userId="4b6ad4d7a42030dd" providerId="LiveId" clId="{B9F9AE90-CAA5-45CE-B33A-9388F3B08ED2}" dt="2026-02-03T10:23:09.452" v="4073"/>
          <ac:cxnSpMkLst>
            <pc:docMk/>
            <pc:sldMk cId="934936709" sldId="300"/>
            <ac:cxnSpMk id="637" creationId="{8B118F9B-A2BF-4B0E-A42A-4EF371C9B6F4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58" creationId="{3A51D60C-2001-43F9-9C04-010C2C52B139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59" creationId="{F5878A60-6A8D-4916-9D9D-CDE877ACF80D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60" creationId="{0F5525EE-477F-4343-8DFB-54BCF0D4F6F1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61" creationId="{C0B78264-75C4-4A68-A5D3-D99E4588EB65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62" creationId="{7B2C5BD2-C424-4054-908A-0E4340825AA7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63" creationId="{02CE9181-F45B-42D4-AEC5-212002DF2B5B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64" creationId="{ED010049-A9BC-4EFA-9343-D69611E7C4A8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65" creationId="{06143685-1820-428E-8B7A-EA78B9C52B7D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66" creationId="{1F439108-5151-4032-A689-5A7DBFA81BF4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67" creationId="{DBAC5A3C-18EE-43F0-B563-CCA2F95DC7B0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68" creationId="{5BD209E5-D7D8-4729-874B-60E4730BA864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69" creationId="{3C4A4ADE-70D1-41D5-81CF-FD8BB644F754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70" creationId="{353BC3C9-B4C0-44CD-8E7F-B3272B2C31D9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71" creationId="{60CEAEE5-B5FD-4BDD-BB90-7C45E45C8A71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72" creationId="{E07994A8-A043-4A95-A27D-D113A96B6559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73" creationId="{AAA13CF3-9219-4540-9151-0022E3F21A4E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74" creationId="{DDFCFC1F-948F-44AE-8A9A-66D932D9D68C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75" creationId="{056CDD61-7EA6-410A-B91E-E61A98122AF8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76" creationId="{725F098C-9C33-49AF-87F3-AAECFC9465F5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77" creationId="{2678DB64-90CD-4E00-87AD-EE9E8BF690DA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78" creationId="{D2106906-471C-4EAC-8B6B-20C58717BF47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79" creationId="{99A10075-72FD-4F59-A883-C78FF67D257C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80" creationId="{F1C559C4-E155-4C30-974C-299E5D939CE3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81" creationId="{AEB20D98-D81C-40B5-B4D6-3C0D01F093E1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82" creationId="{E0261215-D5D5-4C51-A282-6CC0E2F1585A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83" creationId="{6BA2136C-9B79-4687-A9D3-87C3A208D642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84" creationId="{492AC929-F247-45AD-81CC-BBAB88F48068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85" creationId="{C029655C-F859-4EC7-8272-88671A86EBBD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86" creationId="{D60B1557-02A8-4693-A089-4F153737C576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87" creationId="{D9063EED-4DB0-41A0-9703-09C292567C30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88" creationId="{1D3691AE-24EA-49B2-B24B-DA4B5B2774C6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89" creationId="{35A1A592-6842-4005-A329-16C292A15A26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90" creationId="{6C1CB4BB-9AA2-4B53-8122-BD53269C23A6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91" creationId="{5E8E7C98-85D2-49FC-AF98-91730323EA65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92" creationId="{379B3C24-2726-4FE6-B075-49F04DE4A590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93" creationId="{1467D73D-4953-4A45-8016-B1DF523AFCC2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94" creationId="{F45F92E3-C1AE-4E2E-AEFF-CA3D7CFB80E9}"/>
          </ac:cxnSpMkLst>
        </pc:cxnChg>
        <pc:cxnChg chg="mod">
          <ac:chgData name="沛溪 中村" userId="4b6ad4d7a42030dd" providerId="LiveId" clId="{B9F9AE90-CAA5-45CE-B33A-9388F3B08ED2}" dt="2026-02-03T10:23:09.640" v="4074"/>
          <ac:cxnSpMkLst>
            <pc:docMk/>
            <pc:sldMk cId="934936709" sldId="300"/>
            <ac:cxnSpMk id="695" creationId="{57121055-A5D4-472D-A983-6243F4502A92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16" creationId="{7A27945E-03A6-4E6F-9314-1A4F1ADBA638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17" creationId="{4017F5CA-AFEF-45B9-8EB9-F2E95E4AA066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18" creationId="{2B3B8ECF-17AE-46E8-84DA-240BF91ED504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19" creationId="{EF25E7F1-D66B-463B-A868-7457601015EF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20" creationId="{D4E58162-807F-43CB-81E6-2E7997384607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21" creationId="{99EE54BF-9E20-48AA-806E-0F87E60B9CB7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22" creationId="{D4AC0D55-740D-4616-94D7-495CD0FF3F96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23" creationId="{090BD2A4-D132-4BC6-ADA1-ACA51DE70AE9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24" creationId="{32B82A1F-DB45-44E5-A4AD-BE5AB73D4FCF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25" creationId="{C7EE786F-75EB-4DEF-8E9D-92FB5763EF94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26" creationId="{3071D469-6691-4C88-9BBC-83D3DC28182A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27" creationId="{9A9A447A-F63A-488B-AD8F-2B886DFF1F92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28" creationId="{5581B9B4-1CE8-4D9D-BAC4-01100604DEDC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29" creationId="{38DE26B8-AC3F-48DD-8811-8D91D2C2B32A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30" creationId="{94CF9A83-6A6C-48FE-A8BF-F3913DE912D5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31" creationId="{552C3EA8-12EA-48FF-8251-9FA27A013E86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32" creationId="{0A400C1D-03F6-492E-8A68-D78FDC5BFAA6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33" creationId="{DA1F28A7-A1AC-450D-9C8B-2A63773D6957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34" creationId="{9DB0B44F-F1A0-437A-8215-6019AE9FA4A2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35" creationId="{63A76BDB-6688-43AC-830C-CEC41507061E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36" creationId="{2AAFA19F-0684-4C35-B241-6125248A8B37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37" creationId="{08F5C8B2-3374-44F0-9751-74E914E7886C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38" creationId="{3659DCF3-72FC-4F86-BC11-B72CA2987279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39" creationId="{922461E9-CDF4-47C7-9E48-2C8EDC1373B0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40" creationId="{0677D401-B1E9-491E-87A2-6D34954273B6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41" creationId="{77D60FCD-9698-476D-9F6C-8A484316B0AA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42" creationId="{8771546A-A940-4BE5-AAC0-FCF88A38A4DB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43" creationId="{5E53A761-AA65-476F-8200-4C8F41C97156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44" creationId="{18FFCFCF-5B56-4ACE-B539-5AE648DF3C2E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45" creationId="{122725A7-E588-457D-9DBC-631F5DC5C55B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46" creationId="{8AC4E08B-CDCE-4605-B28F-A300C4B6E88C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47" creationId="{D0E112ED-A1B8-428D-A1D7-EA94AE1FC082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48" creationId="{68C9934F-D92C-477F-A5D8-54D9DD8264DC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49" creationId="{EE2901E3-E8DD-4D70-A5EE-8CD09722F9A7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50" creationId="{B3389BD6-9BD1-4A11-BC17-E5B90E6B1209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51" creationId="{C4BF83C8-5A2C-4C5E-8851-C4804439AD20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52" creationId="{322CDB43-BECA-4CAE-AFD2-E18D7CE246E5}"/>
          </ac:cxnSpMkLst>
        </pc:cxnChg>
        <pc:cxnChg chg="mod">
          <ac:chgData name="沛溪 中村" userId="4b6ad4d7a42030dd" providerId="LiveId" clId="{B9F9AE90-CAA5-45CE-B33A-9388F3B08ED2}" dt="2026-02-03T10:23:09.814" v="4075"/>
          <ac:cxnSpMkLst>
            <pc:docMk/>
            <pc:sldMk cId="934936709" sldId="300"/>
            <ac:cxnSpMk id="753" creationId="{33CAD2BA-BCD5-4C90-B581-672F28E24387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74" creationId="{3766F198-7E1B-4111-98B3-9561AEC8512D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75" creationId="{6D5662E4-8043-48E9-924C-2AC902220E12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76" creationId="{AD543CA8-ABEE-4DC0-81CA-F9AD6AC90F1F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77" creationId="{D27C899D-37D9-468C-98A0-3CB39E67C410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78" creationId="{FE96431B-5A1E-4562-83EB-B03B40FF2C49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79" creationId="{22DCCA9A-F291-45DF-87A7-D3671781EA72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80" creationId="{F3A1E6B7-F1B8-4B17-8A0A-F14A46EDB427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81" creationId="{0ACAD133-B9CD-4F7B-BD19-E03B1833E684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82" creationId="{552E24B9-8A3C-4D0E-AFAF-7330A9ACEAF7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83" creationId="{DEE7558B-8599-46CF-9624-C71BD0EB1CE8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84" creationId="{90EDD524-F3DA-4F37-B31D-80AA1B9B3444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85" creationId="{F63B20CA-4729-42A3-B023-0C6BC5A3FDBB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86" creationId="{A9183827-84FE-439F-88AA-E0C0A7475D92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87" creationId="{D106E07D-D5D8-45E6-AF87-61017CF649CC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88" creationId="{DEA02D21-8086-45B5-9FBB-A5BCD3CB7862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89" creationId="{88B44223-0C8A-4656-90C8-BD346388F4D1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90" creationId="{A95CCCAF-427F-46ED-B26B-6EAFFF0DA6C1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91" creationId="{C38835C2-B581-4CD2-9DFC-6A94A0A6EF6A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92" creationId="{A2419DDB-934C-4BEE-8F6D-4C5982FF4849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93" creationId="{EAEFAF49-0C97-47F2-A9A5-B97DB55B1AD9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94" creationId="{35AD9326-3A63-4883-A3AD-E883BECAA9DE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95" creationId="{67F44B59-87B5-48FE-84CD-DF910BA1295E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96" creationId="{810277E5-FB54-49C6-81C8-1D926AF58DE2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97" creationId="{DA7C9E0C-8A6D-4A8B-9983-34C46FB6CED8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98" creationId="{BD111F59-AD10-499F-9E28-C0B3A65CDB75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799" creationId="{4B7BD648-D9AC-4492-92BC-3FD14B06F4E9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800" creationId="{E6D74170-53A2-421F-8DB1-C6E0310CCC0E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801" creationId="{8DDAFB7E-2EFA-4186-92F9-CCD7BBD66C43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802" creationId="{BB53F190-A2A2-44A0-86D2-B63ED893DCBC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803" creationId="{3BB3C440-D7A8-48B0-8B34-2F36BA9F662E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804" creationId="{A3D79F6B-F40B-48CC-B59F-E738A572D3ED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805" creationId="{71949BE1-FDD1-4C7A-9151-07F9B8D85484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806" creationId="{9745E65B-F08A-4CC6-BA35-C3EC59E9500F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807" creationId="{CB7037C6-0563-4646-BC40-429EE8209BC8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808" creationId="{A0182262-B2D5-42FC-BBEC-3171C242C54D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809" creationId="{C57BCB9D-E03C-4F10-BA8E-8C6F0EC102FD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810" creationId="{0DECD230-5821-45BB-B07C-DFC09CF3D4C3}"/>
          </ac:cxnSpMkLst>
        </pc:cxnChg>
        <pc:cxnChg chg="mod">
          <ac:chgData name="沛溪 中村" userId="4b6ad4d7a42030dd" providerId="LiveId" clId="{B9F9AE90-CAA5-45CE-B33A-9388F3B08ED2}" dt="2026-02-03T10:23:09.982" v="4076"/>
          <ac:cxnSpMkLst>
            <pc:docMk/>
            <pc:sldMk cId="934936709" sldId="300"/>
            <ac:cxnSpMk id="811" creationId="{BA17278D-1E4C-41D0-BFBF-BC641C455462}"/>
          </ac:cxnSpMkLst>
        </pc:cxnChg>
        <pc:cxnChg chg="add mod">
          <ac:chgData name="沛溪 中村" userId="4b6ad4d7a42030dd" providerId="LiveId" clId="{B9F9AE90-CAA5-45CE-B33A-9388F3B08ED2}" dt="2026-02-03T10:25:34.662" v="4136" actId="164"/>
          <ac:cxnSpMkLst>
            <pc:docMk/>
            <pc:sldMk cId="934936709" sldId="300"/>
            <ac:cxnSpMk id="813" creationId="{DF785B81-23A1-4A67-8E11-711BC0075D1D}"/>
          </ac:cxnSpMkLst>
        </pc:cxnChg>
        <pc:cxnChg chg="mod">
          <ac:chgData name="沛溪 中村" userId="4b6ad4d7a42030dd" providerId="LiveId" clId="{B9F9AE90-CAA5-45CE-B33A-9388F3B08ED2}" dt="2026-02-03T10:25:41.495" v="4139" actId="14100"/>
          <ac:cxnSpMkLst>
            <pc:docMk/>
            <pc:sldMk cId="934936709" sldId="300"/>
            <ac:cxnSpMk id="821" creationId="{AF9E7230-5A4A-4099-9CB4-B61E2B4F1DCD}"/>
          </ac:cxnSpMkLst>
        </pc:cxnChg>
      </pc:sldChg>
      <pc:sldChg chg="add del">
        <pc:chgData name="沛溪 中村" userId="4b6ad4d7a42030dd" providerId="LiveId" clId="{B9F9AE90-CAA5-45CE-B33A-9388F3B08ED2}" dt="2026-02-03T08:11:49.985" v="1590"/>
        <pc:sldMkLst>
          <pc:docMk/>
          <pc:sldMk cId="1485575075" sldId="300"/>
        </pc:sldMkLst>
      </pc:sldChg>
      <pc:sldChg chg="delSp add del mod setBg">
        <pc:chgData name="沛溪 中村" userId="4b6ad4d7a42030dd" providerId="LiveId" clId="{B9F9AE90-CAA5-45CE-B33A-9388F3B08ED2}" dt="2026-02-03T10:09:15.167" v="3374" actId="47"/>
        <pc:sldMkLst>
          <pc:docMk/>
          <pc:sldMk cId="2483080497" sldId="300"/>
        </pc:sldMkLst>
        <pc:spChg chg="del">
          <ac:chgData name="沛溪 中村" userId="4b6ad4d7a42030dd" providerId="LiveId" clId="{B9F9AE90-CAA5-45CE-B33A-9388F3B08ED2}" dt="2026-02-03T10:09:12.146" v="3373" actId="478"/>
          <ac:spMkLst>
            <pc:docMk/>
            <pc:sldMk cId="2483080497" sldId="300"/>
            <ac:spMk id="11" creationId="{5E1D7EF6-C33A-45D4-96A4-011C77567466}"/>
          </ac:spMkLst>
        </pc:spChg>
      </pc:sldChg>
      <pc:sldChg chg="add del setBg">
        <pc:chgData name="沛溪 中村" userId="4b6ad4d7a42030dd" providerId="LiveId" clId="{B9F9AE90-CAA5-45CE-B33A-9388F3B08ED2}" dt="2026-02-03T10:09:22.115" v="3378"/>
        <pc:sldMkLst>
          <pc:docMk/>
          <pc:sldMk cId="2171909002" sldId="301"/>
        </pc:sldMkLst>
      </pc:sldChg>
      <pc:sldChg chg="addSp delSp modSp add del mod setBg">
        <pc:chgData name="沛溪 中村" userId="4b6ad4d7a42030dd" providerId="LiveId" clId="{B9F9AE90-CAA5-45CE-B33A-9388F3B08ED2}" dt="2026-02-03T10:28:53.960" v="4182" actId="47"/>
        <pc:sldMkLst>
          <pc:docMk/>
          <pc:sldMk cId="4045275450" sldId="301"/>
        </pc:sldMkLst>
        <pc:spChg chg="mod">
          <ac:chgData name="沛溪 中村" userId="4b6ad4d7a42030dd" providerId="LiveId" clId="{B9F9AE90-CAA5-45CE-B33A-9388F3B08ED2}" dt="2026-02-03T10:27:48.464" v="4160" actId="165"/>
          <ac:spMkLst>
            <pc:docMk/>
            <pc:sldMk cId="4045275450" sldId="301"/>
            <ac:spMk id="4" creationId="{154282F3-8D93-4BB7-97E8-02987F8324C0}"/>
          </ac:spMkLst>
        </pc:spChg>
        <pc:spChg chg="mod">
          <ac:chgData name="沛溪 中村" userId="4b6ad4d7a42030dd" providerId="LiveId" clId="{B9F9AE90-CAA5-45CE-B33A-9388F3B08ED2}" dt="2026-02-03T10:27:48.464" v="4160" actId="165"/>
          <ac:spMkLst>
            <pc:docMk/>
            <pc:sldMk cId="4045275450" sldId="301"/>
            <ac:spMk id="5" creationId="{230E964D-636A-4890-B09E-C766DC0E240C}"/>
          </ac:spMkLst>
        </pc:spChg>
        <pc:spChg chg="mod">
          <ac:chgData name="沛溪 中村" userId="4b6ad4d7a42030dd" providerId="LiveId" clId="{B9F9AE90-CAA5-45CE-B33A-9388F3B08ED2}" dt="2026-02-03T10:27:48.464" v="4160" actId="165"/>
          <ac:spMkLst>
            <pc:docMk/>
            <pc:sldMk cId="4045275450" sldId="301"/>
            <ac:spMk id="6" creationId="{71BF6EC7-A43D-4B78-AACC-369721572B16}"/>
          </ac:spMkLst>
        </pc:spChg>
        <pc:spChg chg="mod">
          <ac:chgData name="沛溪 中村" userId="4b6ad4d7a42030dd" providerId="LiveId" clId="{B9F9AE90-CAA5-45CE-B33A-9388F3B08ED2}" dt="2026-02-03T10:27:48.464" v="4160" actId="165"/>
          <ac:spMkLst>
            <pc:docMk/>
            <pc:sldMk cId="4045275450" sldId="301"/>
            <ac:spMk id="7" creationId="{A7F85BA8-8654-4747-953B-7489AA247EE4}"/>
          </ac:spMkLst>
        </pc:spChg>
        <pc:spChg chg="mod">
          <ac:chgData name="沛溪 中村" userId="4b6ad4d7a42030dd" providerId="LiveId" clId="{B9F9AE90-CAA5-45CE-B33A-9388F3B08ED2}" dt="2026-02-03T10:27:48.464" v="4160" actId="165"/>
          <ac:spMkLst>
            <pc:docMk/>
            <pc:sldMk cId="4045275450" sldId="301"/>
            <ac:spMk id="9" creationId="{D148A15F-53BD-4CCA-A5C7-ABEA8EB03DA2}"/>
          </ac:spMkLst>
        </pc:spChg>
        <pc:spChg chg="mod">
          <ac:chgData name="沛溪 中村" userId="4b6ad4d7a42030dd" providerId="LiveId" clId="{B9F9AE90-CAA5-45CE-B33A-9388F3B08ED2}" dt="2026-02-03T10:27:48.464" v="4160" actId="165"/>
          <ac:spMkLst>
            <pc:docMk/>
            <pc:sldMk cId="4045275450" sldId="301"/>
            <ac:spMk id="10" creationId="{0F451D89-BCA1-4B90-A47A-FD55AC9FD13A}"/>
          </ac:spMkLst>
        </pc:spChg>
        <pc:spChg chg="mod">
          <ac:chgData name="沛溪 中村" userId="4b6ad4d7a42030dd" providerId="LiveId" clId="{B9F9AE90-CAA5-45CE-B33A-9388F3B08ED2}" dt="2026-02-03T10:27:48.464" v="4160" actId="165"/>
          <ac:spMkLst>
            <pc:docMk/>
            <pc:sldMk cId="4045275450" sldId="301"/>
            <ac:spMk id="11" creationId="{57F0452E-F0C6-48B7-B48F-C94C9CAB207D}"/>
          </ac:spMkLst>
        </pc:spChg>
        <pc:spChg chg="mod">
          <ac:chgData name="沛溪 中村" userId="4b6ad4d7a42030dd" providerId="LiveId" clId="{B9F9AE90-CAA5-45CE-B33A-9388F3B08ED2}" dt="2026-02-03T10:27:48.464" v="4160" actId="165"/>
          <ac:spMkLst>
            <pc:docMk/>
            <pc:sldMk cId="4045275450" sldId="301"/>
            <ac:spMk id="16" creationId="{EAD44E72-8193-48D6-895A-000BD11AA9E6}"/>
          </ac:spMkLst>
        </pc:spChg>
        <pc:spChg chg="mod">
          <ac:chgData name="沛溪 中村" userId="4b6ad4d7a42030dd" providerId="LiveId" clId="{B9F9AE90-CAA5-45CE-B33A-9388F3B08ED2}" dt="2026-02-03T10:27:48.464" v="4160" actId="165"/>
          <ac:spMkLst>
            <pc:docMk/>
            <pc:sldMk cId="4045275450" sldId="301"/>
            <ac:spMk id="22" creationId="{C40E6E6B-2E0A-4FA8-B6D2-749D38C50EA7}"/>
          </ac:spMkLst>
        </pc:spChg>
        <pc:grpChg chg="add mod topLvl">
          <ac:chgData name="沛溪 中村" userId="4b6ad4d7a42030dd" providerId="LiveId" clId="{B9F9AE90-CAA5-45CE-B33A-9388F3B08ED2}" dt="2026-02-03T10:27:48.464" v="4160" actId="165"/>
          <ac:grpSpMkLst>
            <pc:docMk/>
            <pc:sldMk cId="4045275450" sldId="301"/>
            <ac:grpSpMk id="2" creationId="{F3BD4522-A00C-4EBA-B5DC-DDCC9D0833E8}"/>
          </ac:grpSpMkLst>
        </pc:grpChg>
        <pc:grpChg chg="mod">
          <ac:chgData name="沛溪 中村" userId="4b6ad4d7a42030dd" providerId="LiveId" clId="{B9F9AE90-CAA5-45CE-B33A-9388F3B08ED2}" dt="2026-02-03T10:27:48.464" v="4160" actId="165"/>
          <ac:grpSpMkLst>
            <pc:docMk/>
            <pc:sldMk cId="4045275450" sldId="301"/>
            <ac:grpSpMk id="8" creationId="{151D0BAB-FBF6-4B35-8122-70F0FD9E4DC0}"/>
          </ac:grpSpMkLst>
        </pc:grpChg>
        <pc:grpChg chg="add del mod">
          <ac:chgData name="沛溪 中村" userId="4b6ad4d7a42030dd" providerId="LiveId" clId="{B9F9AE90-CAA5-45CE-B33A-9388F3B08ED2}" dt="2026-02-03T10:27:48.464" v="4160" actId="165"/>
          <ac:grpSpMkLst>
            <pc:docMk/>
            <pc:sldMk cId="4045275450" sldId="301"/>
            <ac:grpSpMk id="13" creationId="{D86DA625-AB3D-424C-8845-CD34E867411B}"/>
          </ac:grpSpMkLst>
        </pc:grpChg>
        <pc:grpChg chg="mod">
          <ac:chgData name="沛溪 中村" userId="4b6ad4d7a42030dd" providerId="LiveId" clId="{B9F9AE90-CAA5-45CE-B33A-9388F3B08ED2}" dt="2026-02-03T10:27:48.464" v="4160" actId="165"/>
          <ac:grpSpMkLst>
            <pc:docMk/>
            <pc:sldMk cId="4045275450" sldId="301"/>
            <ac:grpSpMk id="19" creationId="{67C03202-367E-4A06-96AF-67A2FAD3EA88}"/>
          </ac:grpSpMkLst>
        </pc:grpChg>
        <pc:grpChg chg="mod">
          <ac:chgData name="沛溪 中村" userId="4b6ad4d7a42030dd" providerId="LiveId" clId="{B9F9AE90-CAA5-45CE-B33A-9388F3B08ED2}" dt="2026-02-03T10:27:48.464" v="4160" actId="165"/>
          <ac:grpSpMkLst>
            <pc:docMk/>
            <pc:sldMk cId="4045275450" sldId="301"/>
            <ac:grpSpMk id="20" creationId="{EF107DF3-5C52-4655-B7B8-EED6FC88BE2A}"/>
          </ac:grpSpMkLst>
        </pc:grpChg>
        <pc:grpChg chg="mod">
          <ac:chgData name="沛溪 中村" userId="4b6ad4d7a42030dd" providerId="LiveId" clId="{B9F9AE90-CAA5-45CE-B33A-9388F3B08ED2}" dt="2026-02-03T10:27:48.464" v="4160" actId="165"/>
          <ac:grpSpMkLst>
            <pc:docMk/>
            <pc:sldMk cId="4045275450" sldId="301"/>
            <ac:grpSpMk id="23" creationId="{E1B02708-0E71-4982-990E-A13F24DC7BE0}"/>
          </ac:grpSpMkLst>
        </pc:grpChg>
        <pc:picChg chg="add mod topLvl">
          <ac:chgData name="沛溪 中村" userId="4b6ad4d7a42030dd" providerId="LiveId" clId="{B9F9AE90-CAA5-45CE-B33A-9388F3B08ED2}" dt="2026-02-03T10:27:48.464" v="4160" actId="165"/>
          <ac:picMkLst>
            <pc:docMk/>
            <pc:sldMk cId="4045275450" sldId="301"/>
            <ac:picMk id="12" creationId="{4BD975F5-CDEB-4F2A-84C9-733828486F20}"/>
          </ac:picMkLst>
        </pc:picChg>
        <pc:cxnChg chg="mod">
          <ac:chgData name="沛溪 中村" userId="4b6ad4d7a42030dd" providerId="LiveId" clId="{B9F9AE90-CAA5-45CE-B33A-9388F3B08ED2}" dt="2026-02-03T10:27:48.464" v="4160" actId="165"/>
          <ac:cxnSpMkLst>
            <pc:docMk/>
            <pc:sldMk cId="4045275450" sldId="301"/>
            <ac:cxnSpMk id="14" creationId="{28D8F476-165E-49D4-8753-5A1561E14E4F}"/>
          </ac:cxnSpMkLst>
        </pc:cxnChg>
        <pc:cxnChg chg="mod">
          <ac:chgData name="沛溪 中村" userId="4b6ad4d7a42030dd" providerId="LiveId" clId="{B9F9AE90-CAA5-45CE-B33A-9388F3B08ED2}" dt="2026-02-03T10:27:48.464" v="4160" actId="165"/>
          <ac:cxnSpMkLst>
            <pc:docMk/>
            <pc:sldMk cId="4045275450" sldId="301"/>
            <ac:cxnSpMk id="21" creationId="{C71A6151-0CF6-40C4-9017-E1785621182D}"/>
          </ac:cxnSpMkLst>
        </pc:cxnChg>
      </pc:sldChg>
      <pc:sldChg chg="modSp add del mod">
        <pc:chgData name="沛溪 中村" userId="4b6ad4d7a42030dd" providerId="LiveId" clId="{B9F9AE90-CAA5-45CE-B33A-9388F3B08ED2}" dt="2026-02-03T10:27:17.340" v="4156" actId="47"/>
        <pc:sldMkLst>
          <pc:docMk/>
          <pc:sldMk cId="1513447554" sldId="302"/>
        </pc:sldMkLst>
        <pc:grpChg chg="mod">
          <ac:chgData name="沛溪 中村" userId="4b6ad4d7a42030dd" providerId="LiveId" clId="{B9F9AE90-CAA5-45CE-B33A-9388F3B08ED2}" dt="2026-02-03T10:26:59.153" v="4153" actId="688"/>
          <ac:grpSpMkLst>
            <pc:docMk/>
            <pc:sldMk cId="1513447554" sldId="302"/>
            <ac:grpSpMk id="13" creationId="{D86DA625-AB3D-424C-8845-CD34E867411B}"/>
          </ac:grpSpMkLst>
        </pc:grpChg>
      </pc:sldChg>
      <pc:sldChg chg="addSp delSp modSp add del mod">
        <pc:chgData name="沛溪 中村" userId="4b6ad4d7a42030dd" providerId="LiveId" clId="{B9F9AE90-CAA5-45CE-B33A-9388F3B08ED2}" dt="2026-02-04T06:19:40.265" v="11629"/>
        <pc:sldMkLst>
          <pc:docMk/>
          <pc:sldMk cId="1890885510" sldId="302"/>
        </pc:sldMkLst>
        <pc:spChg chg="add mod">
          <ac:chgData name="沛溪 中村" userId="4b6ad4d7a42030dd" providerId="LiveId" clId="{B9F9AE90-CAA5-45CE-B33A-9388F3B08ED2}" dt="2026-02-03T17:47:54.735" v="10170" actId="692"/>
          <ac:spMkLst>
            <pc:docMk/>
            <pc:sldMk cId="1890885510" sldId="302"/>
            <ac:spMk id="36" creationId="{9EDF94C6-FF00-4384-B767-FF6394880D40}"/>
          </ac:spMkLst>
        </pc:spChg>
        <pc:spChg chg="add mod">
          <ac:chgData name="沛溪 中村" userId="4b6ad4d7a42030dd" providerId="LiveId" clId="{B9F9AE90-CAA5-45CE-B33A-9388F3B08ED2}" dt="2026-02-03T17:44:52.475" v="10115" actId="20577"/>
          <ac:spMkLst>
            <pc:docMk/>
            <pc:sldMk cId="1890885510" sldId="302"/>
            <ac:spMk id="37" creationId="{1D80A47C-22FF-4C3A-9511-176E670E61A9}"/>
          </ac:spMkLst>
        </pc:spChg>
        <pc:spChg chg="add del mod">
          <ac:chgData name="沛溪 中村" userId="4b6ad4d7a42030dd" providerId="LiveId" clId="{B9F9AE90-CAA5-45CE-B33A-9388F3B08ED2}" dt="2026-02-03T10:28:02.168" v="4165"/>
          <ac:spMkLst>
            <pc:docMk/>
            <pc:sldMk cId="1890885510" sldId="302"/>
            <ac:spMk id="812" creationId="{208EEA3F-D4D7-4160-A76F-F3F6369FA215}"/>
          </ac:spMkLst>
        </pc:spChg>
        <pc:spChg chg="add del mod">
          <ac:chgData name="沛溪 中村" userId="4b6ad4d7a42030dd" providerId="LiveId" clId="{B9F9AE90-CAA5-45CE-B33A-9388F3B08ED2}" dt="2026-02-03T10:28:02.168" v="4165"/>
          <ac:spMkLst>
            <pc:docMk/>
            <pc:sldMk cId="1890885510" sldId="302"/>
            <ac:spMk id="814" creationId="{177D8F98-198F-475C-B137-EDFC4FD05EF3}"/>
          </ac:spMkLst>
        </pc:spChg>
        <pc:spChg chg="add del mod">
          <ac:chgData name="沛溪 中村" userId="4b6ad4d7a42030dd" providerId="LiveId" clId="{B9F9AE90-CAA5-45CE-B33A-9388F3B08ED2}" dt="2026-02-03T10:28:23.651" v="4168"/>
          <ac:spMkLst>
            <pc:docMk/>
            <pc:sldMk cId="1890885510" sldId="302"/>
            <ac:spMk id="817" creationId="{66E7EA77-486D-48F2-BCC0-CD1CB8D96DD3}"/>
          </ac:spMkLst>
        </pc:spChg>
        <pc:spChg chg="add del mod">
          <ac:chgData name="沛溪 中村" userId="4b6ad4d7a42030dd" providerId="LiveId" clId="{B9F9AE90-CAA5-45CE-B33A-9388F3B08ED2}" dt="2026-02-03T10:28:23.651" v="4168"/>
          <ac:spMkLst>
            <pc:docMk/>
            <pc:sldMk cId="1890885510" sldId="302"/>
            <ac:spMk id="822" creationId="{B415A3DE-3376-4916-A8C2-B7DAC04CA9A3}"/>
          </ac:spMkLst>
        </pc:spChg>
        <pc:spChg chg="add del mod">
          <ac:chgData name="沛溪 中村" userId="4b6ad4d7a42030dd" providerId="LiveId" clId="{B9F9AE90-CAA5-45CE-B33A-9388F3B08ED2}" dt="2026-02-03T10:28:23.651" v="4168"/>
          <ac:spMkLst>
            <pc:docMk/>
            <pc:sldMk cId="1890885510" sldId="302"/>
            <ac:spMk id="823" creationId="{D0562EF5-FB64-48D3-9647-485B52ECAB53}"/>
          </ac:spMkLst>
        </pc:spChg>
        <pc:spChg chg="add del mod">
          <ac:chgData name="沛溪 中村" userId="4b6ad4d7a42030dd" providerId="LiveId" clId="{B9F9AE90-CAA5-45CE-B33A-9388F3B08ED2}" dt="2026-02-03T10:28:23.651" v="4168"/>
          <ac:spMkLst>
            <pc:docMk/>
            <pc:sldMk cId="1890885510" sldId="302"/>
            <ac:spMk id="825" creationId="{3BA75909-47CB-4DD8-839D-AA958FCFAC77}"/>
          </ac:spMkLst>
        </pc:spChg>
        <pc:spChg chg="add del mod">
          <ac:chgData name="沛溪 中村" userId="4b6ad4d7a42030dd" providerId="LiveId" clId="{B9F9AE90-CAA5-45CE-B33A-9388F3B08ED2}" dt="2026-02-03T10:28:23.651" v="4168"/>
          <ac:spMkLst>
            <pc:docMk/>
            <pc:sldMk cId="1890885510" sldId="302"/>
            <ac:spMk id="827" creationId="{6BD32AC1-AC68-4AC3-9138-7AD464B9CBE2}"/>
          </ac:spMkLst>
        </pc:spChg>
        <pc:spChg chg="add mod">
          <ac:chgData name="沛溪 中村" userId="4b6ad4d7a42030dd" providerId="LiveId" clId="{B9F9AE90-CAA5-45CE-B33A-9388F3B08ED2}" dt="2026-02-03T10:29:30.789" v="4211" actId="1076"/>
          <ac:spMkLst>
            <pc:docMk/>
            <pc:sldMk cId="1890885510" sldId="302"/>
            <ac:spMk id="828" creationId="{4B513E7D-F831-42FC-8BDD-6F3B82FF00DA}"/>
          </ac:spMkLst>
        </pc:spChg>
        <pc:spChg chg="add mod">
          <ac:chgData name="沛溪 中村" userId="4b6ad4d7a42030dd" providerId="LiveId" clId="{B9F9AE90-CAA5-45CE-B33A-9388F3B08ED2}" dt="2026-02-03T10:33:08.597" v="4642" actId="20577"/>
          <ac:spMkLst>
            <pc:docMk/>
            <pc:sldMk cId="1890885510" sldId="302"/>
            <ac:spMk id="829" creationId="{E2C4FCC5-A2F6-496E-BCCF-3DB124C4B2DD}"/>
          </ac:spMkLst>
        </pc:spChg>
        <pc:spChg chg="add mod">
          <ac:chgData name="沛溪 中村" userId="4b6ad4d7a42030dd" providerId="LiveId" clId="{B9F9AE90-CAA5-45CE-B33A-9388F3B08ED2}" dt="2026-02-03T10:30:32.615" v="4310" actId="20577"/>
          <ac:spMkLst>
            <pc:docMk/>
            <pc:sldMk cId="1890885510" sldId="302"/>
            <ac:spMk id="830" creationId="{FDC7773D-EC5D-4079-BDF3-34664BB4079A}"/>
          </ac:spMkLst>
        </pc:spChg>
        <pc:spChg chg="add mod">
          <ac:chgData name="沛溪 中村" userId="4b6ad4d7a42030dd" providerId="LiveId" clId="{B9F9AE90-CAA5-45CE-B33A-9388F3B08ED2}" dt="2026-02-03T10:28:26.422" v="4170" actId="164"/>
          <ac:spMkLst>
            <pc:docMk/>
            <pc:sldMk cId="1890885510" sldId="302"/>
            <ac:spMk id="832" creationId="{618AEC80-D3C8-47A6-AE46-F506168F1864}"/>
          </ac:spMkLst>
        </pc:spChg>
        <pc:spChg chg="add mod">
          <ac:chgData name="沛溪 中村" userId="4b6ad4d7a42030dd" providerId="LiveId" clId="{B9F9AE90-CAA5-45CE-B33A-9388F3B08ED2}" dt="2026-02-03T10:28:26.422" v="4170" actId="164"/>
          <ac:spMkLst>
            <pc:docMk/>
            <pc:sldMk cId="1890885510" sldId="302"/>
            <ac:spMk id="834" creationId="{A23E438B-6291-46F7-B4DE-D3AC88BD6932}"/>
          </ac:spMkLst>
        </pc:spChg>
        <pc:spChg chg="add del mod">
          <ac:chgData name="沛溪 中村" userId="4b6ad4d7a42030dd" providerId="LiveId" clId="{B9F9AE90-CAA5-45CE-B33A-9388F3B08ED2}" dt="2026-02-03T10:28:33.170" v="4173"/>
          <ac:spMkLst>
            <pc:docMk/>
            <pc:sldMk cId="1890885510" sldId="302"/>
            <ac:spMk id="835" creationId="{930CAD9D-650A-4FCA-92F1-D4862EA5DF5F}"/>
          </ac:spMkLst>
        </pc:spChg>
        <pc:spChg chg="add del mod">
          <ac:chgData name="沛溪 中村" userId="4b6ad4d7a42030dd" providerId="LiveId" clId="{B9F9AE90-CAA5-45CE-B33A-9388F3B08ED2}" dt="2026-02-03T10:28:33.170" v="4173"/>
          <ac:spMkLst>
            <pc:docMk/>
            <pc:sldMk cId="1890885510" sldId="302"/>
            <ac:spMk id="836" creationId="{F5C79B6A-0021-427C-8502-A13A8BE64E5E}"/>
          </ac:spMkLst>
        </pc:spChg>
        <pc:spChg chg="add del mod">
          <ac:chgData name="沛溪 中村" userId="4b6ad4d7a42030dd" providerId="LiveId" clId="{B9F9AE90-CAA5-45CE-B33A-9388F3B08ED2}" dt="2026-02-03T10:28:33.170" v="4173"/>
          <ac:spMkLst>
            <pc:docMk/>
            <pc:sldMk cId="1890885510" sldId="302"/>
            <ac:spMk id="837" creationId="{2567C3EB-2083-401D-BE55-E24969AAF5EE}"/>
          </ac:spMkLst>
        </pc:spChg>
        <pc:spChg chg="add del mod">
          <ac:chgData name="沛溪 中村" userId="4b6ad4d7a42030dd" providerId="LiveId" clId="{B9F9AE90-CAA5-45CE-B33A-9388F3B08ED2}" dt="2026-02-03T10:28:33.170" v="4173"/>
          <ac:spMkLst>
            <pc:docMk/>
            <pc:sldMk cId="1890885510" sldId="302"/>
            <ac:spMk id="839" creationId="{4C9FFB53-146A-4B3B-AA6A-3202B9BC069D}"/>
          </ac:spMkLst>
        </pc:spChg>
        <pc:spChg chg="add del mod">
          <ac:chgData name="沛溪 中村" userId="4b6ad4d7a42030dd" providerId="LiveId" clId="{B9F9AE90-CAA5-45CE-B33A-9388F3B08ED2}" dt="2026-02-03T10:28:33.170" v="4173"/>
          <ac:spMkLst>
            <pc:docMk/>
            <pc:sldMk cId="1890885510" sldId="302"/>
            <ac:spMk id="841" creationId="{F8D93DE0-BD8D-43E8-8D6C-A219B9F2627A}"/>
          </ac:spMkLst>
        </pc:spChg>
        <pc:spChg chg="add mod">
          <ac:chgData name="沛溪 中村" userId="4b6ad4d7a42030dd" providerId="LiveId" clId="{B9F9AE90-CAA5-45CE-B33A-9388F3B08ED2}" dt="2026-02-03T10:31:51.274" v="4474" actId="20577"/>
          <ac:spMkLst>
            <pc:docMk/>
            <pc:sldMk cId="1890885510" sldId="302"/>
            <ac:spMk id="842" creationId="{9E8DD738-2FAB-491C-9565-2F601B40282F}"/>
          </ac:spMkLst>
        </pc:spChg>
        <pc:spChg chg="add mod">
          <ac:chgData name="沛溪 中村" userId="4b6ad4d7a42030dd" providerId="LiveId" clId="{B9F9AE90-CAA5-45CE-B33A-9388F3B08ED2}" dt="2026-02-03T10:35:43.545" v="4789" actId="20577"/>
          <ac:spMkLst>
            <pc:docMk/>
            <pc:sldMk cId="1890885510" sldId="302"/>
            <ac:spMk id="843" creationId="{98AAB1C4-FCB4-4478-9F32-29D399155DF3}"/>
          </ac:spMkLst>
        </pc:spChg>
        <pc:spChg chg="add mod">
          <ac:chgData name="沛溪 中村" userId="4b6ad4d7a42030dd" providerId="LiveId" clId="{B9F9AE90-CAA5-45CE-B33A-9388F3B08ED2}" dt="2026-02-03T10:34:35.324" v="4664" actId="20577"/>
          <ac:spMkLst>
            <pc:docMk/>
            <pc:sldMk cId="1890885510" sldId="302"/>
            <ac:spMk id="844" creationId="{F445BCE2-573C-46CB-A594-8E0213EBB0C9}"/>
          </ac:spMkLst>
        </pc:spChg>
        <pc:spChg chg="add mod">
          <ac:chgData name="沛溪 中村" userId="4b6ad4d7a42030dd" providerId="LiveId" clId="{B9F9AE90-CAA5-45CE-B33A-9388F3B08ED2}" dt="2026-02-03T10:28:37.141" v="4175" actId="164"/>
          <ac:spMkLst>
            <pc:docMk/>
            <pc:sldMk cId="1890885510" sldId="302"/>
            <ac:spMk id="846" creationId="{EBB5311D-36DF-4B42-B3E2-6940974EAFE8}"/>
          </ac:spMkLst>
        </pc:spChg>
        <pc:spChg chg="add mod">
          <ac:chgData name="沛溪 中村" userId="4b6ad4d7a42030dd" providerId="LiveId" clId="{B9F9AE90-CAA5-45CE-B33A-9388F3B08ED2}" dt="2026-02-03T10:28:37.141" v="4175" actId="164"/>
          <ac:spMkLst>
            <pc:docMk/>
            <pc:sldMk cId="1890885510" sldId="302"/>
            <ac:spMk id="848" creationId="{2E815761-368B-4C2E-AB29-560E7368C578}"/>
          </ac:spMkLst>
        </pc:spChg>
        <pc:spChg chg="add mod">
          <ac:chgData name="沛溪 中村" userId="4b6ad4d7a42030dd" providerId="LiveId" clId="{B9F9AE90-CAA5-45CE-B33A-9388F3B08ED2}" dt="2026-02-03T10:36:18.464" v="4822" actId="20577"/>
          <ac:spMkLst>
            <pc:docMk/>
            <pc:sldMk cId="1890885510" sldId="302"/>
            <ac:spMk id="849" creationId="{58D5569D-D96E-484A-A9AA-F95BF577CA37}"/>
          </ac:spMkLst>
        </pc:spChg>
        <pc:spChg chg="add mod">
          <ac:chgData name="沛溪 中村" userId="4b6ad4d7a42030dd" providerId="LiveId" clId="{B9F9AE90-CAA5-45CE-B33A-9388F3B08ED2}" dt="2026-02-03T10:40:26.248" v="5138" actId="20577"/>
          <ac:spMkLst>
            <pc:docMk/>
            <pc:sldMk cId="1890885510" sldId="302"/>
            <ac:spMk id="850" creationId="{713391BD-7E83-4A07-8210-8087A42F402D}"/>
          </ac:spMkLst>
        </pc:spChg>
        <pc:spChg chg="add mod">
          <ac:chgData name="沛溪 中村" userId="4b6ad4d7a42030dd" providerId="LiveId" clId="{B9F9AE90-CAA5-45CE-B33A-9388F3B08ED2}" dt="2026-02-03T10:39:41.424" v="4974" actId="20577"/>
          <ac:spMkLst>
            <pc:docMk/>
            <pc:sldMk cId="1890885510" sldId="302"/>
            <ac:spMk id="851" creationId="{90D415EC-ADD8-4075-B262-C8257C0B8E32}"/>
          </ac:spMkLst>
        </pc:spChg>
        <pc:spChg chg="add mod">
          <ac:chgData name="沛溪 中村" userId="4b6ad4d7a42030dd" providerId="LiveId" clId="{B9F9AE90-CAA5-45CE-B33A-9388F3B08ED2}" dt="2026-02-03T10:28:41.833" v="4178" actId="164"/>
          <ac:spMkLst>
            <pc:docMk/>
            <pc:sldMk cId="1890885510" sldId="302"/>
            <ac:spMk id="853" creationId="{8069733C-45A5-4220-95EF-25C8B0E25725}"/>
          </ac:spMkLst>
        </pc:spChg>
        <pc:spChg chg="add mod">
          <ac:chgData name="沛溪 中村" userId="4b6ad4d7a42030dd" providerId="LiveId" clId="{B9F9AE90-CAA5-45CE-B33A-9388F3B08ED2}" dt="2026-02-03T10:28:41.833" v="4178" actId="164"/>
          <ac:spMkLst>
            <pc:docMk/>
            <pc:sldMk cId="1890885510" sldId="302"/>
            <ac:spMk id="855" creationId="{3B20C4B3-309A-40DE-B33E-AA058EBE4FD1}"/>
          </ac:spMkLst>
        </pc:spChg>
        <pc:spChg chg="add mod">
          <ac:chgData name="沛溪 中村" userId="4b6ad4d7a42030dd" providerId="LiveId" clId="{B9F9AE90-CAA5-45CE-B33A-9388F3B08ED2}" dt="2026-02-03T11:52:48.309" v="6622" actId="1076"/>
          <ac:spMkLst>
            <pc:docMk/>
            <pc:sldMk cId="1890885510" sldId="302"/>
            <ac:spMk id="856" creationId="{F076FA1D-3C52-41C4-98F4-D5AE2C093FB1}"/>
          </ac:spMkLst>
        </pc:spChg>
        <pc:spChg chg="add mod">
          <ac:chgData name="沛溪 中村" userId="4b6ad4d7a42030dd" providerId="LiveId" clId="{B9F9AE90-CAA5-45CE-B33A-9388F3B08ED2}" dt="2026-02-03T11:52:45.273" v="6621" actId="14100"/>
          <ac:spMkLst>
            <pc:docMk/>
            <pc:sldMk cId="1890885510" sldId="302"/>
            <ac:spMk id="857" creationId="{DB031C05-FFAD-457D-9FBD-927E7A32376C}"/>
          </ac:spMkLst>
        </pc:spChg>
        <pc:spChg chg="add mod">
          <ac:chgData name="沛溪 中村" userId="4b6ad4d7a42030dd" providerId="LiveId" clId="{B9F9AE90-CAA5-45CE-B33A-9388F3B08ED2}" dt="2026-02-03T17:48:33.609" v="10174" actId="1076"/>
          <ac:spMkLst>
            <pc:docMk/>
            <pc:sldMk cId="1890885510" sldId="302"/>
            <ac:spMk id="858" creationId="{2683E65B-48DC-4867-A971-77763D542ED6}"/>
          </ac:spMkLst>
        </pc:spChg>
        <pc:spChg chg="add mod">
          <ac:chgData name="沛溪 中村" userId="4b6ad4d7a42030dd" providerId="LiveId" clId="{B9F9AE90-CAA5-45CE-B33A-9388F3B08ED2}" dt="2026-02-03T17:48:35.019" v="10175" actId="1076"/>
          <ac:spMkLst>
            <pc:docMk/>
            <pc:sldMk cId="1890885510" sldId="302"/>
            <ac:spMk id="859" creationId="{C0D635CA-B78D-4A01-A731-BC743CDA18A6}"/>
          </ac:spMkLst>
        </pc:spChg>
        <pc:grpChg chg="add mod">
          <ac:chgData name="沛溪 中村" userId="4b6ad4d7a42030dd" providerId="LiveId" clId="{B9F9AE90-CAA5-45CE-B33A-9388F3B08ED2}" dt="2026-02-03T10:28:37.141" v="4175" actId="164"/>
          <ac:grpSpMkLst>
            <pc:docMk/>
            <pc:sldMk cId="1890885510" sldId="302"/>
            <ac:grpSpMk id="3" creationId="{00C0DE6F-C592-4A3E-AD9D-6F0A271EB7C6}"/>
          </ac:grpSpMkLst>
        </pc:grpChg>
        <pc:grpChg chg="mod">
          <ac:chgData name="沛溪 中村" userId="4b6ad4d7a42030dd" providerId="LiveId" clId="{B9F9AE90-CAA5-45CE-B33A-9388F3B08ED2}" dt="2026-02-03T10:28:26.422" v="4170" actId="164"/>
          <ac:grpSpMkLst>
            <pc:docMk/>
            <pc:sldMk cId="1890885510" sldId="302"/>
            <ac:grpSpMk id="13" creationId="{D86DA625-AB3D-424C-8845-CD34E867411B}"/>
          </ac:grpSpMkLst>
        </pc:grpChg>
        <pc:grpChg chg="add mod">
          <ac:chgData name="沛溪 中村" userId="4b6ad4d7a42030dd" providerId="LiveId" clId="{B9F9AE90-CAA5-45CE-B33A-9388F3B08ED2}" dt="2026-02-03T10:28:41.833" v="4178" actId="164"/>
          <ac:grpSpMkLst>
            <pc:docMk/>
            <pc:sldMk cId="1890885510" sldId="302"/>
            <ac:grpSpMk id="15" creationId="{5297FE1D-C967-4AF7-BE1A-9A0466DA668F}"/>
          </ac:grpSpMkLst>
        </pc:grpChg>
        <pc:grpChg chg="add mod">
          <ac:chgData name="沛溪 中村" userId="4b6ad4d7a42030dd" providerId="LiveId" clId="{B9F9AE90-CAA5-45CE-B33A-9388F3B08ED2}" dt="2026-02-03T10:34:26.202" v="4652" actId="164"/>
          <ac:grpSpMkLst>
            <pc:docMk/>
            <pc:sldMk cId="1890885510" sldId="302"/>
            <ac:grpSpMk id="17" creationId="{FECFB9AF-F6C2-48F4-B411-EB2CA1920A3F}"/>
          </ac:grpSpMkLst>
        </pc:grpChg>
        <pc:grpChg chg="add mod">
          <ac:chgData name="沛溪 中村" userId="4b6ad4d7a42030dd" providerId="LiveId" clId="{B9F9AE90-CAA5-45CE-B33A-9388F3B08ED2}" dt="2026-02-03T10:35:48.586" v="4790" actId="164"/>
          <ac:grpSpMkLst>
            <pc:docMk/>
            <pc:sldMk cId="1890885510" sldId="302"/>
            <ac:grpSpMk id="27" creationId="{052E2D32-5031-4D9B-962A-23A9CCEE626B}"/>
          </ac:grpSpMkLst>
        </pc:grpChg>
        <pc:grpChg chg="add mod">
          <ac:chgData name="沛溪 中村" userId="4b6ad4d7a42030dd" providerId="LiveId" clId="{B9F9AE90-CAA5-45CE-B33A-9388F3B08ED2}" dt="2026-02-03T10:41:13.020" v="5142" actId="164"/>
          <ac:grpSpMkLst>
            <pc:docMk/>
            <pc:sldMk cId="1890885510" sldId="302"/>
            <ac:grpSpMk id="30" creationId="{E4488B8D-9842-4622-A043-B8F85CC9E3C6}"/>
          </ac:grpSpMkLst>
        </pc:grpChg>
        <pc:grpChg chg="add mod">
          <ac:chgData name="沛溪 中村" userId="4b6ad4d7a42030dd" providerId="LiveId" clId="{B9F9AE90-CAA5-45CE-B33A-9388F3B08ED2}" dt="2026-02-03T10:41:24.351" v="5146" actId="688"/>
          <ac:grpSpMkLst>
            <pc:docMk/>
            <pc:sldMk cId="1890885510" sldId="302"/>
            <ac:grpSpMk id="33" creationId="{1F836838-3C17-40DE-BC88-A37A92244AF9}"/>
          </ac:grpSpMkLst>
        </pc:grpChg>
        <pc:grpChg chg="add del mod">
          <ac:chgData name="沛溪 中村" userId="4b6ad4d7a42030dd" providerId="LiveId" clId="{B9F9AE90-CAA5-45CE-B33A-9388F3B08ED2}" dt="2026-02-04T06:19:40.265" v="11629"/>
          <ac:grpSpMkLst>
            <pc:docMk/>
            <pc:sldMk cId="1890885510" sldId="302"/>
            <ac:grpSpMk id="62" creationId="{0A2F4FF9-A182-44D4-9EAF-5CCDC61ACD51}"/>
          </ac:grpSpMkLst>
        </pc:grpChg>
        <pc:grpChg chg="add del mod">
          <ac:chgData name="沛溪 中村" userId="4b6ad4d7a42030dd" providerId="LiveId" clId="{B9F9AE90-CAA5-45CE-B33A-9388F3B08ED2}" dt="2026-02-04T06:19:40.265" v="11629"/>
          <ac:grpSpMkLst>
            <pc:docMk/>
            <pc:sldMk cId="1890885510" sldId="302"/>
            <ac:grpSpMk id="67" creationId="{DEF9DC0E-72A9-4E68-A452-0B1F241F793D}"/>
          </ac:grpSpMkLst>
        </pc:grpChg>
        <pc:grpChg chg="del">
          <ac:chgData name="沛溪 中村" userId="4b6ad4d7a42030dd" providerId="LiveId" clId="{B9F9AE90-CAA5-45CE-B33A-9388F3B08ED2}" dt="2026-02-03T12:00:56.109" v="6642" actId="478"/>
          <ac:grpSpMkLst>
            <pc:docMk/>
            <pc:sldMk cId="1890885510" sldId="302"/>
            <ac:grpSpMk id="816" creationId="{CD14EA29-B6EB-411A-9AD4-07F1C362AAAA}"/>
          </ac:grpSpMkLst>
        </pc:grpChg>
        <pc:grpChg chg="del">
          <ac:chgData name="沛溪 中村" userId="4b6ad4d7a42030dd" providerId="LiveId" clId="{B9F9AE90-CAA5-45CE-B33A-9388F3B08ED2}" dt="2026-02-03T12:01:16.908" v="6654" actId="478"/>
          <ac:grpSpMkLst>
            <pc:docMk/>
            <pc:sldMk cId="1890885510" sldId="302"/>
            <ac:grpSpMk id="818" creationId="{0A71E84D-77F6-4AAD-9D0A-D06AE0C80B5C}"/>
          </ac:grpSpMkLst>
        </pc:grpChg>
        <pc:picChg chg="add del mod">
          <ac:chgData name="沛溪 中村" userId="4b6ad4d7a42030dd" providerId="LiveId" clId="{B9F9AE90-CAA5-45CE-B33A-9388F3B08ED2}" dt="2026-02-03T10:33:38.282" v="4646" actId="478"/>
          <ac:picMkLst>
            <pc:docMk/>
            <pc:sldMk cId="1890885510" sldId="302"/>
            <ac:picMk id="24" creationId="{269771D5-5DCB-41BE-AD21-60347EE26DE4}"/>
          </ac:picMkLst>
        </pc:picChg>
        <pc:picChg chg="add mod">
          <ac:chgData name="沛溪 中村" userId="4b6ad4d7a42030dd" providerId="LiveId" clId="{B9F9AE90-CAA5-45CE-B33A-9388F3B08ED2}" dt="2026-02-03T10:34:26.202" v="4652" actId="164"/>
          <ac:picMkLst>
            <pc:docMk/>
            <pc:sldMk cId="1890885510" sldId="302"/>
            <ac:picMk id="26" creationId="{967B7586-C199-4FFC-950E-2742AB41251A}"/>
          </ac:picMkLst>
        </pc:picChg>
        <pc:picChg chg="add mod">
          <ac:chgData name="沛溪 中村" userId="4b6ad4d7a42030dd" providerId="LiveId" clId="{B9F9AE90-CAA5-45CE-B33A-9388F3B08ED2}" dt="2026-02-03T10:35:48.586" v="4790" actId="164"/>
          <ac:picMkLst>
            <pc:docMk/>
            <pc:sldMk cId="1890885510" sldId="302"/>
            <ac:picMk id="29" creationId="{2F688802-8ABB-4267-81AF-BE09ECACFD95}"/>
          </ac:picMkLst>
        </pc:picChg>
        <pc:picChg chg="add mod">
          <ac:chgData name="沛溪 中村" userId="4b6ad4d7a42030dd" providerId="LiveId" clId="{B9F9AE90-CAA5-45CE-B33A-9388F3B08ED2}" dt="2026-02-03T10:41:13.020" v="5142" actId="164"/>
          <ac:picMkLst>
            <pc:docMk/>
            <pc:sldMk cId="1890885510" sldId="302"/>
            <ac:picMk id="32" creationId="{0F7D0E80-E069-4F3D-84BC-DDBE82548D65}"/>
          </ac:picMkLst>
        </pc:picChg>
        <pc:picChg chg="add mod">
          <ac:chgData name="沛溪 中村" userId="4b6ad4d7a42030dd" providerId="LiveId" clId="{B9F9AE90-CAA5-45CE-B33A-9388F3B08ED2}" dt="2026-02-03T11:43:12.430" v="6164" actId="1076"/>
          <ac:picMkLst>
            <pc:docMk/>
            <pc:sldMk cId="1890885510" sldId="302"/>
            <ac:picMk id="35" creationId="{13EE9D3D-936E-4029-9350-5980E7678207}"/>
          </ac:picMkLst>
        </pc:picChg>
        <pc:cxnChg chg="mod">
          <ac:chgData name="沛溪 中村" userId="4b6ad4d7a42030dd" providerId="LiveId" clId="{B9F9AE90-CAA5-45CE-B33A-9388F3B08ED2}" dt="2026-02-04T06:19:38.095" v="11628"/>
          <ac:cxnSpMkLst>
            <pc:docMk/>
            <pc:sldMk cId="1890885510" sldId="302"/>
            <ac:cxnSpMk id="63" creationId="{4C86AF96-B6DF-4936-8125-E2B2578C8EDF}"/>
          </ac:cxnSpMkLst>
        </pc:cxnChg>
        <pc:cxnChg chg="mod">
          <ac:chgData name="沛溪 中村" userId="4b6ad4d7a42030dd" providerId="LiveId" clId="{B9F9AE90-CAA5-45CE-B33A-9388F3B08ED2}" dt="2026-02-04T06:19:38.095" v="11628"/>
          <ac:cxnSpMkLst>
            <pc:docMk/>
            <pc:sldMk cId="1890885510" sldId="302"/>
            <ac:cxnSpMk id="66" creationId="{159F2EF8-28FE-4162-9F74-0A4AC7090647}"/>
          </ac:cxnSpMkLst>
        </pc:cxnChg>
        <pc:cxnChg chg="mod">
          <ac:chgData name="沛溪 中村" userId="4b6ad4d7a42030dd" providerId="LiveId" clId="{B9F9AE90-CAA5-45CE-B33A-9388F3B08ED2}" dt="2026-02-04T06:19:38.095" v="11628"/>
          <ac:cxnSpMkLst>
            <pc:docMk/>
            <pc:sldMk cId="1890885510" sldId="302"/>
            <ac:cxnSpMk id="68" creationId="{973EE0B1-651A-43C6-91E8-304F0A31D70A}"/>
          </ac:cxnSpMkLst>
        </pc:cxnChg>
        <pc:cxnChg chg="mod">
          <ac:chgData name="沛溪 中村" userId="4b6ad4d7a42030dd" providerId="LiveId" clId="{B9F9AE90-CAA5-45CE-B33A-9388F3B08ED2}" dt="2026-02-04T06:19:38.095" v="11628"/>
          <ac:cxnSpMkLst>
            <pc:docMk/>
            <pc:sldMk cId="1890885510" sldId="302"/>
            <ac:cxnSpMk id="69" creationId="{7D054BEC-BE77-487E-9029-4C933EF32E47}"/>
          </ac:cxnSpMkLst>
        </pc:cxnChg>
        <pc:cxnChg chg="add del mod">
          <ac:chgData name="沛溪 中村" userId="4b6ad4d7a42030dd" providerId="LiveId" clId="{B9F9AE90-CAA5-45CE-B33A-9388F3B08ED2}" dt="2026-02-03T10:28:23.651" v="4168"/>
          <ac:cxnSpMkLst>
            <pc:docMk/>
            <pc:sldMk cId="1890885510" sldId="302"/>
            <ac:cxnSpMk id="824" creationId="{2B90FEE2-6DC5-42D1-BEBB-4696398ED84D}"/>
          </ac:cxnSpMkLst>
        </pc:cxnChg>
        <pc:cxnChg chg="add del mod">
          <ac:chgData name="沛溪 中村" userId="4b6ad4d7a42030dd" providerId="LiveId" clId="{B9F9AE90-CAA5-45CE-B33A-9388F3B08ED2}" dt="2026-02-03T10:28:23.651" v="4168"/>
          <ac:cxnSpMkLst>
            <pc:docMk/>
            <pc:sldMk cId="1890885510" sldId="302"/>
            <ac:cxnSpMk id="826" creationId="{DF318D46-2F9C-465E-845B-357B03349154}"/>
          </ac:cxnSpMkLst>
        </pc:cxnChg>
        <pc:cxnChg chg="add mod">
          <ac:chgData name="沛溪 中村" userId="4b6ad4d7a42030dd" providerId="LiveId" clId="{B9F9AE90-CAA5-45CE-B33A-9388F3B08ED2}" dt="2026-02-03T10:28:26.422" v="4170" actId="164"/>
          <ac:cxnSpMkLst>
            <pc:docMk/>
            <pc:sldMk cId="1890885510" sldId="302"/>
            <ac:cxnSpMk id="831" creationId="{000A71B0-BEA2-441A-9006-53CA8D95ADB7}"/>
          </ac:cxnSpMkLst>
        </pc:cxnChg>
        <pc:cxnChg chg="add mod">
          <ac:chgData name="沛溪 中村" userId="4b6ad4d7a42030dd" providerId="LiveId" clId="{B9F9AE90-CAA5-45CE-B33A-9388F3B08ED2}" dt="2026-02-03T10:28:26.422" v="4170" actId="164"/>
          <ac:cxnSpMkLst>
            <pc:docMk/>
            <pc:sldMk cId="1890885510" sldId="302"/>
            <ac:cxnSpMk id="833" creationId="{9EBE5B08-28FF-4E5A-8C2B-22383A65956C}"/>
          </ac:cxnSpMkLst>
        </pc:cxnChg>
        <pc:cxnChg chg="add del mod">
          <ac:chgData name="沛溪 中村" userId="4b6ad4d7a42030dd" providerId="LiveId" clId="{B9F9AE90-CAA5-45CE-B33A-9388F3B08ED2}" dt="2026-02-03T10:28:33.170" v="4173"/>
          <ac:cxnSpMkLst>
            <pc:docMk/>
            <pc:sldMk cId="1890885510" sldId="302"/>
            <ac:cxnSpMk id="838" creationId="{A92D68AB-295E-4895-9813-F6BB043051E3}"/>
          </ac:cxnSpMkLst>
        </pc:cxnChg>
        <pc:cxnChg chg="add del mod">
          <ac:chgData name="沛溪 中村" userId="4b6ad4d7a42030dd" providerId="LiveId" clId="{B9F9AE90-CAA5-45CE-B33A-9388F3B08ED2}" dt="2026-02-03T10:28:33.170" v="4173"/>
          <ac:cxnSpMkLst>
            <pc:docMk/>
            <pc:sldMk cId="1890885510" sldId="302"/>
            <ac:cxnSpMk id="840" creationId="{36C8BB2A-404D-421D-89D2-872DB236FD31}"/>
          </ac:cxnSpMkLst>
        </pc:cxnChg>
        <pc:cxnChg chg="add mod">
          <ac:chgData name="沛溪 中村" userId="4b6ad4d7a42030dd" providerId="LiveId" clId="{B9F9AE90-CAA5-45CE-B33A-9388F3B08ED2}" dt="2026-02-03T10:28:37.141" v="4175" actId="164"/>
          <ac:cxnSpMkLst>
            <pc:docMk/>
            <pc:sldMk cId="1890885510" sldId="302"/>
            <ac:cxnSpMk id="845" creationId="{EE192C91-5762-42AE-A647-9581B55AAF63}"/>
          </ac:cxnSpMkLst>
        </pc:cxnChg>
        <pc:cxnChg chg="add mod">
          <ac:chgData name="沛溪 中村" userId="4b6ad4d7a42030dd" providerId="LiveId" clId="{B9F9AE90-CAA5-45CE-B33A-9388F3B08ED2}" dt="2026-02-03T10:28:37.141" v="4175" actId="164"/>
          <ac:cxnSpMkLst>
            <pc:docMk/>
            <pc:sldMk cId="1890885510" sldId="302"/>
            <ac:cxnSpMk id="847" creationId="{5C8C62E4-C43C-4624-A9B8-AB8B8BF3F791}"/>
          </ac:cxnSpMkLst>
        </pc:cxnChg>
        <pc:cxnChg chg="add mod">
          <ac:chgData name="沛溪 中村" userId="4b6ad4d7a42030dd" providerId="LiveId" clId="{B9F9AE90-CAA5-45CE-B33A-9388F3B08ED2}" dt="2026-02-03T10:28:41.833" v="4178" actId="164"/>
          <ac:cxnSpMkLst>
            <pc:docMk/>
            <pc:sldMk cId="1890885510" sldId="302"/>
            <ac:cxnSpMk id="852" creationId="{0DF0E659-148F-41A6-B5AC-BA1D4032C684}"/>
          </ac:cxnSpMkLst>
        </pc:cxnChg>
        <pc:cxnChg chg="add mod">
          <ac:chgData name="沛溪 中村" userId="4b6ad4d7a42030dd" providerId="LiveId" clId="{B9F9AE90-CAA5-45CE-B33A-9388F3B08ED2}" dt="2026-02-03T10:28:41.833" v="4178" actId="164"/>
          <ac:cxnSpMkLst>
            <pc:docMk/>
            <pc:sldMk cId="1890885510" sldId="302"/>
            <ac:cxnSpMk id="854" creationId="{C26BA643-98BC-4F1C-BFA7-46103FFBEA3A}"/>
          </ac:cxnSpMkLst>
        </pc:cxnChg>
      </pc:sldChg>
      <pc:sldChg chg="addSp delSp modSp add mod">
        <pc:chgData name="沛溪 中村" userId="4b6ad4d7a42030dd" providerId="LiveId" clId="{B9F9AE90-CAA5-45CE-B33A-9388F3B08ED2}" dt="2026-02-03T16:35:27.087" v="8036" actId="14100"/>
        <pc:sldMkLst>
          <pc:docMk/>
          <pc:sldMk cId="969231678" sldId="303"/>
        </pc:sldMkLst>
        <pc:spChg chg="add mod">
          <ac:chgData name="沛溪 中村" userId="4b6ad4d7a42030dd" providerId="LiveId" clId="{B9F9AE90-CAA5-45CE-B33A-9388F3B08ED2}" dt="2026-02-03T12:17:00.067" v="7328" actId="20577"/>
          <ac:spMkLst>
            <pc:docMk/>
            <pc:sldMk cId="969231678" sldId="303"/>
            <ac:spMk id="41" creationId="{AEA6C299-49E6-4B46-9B16-EDB1A30FEA9D}"/>
          </ac:spMkLst>
        </pc:spChg>
        <pc:spChg chg="add mod">
          <ac:chgData name="沛溪 中村" userId="4b6ad4d7a42030dd" providerId="LiveId" clId="{B9F9AE90-CAA5-45CE-B33A-9388F3B08ED2}" dt="2026-02-03T12:13:37.009" v="7267" actId="403"/>
          <ac:spMkLst>
            <pc:docMk/>
            <pc:sldMk cId="969231678" sldId="303"/>
            <ac:spMk id="812" creationId="{458A518A-F136-4B07-B988-29F3CAE214AD}"/>
          </ac:spMkLst>
        </pc:spChg>
        <pc:spChg chg="add mod">
          <ac:chgData name="沛溪 中村" userId="4b6ad4d7a42030dd" providerId="LiveId" clId="{B9F9AE90-CAA5-45CE-B33A-9388F3B08ED2}" dt="2026-02-03T12:04:25.483" v="6974" actId="14100"/>
          <ac:spMkLst>
            <pc:docMk/>
            <pc:sldMk cId="969231678" sldId="303"/>
            <ac:spMk id="814" creationId="{A58F66FA-3E6F-4BB5-B3A7-7BB4E640043B}"/>
          </ac:spMkLst>
        </pc:spChg>
        <pc:spChg chg="add mod">
          <ac:chgData name="沛溪 中村" userId="4b6ad4d7a42030dd" providerId="LiveId" clId="{B9F9AE90-CAA5-45CE-B33A-9388F3B08ED2}" dt="2026-02-03T12:14:28.039" v="7280" actId="1076"/>
          <ac:spMkLst>
            <pc:docMk/>
            <pc:sldMk cId="969231678" sldId="303"/>
            <ac:spMk id="817" creationId="{7B8FE6E7-75DE-4715-B27F-45DD0841861C}"/>
          </ac:spMkLst>
        </pc:spChg>
        <pc:spChg chg="add mod">
          <ac:chgData name="沛溪 中村" userId="4b6ad4d7a42030dd" providerId="LiveId" clId="{B9F9AE90-CAA5-45CE-B33A-9388F3B08ED2}" dt="2026-02-03T12:17:27.653" v="7339" actId="1076"/>
          <ac:spMkLst>
            <pc:docMk/>
            <pc:sldMk cId="969231678" sldId="303"/>
            <ac:spMk id="835" creationId="{3604841B-DBCB-4445-936A-C8DF4138F3EC}"/>
          </ac:spMkLst>
        </pc:spChg>
        <pc:spChg chg="add mod">
          <ac:chgData name="沛溪 中村" userId="4b6ad4d7a42030dd" providerId="LiveId" clId="{B9F9AE90-CAA5-45CE-B33A-9388F3B08ED2}" dt="2026-02-03T16:35:27.087" v="8036" actId="14100"/>
          <ac:spMkLst>
            <pc:docMk/>
            <pc:sldMk cId="969231678" sldId="303"/>
            <ac:spMk id="837" creationId="{87B13122-399A-4A79-8C05-38A0460767AC}"/>
          </ac:spMkLst>
        </pc:spChg>
        <pc:grpChg chg="mod">
          <ac:chgData name="沛溪 中村" userId="4b6ad4d7a42030dd" providerId="LiveId" clId="{B9F9AE90-CAA5-45CE-B33A-9388F3B08ED2}" dt="2026-02-03T10:41:30.848" v="5147" actId="688"/>
          <ac:grpSpMkLst>
            <pc:docMk/>
            <pc:sldMk cId="969231678" sldId="303"/>
            <ac:grpSpMk id="33" creationId="{1F836838-3C17-40DE-BC88-A37A92244AF9}"/>
          </ac:grpSpMkLst>
        </pc:grpChg>
        <pc:grpChg chg="add mod">
          <ac:chgData name="沛溪 中村" userId="4b6ad4d7a42030dd" providerId="LiveId" clId="{B9F9AE90-CAA5-45CE-B33A-9388F3B08ED2}" dt="2026-02-03T12:16:11.774" v="7308" actId="14100"/>
          <ac:grpSpMkLst>
            <pc:docMk/>
            <pc:sldMk cId="969231678" sldId="303"/>
            <ac:grpSpMk id="38" creationId="{CE3146D2-7E6B-4C8A-9148-9E30889D9B75}"/>
          </ac:grpSpMkLst>
        </pc:grpChg>
        <pc:grpChg chg="del">
          <ac:chgData name="沛溪 中村" userId="4b6ad4d7a42030dd" providerId="LiveId" clId="{B9F9AE90-CAA5-45CE-B33A-9388F3B08ED2}" dt="2026-02-03T12:01:02.312" v="6644" actId="478"/>
          <ac:grpSpMkLst>
            <pc:docMk/>
            <pc:sldMk cId="969231678" sldId="303"/>
            <ac:grpSpMk id="816" creationId="{CD14EA29-B6EB-411A-9AD4-07F1C362AAAA}"/>
          </ac:grpSpMkLst>
        </pc:grpChg>
        <pc:grpChg chg="del">
          <ac:chgData name="沛溪 中村" userId="4b6ad4d7a42030dd" providerId="LiveId" clId="{B9F9AE90-CAA5-45CE-B33A-9388F3B08ED2}" dt="2026-02-03T12:01:12.053" v="6651" actId="478"/>
          <ac:grpSpMkLst>
            <pc:docMk/>
            <pc:sldMk cId="969231678" sldId="303"/>
            <ac:grpSpMk id="818" creationId="{0A71E84D-77F6-4AAD-9D0A-D06AE0C80B5C}"/>
          </ac:grpSpMkLst>
        </pc:grpChg>
        <pc:grpChg chg="del">
          <ac:chgData name="沛溪 中村" userId="4b6ad4d7a42030dd" providerId="LiveId" clId="{B9F9AE90-CAA5-45CE-B33A-9388F3B08ED2}" dt="2026-02-03T12:01:11.534" v="6650" actId="478"/>
          <ac:grpSpMkLst>
            <pc:docMk/>
            <pc:sldMk cId="969231678" sldId="303"/>
            <ac:grpSpMk id="819" creationId="{7EC0B812-9203-4ACC-A558-17AF4C9F264B}"/>
          </ac:grpSpMkLst>
        </pc:grpChg>
        <pc:grpChg chg="add mod">
          <ac:chgData name="沛溪 中村" userId="4b6ad4d7a42030dd" providerId="LiveId" clId="{B9F9AE90-CAA5-45CE-B33A-9388F3B08ED2}" dt="2026-02-03T12:16:14.335" v="7309" actId="1076"/>
          <ac:grpSpMkLst>
            <pc:docMk/>
            <pc:sldMk cId="969231678" sldId="303"/>
            <ac:grpSpMk id="825" creationId="{0648E011-5CB5-4C5A-8832-290EABC99983}"/>
          </ac:grpSpMkLst>
        </pc:grpChg>
        <pc:picChg chg="add mod">
          <ac:chgData name="沛溪 中村" userId="4b6ad4d7a42030dd" providerId="LiveId" clId="{B9F9AE90-CAA5-45CE-B33A-9388F3B08ED2}" dt="2026-02-03T12:04:10.415" v="6970" actId="1076"/>
          <ac:picMkLst>
            <pc:docMk/>
            <pc:sldMk cId="969231678" sldId="303"/>
            <ac:picMk id="24" creationId="{8F76768D-1DE6-4B44-B3BD-387517A3916E}"/>
          </ac:picMkLst>
        </pc:picChg>
        <pc:picChg chg="add mod">
          <ac:chgData name="沛溪 中村" userId="4b6ad4d7a42030dd" providerId="LiveId" clId="{B9F9AE90-CAA5-45CE-B33A-9388F3B08ED2}" dt="2026-02-03T12:14:48.459" v="7287" actId="1076"/>
          <ac:picMkLst>
            <pc:docMk/>
            <pc:sldMk cId="969231678" sldId="303"/>
            <ac:picMk id="28" creationId="{0BDD7E1F-8557-4FD6-A8A7-57E656D13757}"/>
          </ac:picMkLst>
        </pc:picChg>
        <pc:picChg chg="add mod">
          <ac:chgData name="沛溪 中村" userId="4b6ad4d7a42030dd" providerId="LiveId" clId="{B9F9AE90-CAA5-45CE-B33A-9388F3B08ED2}" dt="2026-02-03T12:15:56.581" v="7304" actId="1076"/>
          <ac:picMkLst>
            <pc:docMk/>
            <pc:sldMk cId="969231678" sldId="303"/>
            <ac:picMk id="34" creationId="{73103925-74C2-40FC-978F-D8EFC22D52EC}"/>
          </ac:picMkLst>
        </pc:picChg>
        <pc:cxnChg chg="add mod">
          <ac:chgData name="沛溪 中村" userId="4b6ad4d7a42030dd" providerId="LiveId" clId="{B9F9AE90-CAA5-45CE-B33A-9388F3B08ED2}" dt="2026-02-03T12:15:52.224" v="7300" actId="164"/>
          <ac:cxnSpMkLst>
            <pc:docMk/>
            <pc:sldMk cId="969231678" sldId="303"/>
            <ac:cxnSpMk id="36" creationId="{B73D3140-C5FD-421B-864B-3E70FFD7988F}"/>
          </ac:cxnSpMkLst>
        </pc:cxnChg>
        <pc:cxnChg chg="add mod">
          <ac:chgData name="沛溪 中村" userId="4b6ad4d7a42030dd" providerId="LiveId" clId="{B9F9AE90-CAA5-45CE-B33A-9388F3B08ED2}" dt="2026-02-03T12:17:23.534" v="7337" actId="692"/>
          <ac:cxnSpMkLst>
            <pc:docMk/>
            <pc:sldMk cId="969231678" sldId="303"/>
            <ac:cxnSpMk id="40" creationId="{62967F3C-2F07-483C-9652-399E3F211C60}"/>
          </ac:cxnSpMkLst>
        </pc:cxnChg>
        <pc:cxnChg chg="add mod">
          <ac:chgData name="沛溪 中村" userId="4b6ad4d7a42030dd" providerId="LiveId" clId="{B9F9AE90-CAA5-45CE-B33A-9388F3B08ED2}" dt="2026-02-03T12:15:52.224" v="7300" actId="164"/>
          <ac:cxnSpMkLst>
            <pc:docMk/>
            <pc:sldMk cId="969231678" sldId="303"/>
            <ac:cxnSpMk id="823" creationId="{E4F839D8-5304-4D51-8F93-26AA5F48F313}"/>
          </ac:cxnSpMkLst>
        </pc:cxnChg>
        <pc:cxnChg chg="mod">
          <ac:chgData name="沛溪 中村" userId="4b6ad4d7a42030dd" providerId="LiveId" clId="{B9F9AE90-CAA5-45CE-B33A-9388F3B08ED2}" dt="2026-02-03T12:15:55.043" v="7302"/>
          <ac:cxnSpMkLst>
            <pc:docMk/>
            <pc:sldMk cId="969231678" sldId="303"/>
            <ac:cxnSpMk id="826" creationId="{38346CEE-5B96-4AA8-BB1A-5E05CC87D386}"/>
          </ac:cxnSpMkLst>
        </pc:cxnChg>
        <pc:cxnChg chg="mod">
          <ac:chgData name="沛溪 中村" userId="4b6ad4d7a42030dd" providerId="LiveId" clId="{B9F9AE90-CAA5-45CE-B33A-9388F3B08ED2}" dt="2026-02-03T12:15:55.043" v="7302"/>
          <ac:cxnSpMkLst>
            <pc:docMk/>
            <pc:sldMk cId="969231678" sldId="303"/>
            <ac:cxnSpMk id="827" creationId="{9C8EEE07-0AFD-4580-BC24-E6FE5C181F1B}"/>
          </ac:cxnSpMkLst>
        </pc:cxnChg>
        <pc:cxnChg chg="add mod">
          <ac:chgData name="沛溪 中村" userId="4b6ad4d7a42030dd" providerId="LiveId" clId="{B9F9AE90-CAA5-45CE-B33A-9388F3B08ED2}" dt="2026-02-03T12:17:17.536" v="7335" actId="692"/>
          <ac:cxnSpMkLst>
            <pc:docMk/>
            <pc:sldMk cId="969231678" sldId="303"/>
            <ac:cxnSpMk id="836" creationId="{53555F5D-5661-4A56-9178-C64F9AAB585B}"/>
          </ac:cxnSpMkLst>
        </pc:cxnChg>
      </pc:sldChg>
      <pc:sldChg chg="addSp delSp modSp add mod setBg">
        <pc:chgData name="沛溪 中村" userId="4b6ad4d7a42030dd" providerId="LiveId" clId="{B9F9AE90-CAA5-45CE-B33A-9388F3B08ED2}" dt="2026-02-03T18:35:28.251" v="11222" actId="14100"/>
        <pc:sldMkLst>
          <pc:docMk/>
          <pc:sldMk cId="392148068" sldId="304"/>
        </pc:sldMkLst>
        <pc:spChg chg="add mod">
          <ac:chgData name="沛溪 中村" userId="4b6ad4d7a42030dd" providerId="LiveId" clId="{B9F9AE90-CAA5-45CE-B33A-9388F3B08ED2}" dt="2026-02-03T18:35:28.251" v="11222" actId="14100"/>
          <ac:spMkLst>
            <pc:docMk/>
            <pc:sldMk cId="392148068" sldId="304"/>
            <ac:spMk id="827" creationId="{7D73909E-03D6-4FAD-B37F-23AE86B72332}"/>
          </ac:spMkLst>
        </pc:spChg>
        <pc:grpChg chg="mod">
          <ac:chgData name="沛溪 中村" userId="4b6ad4d7a42030dd" providerId="LiveId" clId="{B9F9AE90-CAA5-45CE-B33A-9388F3B08ED2}" dt="2026-02-03T10:41:35.856" v="5148" actId="688"/>
          <ac:grpSpMkLst>
            <pc:docMk/>
            <pc:sldMk cId="392148068" sldId="304"/>
            <ac:grpSpMk id="33" creationId="{1F836838-3C17-40DE-BC88-A37A92244AF9}"/>
          </ac:grpSpMkLst>
        </pc:grpChg>
        <pc:grpChg chg="add mod">
          <ac:chgData name="沛溪 中村" userId="4b6ad4d7a42030dd" providerId="LiveId" clId="{B9F9AE90-CAA5-45CE-B33A-9388F3B08ED2}" dt="2026-02-03T18:07:23.045" v="10580" actId="1076"/>
          <ac:grpSpMkLst>
            <pc:docMk/>
            <pc:sldMk cId="392148068" sldId="304"/>
            <ac:grpSpMk id="39" creationId="{5158505A-A2D5-4481-9B7B-BBAA3A8F83C1}"/>
          </ac:grpSpMkLst>
        </pc:grpChg>
        <pc:grpChg chg="del">
          <ac:chgData name="沛溪 中村" userId="4b6ad4d7a42030dd" providerId="LiveId" clId="{B9F9AE90-CAA5-45CE-B33A-9388F3B08ED2}" dt="2026-02-03T12:01:04.193" v="6645" actId="478"/>
          <ac:grpSpMkLst>
            <pc:docMk/>
            <pc:sldMk cId="392148068" sldId="304"/>
            <ac:grpSpMk id="816" creationId="{CD14EA29-B6EB-411A-9AD4-07F1C362AAAA}"/>
          </ac:grpSpMkLst>
        </pc:grpChg>
        <pc:grpChg chg="del">
          <ac:chgData name="沛溪 中村" userId="4b6ad4d7a42030dd" providerId="LiveId" clId="{B9F9AE90-CAA5-45CE-B33A-9388F3B08ED2}" dt="2026-02-03T12:01:09.817" v="6649" actId="478"/>
          <ac:grpSpMkLst>
            <pc:docMk/>
            <pc:sldMk cId="392148068" sldId="304"/>
            <ac:grpSpMk id="818" creationId="{0A71E84D-77F6-4AAD-9D0A-D06AE0C80B5C}"/>
          </ac:grpSpMkLst>
        </pc:grpChg>
        <pc:grpChg chg="del">
          <ac:chgData name="沛溪 中村" userId="4b6ad4d7a42030dd" providerId="LiveId" clId="{B9F9AE90-CAA5-45CE-B33A-9388F3B08ED2}" dt="2026-02-03T12:01:09.199" v="6648" actId="478"/>
          <ac:grpSpMkLst>
            <pc:docMk/>
            <pc:sldMk cId="392148068" sldId="304"/>
            <ac:grpSpMk id="819" creationId="{7EC0B812-9203-4ACC-A558-17AF4C9F264B}"/>
          </ac:grpSpMkLst>
        </pc:grpChg>
        <pc:picChg chg="add mod">
          <ac:chgData name="沛溪 中村" userId="4b6ad4d7a42030dd" providerId="LiveId" clId="{B9F9AE90-CAA5-45CE-B33A-9388F3B08ED2}" dt="2026-02-03T18:05:41.871" v="10565" actId="14100"/>
          <ac:picMkLst>
            <pc:docMk/>
            <pc:sldMk cId="392148068" sldId="304"/>
            <ac:picMk id="24" creationId="{47652DA1-5943-4117-AFB6-18A851065906}"/>
          </ac:picMkLst>
        </pc:picChg>
        <pc:picChg chg="add mod">
          <ac:chgData name="沛溪 中村" userId="4b6ad4d7a42030dd" providerId="LiveId" clId="{B9F9AE90-CAA5-45CE-B33A-9388F3B08ED2}" dt="2026-02-03T18:35:21.584" v="11220" actId="1076"/>
          <ac:picMkLst>
            <pc:docMk/>
            <pc:sldMk cId="392148068" sldId="304"/>
            <ac:picMk id="28" creationId="{58D56C80-FA13-4305-A01C-E5C2C6DCDABD}"/>
          </ac:picMkLst>
        </pc:picChg>
        <pc:picChg chg="add mod">
          <ac:chgData name="沛溪 中村" userId="4b6ad4d7a42030dd" providerId="LiveId" clId="{B9F9AE90-CAA5-45CE-B33A-9388F3B08ED2}" dt="2026-02-03T18:05:37.814" v="10562" actId="164"/>
          <ac:picMkLst>
            <pc:docMk/>
            <pc:sldMk cId="392148068" sldId="304"/>
            <ac:picMk id="34" creationId="{90FE0A8E-9604-4BA6-BD0E-DFB851E556F8}"/>
          </ac:picMkLst>
        </pc:picChg>
        <pc:picChg chg="add mod">
          <ac:chgData name="沛溪 中村" userId="4b6ad4d7a42030dd" providerId="LiveId" clId="{B9F9AE90-CAA5-45CE-B33A-9388F3B08ED2}" dt="2026-02-03T18:05:37.814" v="10562" actId="164"/>
          <ac:picMkLst>
            <pc:docMk/>
            <pc:sldMk cId="392148068" sldId="304"/>
            <ac:picMk id="36" creationId="{814F5108-B79A-4127-9CCE-273FC8E85036}"/>
          </ac:picMkLst>
        </pc:picChg>
        <pc:picChg chg="add mod">
          <ac:chgData name="沛溪 中村" userId="4b6ad4d7a42030dd" providerId="LiveId" clId="{B9F9AE90-CAA5-45CE-B33A-9388F3B08ED2}" dt="2026-02-03T18:05:37.814" v="10562" actId="164"/>
          <ac:picMkLst>
            <pc:docMk/>
            <pc:sldMk cId="392148068" sldId="304"/>
            <ac:picMk id="38" creationId="{CB5B448C-4A5F-4989-B561-D64DD9D2324F}"/>
          </ac:picMkLst>
        </pc:picChg>
        <pc:picChg chg="add del mod">
          <ac:chgData name="沛溪 中村" userId="4b6ad4d7a42030dd" providerId="LiveId" clId="{B9F9AE90-CAA5-45CE-B33A-9388F3B08ED2}" dt="2026-02-03T18:07:04.984" v="10571" actId="478"/>
          <ac:picMkLst>
            <pc:docMk/>
            <pc:sldMk cId="392148068" sldId="304"/>
            <ac:picMk id="41" creationId="{31FE4061-3B0B-49CC-B642-3797D40DE3D0}"/>
          </ac:picMkLst>
        </pc:picChg>
        <pc:picChg chg="add mod">
          <ac:chgData name="沛溪 中村" userId="4b6ad4d7a42030dd" providerId="LiveId" clId="{B9F9AE90-CAA5-45CE-B33A-9388F3B08ED2}" dt="2026-02-03T18:07:18.030" v="10579" actId="14100"/>
          <ac:picMkLst>
            <pc:docMk/>
            <pc:sldMk cId="392148068" sldId="304"/>
            <ac:picMk id="43" creationId="{E29F1D39-10A2-4A8D-A77F-4DE8EFA51EEC}"/>
          </ac:picMkLst>
        </pc:picChg>
        <pc:picChg chg="add del mod">
          <ac:chgData name="沛溪 中村" userId="4b6ad4d7a42030dd" providerId="LiveId" clId="{B9F9AE90-CAA5-45CE-B33A-9388F3B08ED2}" dt="2026-02-03T18:05:10.558" v="10555" actId="478"/>
          <ac:picMkLst>
            <pc:docMk/>
            <pc:sldMk cId="392148068" sldId="304"/>
            <ac:picMk id="822" creationId="{3097C5AE-5A70-43CB-8874-90A6B944F116}"/>
          </ac:picMkLst>
        </pc:picChg>
      </pc:sldChg>
      <pc:sldChg chg="addSp delSp add del mod">
        <pc:chgData name="沛溪 中村" userId="4b6ad4d7a42030dd" providerId="LiveId" clId="{B9F9AE90-CAA5-45CE-B33A-9388F3B08ED2}" dt="2026-02-03T12:01:06.435" v="6646" actId="47"/>
        <pc:sldMkLst>
          <pc:docMk/>
          <pc:sldMk cId="3841817673" sldId="305"/>
        </pc:sldMkLst>
        <pc:spChg chg="add del">
          <ac:chgData name="沛溪 中村" userId="4b6ad4d7a42030dd" providerId="LiveId" clId="{B9F9AE90-CAA5-45CE-B33A-9388F3B08ED2}" dt="2026-02-03T12:00:12.027" v="6626" actId="22"/>
          <ac:spMkLst>
            <pc:docMk/>
            <pc:sldMk cId="3841817673" sldId="305"/>
            <ac:spMk id="812" creationId="{F56645D4-BD35-43EC-AE2C-5F5EAA824586}"/>
          </ac:spMkLst>
        </pc:spChg>
        <pc:grpChg chg="del">
          <ac:chgData name="沛溪 中村" userId="4b6ad4d7a42030dd" providerId="LiveId" clId="{B9F9AE90-CAA5-45CE-B33A-9388F3B08ED2}" dt="2026-02-03T12:00:07.542" v="6624" actId="478"/>
          <ac:grpSpMkLst>
            <pc:docMk/>
            <pc:sldMk cId="3841817673" sldId="305"/>
            <ac:grpSpMk id="33" creationId="{1F836838-3C17-40DE-BC88-A37A92244AF9}"/>
          </ac:grpSpMkLst>
        </pc:grpChg>
        <pc:picChg chg="del">
          <ac:chgData name="沛溪 中村" userId="4b6ad4d7a42030dd" providerId="LiveId" clId="{B9F9AE90-CAA5-45CE-B33A-9388F3B08ED2}" dt="2026-02-03T12:00:19.257" v="6629"/>
          <ac:picMkLst>
            <pc:docMk/>
            <pc:sldMk cId="3841817673" sldId="305"/>
            <ac:picMk id="24" creationId="{3C482510-FB51-4EEB-9225-513965395391}"/>
          </ac:picMkLst>
        </pc:picChg>
        <pc:picChg chg="del">
          <ac:chgData name="沛溪 中村" userId="4b6ad4d7a42030dd" providerId="LiveId" clId="{B9F9AE90-CAA5-45CE-B33A-9388F3B08ED2}" dt="2026-02-03T12:00:21.892" v="6630"/>
          <ac:picMkLst>
            <pc:docMk/>
            <pc:sldMk cId="3841817673" sldId="305"/>
            <ac:picMk id="25" creationId="{3BAF66F3-A570-4517-83F9-5431DECBBF82}"/>
          </ac:picMkLst>
        </pc:picChg>
      </pc:sldChg>
      <pc:sldChg chg="addSp delSp modSp add mod modTransition">
        <pc:chgData name="沛溪 中村" userId="4b6ad4d7a42030dd" providerId="LiveId" clId="{B9F9AE90-CAA5-45CE-B33A-9388F3B08ED2}" dt="2026-02-03T17:48:46.495" v="10177"/>
        <pc:sldMkLst>
          <pc:docMk/>
          <pc:sldMk cId="2701189675" sldId="306"/>
        </pc:sldMkLst>
        <pc:spChg chg="add mod ord">
          <ac:chgData name="沛溪 中村" userId="4b6ad4d7a42030dd" providerId="LiveId" clId="{B9F9AE90-CAA5-45CE-B33A-9388F3B08ED2}" dt="2026-02-03T11:51:48.821" v="6604" actId="1076"/>
          <ac:spMkLst>
            <pc:docMk/>
            <pc:sldMk cId="2701189675" sldId="306"/>
            <ac:spMk id="25" creationId="{11854CDE-A1BA-4058-B193-74640A5EFA4B}"/>
          </ac:spMkLst>
        </pc:spChg>
        <pc:spChg chg="add mod">
          <ac:chgData name="沛溪 中村" userId="4b6ad4d7a42030dd" providerId="LiveId" clId="{B9F9AE90-CAA5-45CE-B33A-9388F3B08ED2}" dt="2026-02-03T12:01:52.514" v="6717" actId="692"/>
          <ac:spMkLst>
            <pc:docMk/>
            <pc:sldMk cId="2701189675" sldId="306"/>
            <ac:spMk id="28" creationId="{0A2B1E4C-1796-404A-AB4A-B5720A23D388}"/>
          </ac:spMkLst>
        </pc:spChg>
        <pc:spChg chg="del">
          <ac:chgData name="沛溪 中村" userId="4b6ad4d7a42030dd" providerId="LiveId" clId="{B9F9AE90-CAA5-45CE-B33A-9388F3B08ED2}" dt="2026-02-03T11:44:46.102" v="6176" actId="478"/>
          <ac:spMkLst>
            <pc:docMk/>
            <pc:sldMk cId="2701189675" sldId="306"/>
            <ac:spMk id="36" creationId="{9EDF94C6-FF00-4384-B767-FF6394880D40}"/>
          </ac:spMkLst>
        </pc:spChg>
        <pc:spChg chg="mod">
          <ac:chgData name="沛溪 中村" userId="4b6ad4d7a42030dd" providerId="LiveId" clId="{B9F9AE90-CAA5-45CE-B33A-9388F3B08ED2}" dt="2026-02-03T16:35:38.976" v="8038" actId="1076"/>
          <ac:spMkLst>
            <pc:docMk/>
            <pc:sldMk cId="2701189675" sldId="306"/>
            <ac:spMk id="37" creationId="{1D80A47C-22FF-4C3A-9511-176E670E61A9}"/>
          </ac:spMkLst>
        </pc:spChg>
        <pc:spChg chg="add del mod">
          <ac:chgData name="沛溪 中村" userId="4b6ad4d7a42030dd" providerId="LiveId" clId="{B9F9AE90-CAA5-45CE-B33A-9388F3B08ED2}" dt="2026-02-03T11:51:25.727" v="6595" actId="478"/>
          <ac:spMkLst>
            <pc:docMk/>
            <pc:sldMk cId="2701189675" sldId="306"/>
            <ac:spMk id="822" creationId="{14A970B5-7060-4762-92F6-D450A2772DA4}"/>
          </ac:spMkLst>
        </pc:spChg>
        <pc:spChg chg="add mod">
          <ac:chgData name="沛溪 中村" userId="4b6ad4d7a42030dd" providerId="LiveId" clId="{B9F9AE90-CAA5-45CE-B33A-9388F3B08ED2}" dt="2026-02-03T11:52:13.447" v="6612" actId="14100"/>
          <ac:spMkLst>
            <pc:docMk/>
            <pc:sldMk cId="2701189675" sldId="306"/>
            <ac:spMk id="823" creationId="{3CFFBDA5-F000-4C39-9214-B9573F5184CF}"/>
          </ac:spMkLst>
        </pc:spChg>
        <pc:spChg chg="add mod">
          <ac:chgData name="沛溪 中村" userId="4b6ad4d7a42030dd" providerId="LiveId" clId="{B9F9AE90-CAA5-45CE-B33A-9388F3B08ED2}" dt="2026-02-03T12:01:56.526" v="6719" actId="1076"/>
          <ac:spMkLst>
            <pc:docMk/>
            <pc:sldMk cId="2701189675" sldId="306"/>
            <ac:spMk id="824" creationId="{0A1DAAEB-3379-440D-AC34-609410E6D99D}"/>
          </ac:spMkLst>
        </pc:spChg>
        <pc:spChg chg="add mod">
          <ac:chgData name="沛溪 中村" userId="4b6ad4d7a42030dd" providerId="LiveId" clId="{B9F9AE90-CAA5-45CE-B33A-9388F3B08ED2}" dt="2026-02-03T16:35:42.187" v="8039" actId="1076"/>
          <ac:spMkLst>
            <pc:docMk/>
            <pc:sldMk cId="2701189675" sldId="306"/>
            <ac:spMk id="825" creationId="{D95DEB1F-C0A1-4172-8197-4F836BC17520}"/>
          </ac:spMkLst>
        </pc:spChg>
        <pc:spChg chg="add del mod">
          <ac:chgData name="沛溪 中村" userId="4b6ad4d7a42030dd" providerId="LiveId" clId="{B9F9AE90-CAA5-45CE-B33A-9388F3B08ED2}" dt="2026-02-03T12:19:27.018" v="7357" actId="478"/>
          <ac:spMkLst>
            <pc:docMk/>
            <pc:sldMk cId="2701189675" sldId="306"/>
            <ac:spMk id="826" creationId="{A22871CB-51C4-4041-BE82-5D0E9CA4878C}"/>
          </ac:spMkLst>
        </pc:spChg>
        <pc:spChg chg="add mod">
          <ac:chgData name="沛溪 中村" userId="4b6ad4d7a42030dd" providerId="LiveId" clId="{B9F9AE90-CAA5-45CE-B33A-9388F3B08ED2}" dt="2026-02-03T12:19:52.382" v="7407" actId="1076"/>
          <ac:spMkLst>
            <pc:docMk/>
            <pc:sldMk cId="2701189675" sldId="306"/>
            <ac:spMk id="827" creationId="{4DF10FC6-C103-41ED-9655-D333D9F4369D}"/>
          </ac:spMkLst>
        </pc:spChg>
        <pc:spChg chg="add mod">
          <ac:chgData name="沛溪 中村" userId="4b6ad4d7a42030dd" providerId="LiveId" clId="{B9F9AE90-CAA5-45CE-B33A-9388F3B08ED2}" dt="2026-02-03T16:35:57.310" v="8044" actId="14100"/>
          <ac:spMkLst>
            <pc:docMk/>
            <pc:sldMk cId="2701189675" sldId="306"/>
            <ac:spMk id="835" creationId="{7ADE2D3A-8DE9-4C60-9827-CFFD60529400}"/>
          </ac:spMkLst>
        </pc:spChg>
        <pc:spChg chg="del">
          <ac:chgData name="沛溪 中村" userId="4b6ad4d7a42030dd" providerId="LiveId" clId="{B9F9AE90-CAA5-45CE-B33A-9388F3B08ED2}" dt="2026-02-03T11:44:44.885" v="6175" actId="478"/>
          <ac:spMkLst>
            <pc:docMk/>
            <pc:sldMk cId="2701189675" sldId="306"/>
            <ac:spMk id="856" creationId="{F076FA1D-3C52-41C4-98F4-D5AE2C093FB1}"/>
          </ac:spMkLst>
        </pc:spChg>
        <pc:grpChg chg="del">
          <ac:chgData name="沛溪 中村" userId="4b6ad4d7a42030dd" providerId="LiveId" clId="{B9F9AE90-CAA5-45CE-B33A-9388F3B08ED2}" dt="2026-02-03T12:01:00.316" v="6643" actId="478"/>
          <ac:grpSpMkLst>
            <pc:docMk/>
            <pc:sldMk cId="2701189675" sldId="306"/>
            <ac:grpSpMk id="816" creationId="{CD14EA29-B6EB-411A-9AD4-07F1C362AAAA}"/>
          </ac:grpSpMkLst>
        </pc:grpChg>
        <pc:grpChg chg="del">
          <ac:chgData name="沛溪 中村" userId="4b6ad4d7a42030dd" providerId="LiveId" clId="{B9F9AE90-CAA5-45CE-B33A-9388F3B08ED2}" dt="2026-02-03T12:01:14.992" v="6653" actId="478"/>
          <ac:grpSpMkLst>
            <pc:docMk/>
            <pc:sldMk cId="2701189675" sldId="306"/>
            <ac:grpSpMk id="818" creationId="{0A71E84D-77F6-4AAD-9D0A-D06AE0C80B5C}"/>
          </ac:grpSpMkLst>
        </pc:grpChg>
        <pc:grpChg chg="del">
          <ac:chgData name="沛溪 中村" userId="4b6ad4d7a42030dd" providerId="LiveId" clId="{B9F9AE90-CAA5-45CE-B33A-9388F3B08ED2}" dt="2026-02-03T12:01:14" v="6652" actId="478"/>
          <ac:grpSpMkLst>
            <pc:docMk/>
            <pc:sldMk cId="2701189675" sldId="306"/>
            <ac:grpSpMk id="819" creationId="{7EC0B812-9203-4ACC-A558-17AF4C9F264B}"/>
          </ac:grpSpMkLst>
        </pc:grpChg>
        <pc:picChg chg="add mod">
          <ac:chgData name="沛溪 中村" userId="4b6ad4d7a42030dd" providerId="LiveId" clId="{B9F9AE90-CAA5-45CE-B33A-9388F3B08ED2}" dt="2026-02-03T11:52:16.481" v="6613" actId="1076"/>
          <ac:picMkLst>
            <pc:docMk/>
            <pc:sldMk cId="2701189675" sldId="306"/>
            <ac:picMk id="24" creationId="{6187E44C-D2A2-481F-B1F7-F7FE8B79849F}"/>
          </ac:picMkLst>
        </pc:picChg>
        <pc:picChg chg="add mod">
          <ac:chgData name="沛溪 中村" userId="4b6ad4d7a42030dd" providerId="LiveId" clId="{B9F9AE90-CAA5-45CE-B33A-9388F3B08ED2}" dt="2026-02-03T12:19:53.179" v="7408" actId="1076"/>
          <ac:picMkLst>
            <pc:docMk/>
            <pc:sldMk cId="2701189675" sldId="306"/>
            <ac:picMk id="34" creationId="{91E68745-8067-4E25-A8C8-E877E72CF8AD}"/>
          </ac:picMkLst>
        </pc:picChg>
        <pc:picChg chg="del">
          <ac:chgData name="沛溪 中村" userId="4b6ad4d7a42030dd" providerId="LiveId" clId="{B9F9AE90-CAA5-45CE-B33A-9388F3B08ED2}" dt="2026-02-03T11:44:43.444" v="6174" actId="478"/>
          <ac:picMkLst>
            <pc:docMk/>
            <pc:sldMk cId="2701189675" sldId="306"/>
            <ac:picMk id="35" creationId="{13EE9D3D-936E-4029-9350-5980E7678207}"/>
          </ac:picMkLst>
        </pc:picChg>
      </pc:sldChg>
      <pc:sldChg chg="add del">
        <pc:chgData name="沛溪 中村" userId="4b6ad4d7a42030dd" providerId="LiveId" clId="{B9F9AE90-CAA5-45CE-B33A-9388F3B08ED2}" dt="2026-02-03T12:00:24.356" v="6632"/>
        <pc:sldMkLst>
          <pc:docMk/>
          <pc:sldMk cId="258292304" sldId="307"/>
        </pc:sldMkLst>
      </pc:sldChg>
      <pc:sldChg chg="addSp delSp modSp add mod">
        <pc:chgData name="沛溪 中村" userId="4b6ad4d7a42030dd" providerId="LiveId" clId="{B9F9AE90-CAA5-45CE-B33A-9388F3B08ED2}" dt="2026-02-04T06:26:56.669" v="11672" actId="20577"/>
        <pc:sldMkLst>
          <pc:docMk/>
          <pc:sldMk cId="1859489587" sldId="307"/>
        </pc:sldMkLst>
        <pc:spChg chg="add mod">
          <ac:chgData name="沛溪 中村" userId="4b6ad4d7a42030dd" providerId="LiveId" clId="{B9F9AE90-CAA5-45CE-B33A-9388F3B08ED2}" dt="2026-02-03T12:21:17.970" v="7494" actId="692"/>
          <ac:spMkLst>
            <pc:docMk/>
            <pc:sldMk cId="1859489587" sldId="307"/>
            <ac:spMk id="31" creationId="{78B2DC03-28DE-483B-970B-31F8EACF45ED}"/>
          </ac:spMkLst>
        </pc:spChg>
        <pc:spChg chg="del">
          <ac:chgData name="沛溪 中村" userId="4b6ad4d7a42030dd" providerId="LiveId" clId="{B9F9AE90-CAA5-45CE-B33A-9388F3B08ED2}" dt="2026-02-03T12:43:33.050" v="7809" actId="478"/>
          <ac:spMkLst>
            <pc:docMk/>
            <pc:sldMk cId="1859489587" sldId="307"/>
            <ac:spMk id="41" creationId="{AEA6C299-49E6-4B46-9B16-EDB1A30FEA9D}"/>
          </ac:spMkLst>
        </pc:spChg>
        <pc:spChg chg="add mod">
          <ac:chgData name="沛溪 中村" userId="4b6ad4d7a42030dd" providerId="LiveId" clId="{B9F9AE90-CAA5-45CE-B33A-9388F3B08ED2}" dt="2026-02-03T16:33:16.916" v="7995" actId="692"/>
          <ac:spMkLst>
            <pc:docMk/>
            <pc:sldMk cId="1859489587" sldId="307"/>
            <ac:spMk id="56" creationId="{42170D60-50B6-4D12-9C1E-1B7BA621CB42}"/>
          </ac:spMkLst>
        </pc:spChg>
        <pc:spChg chg="add mod">
          <ac:chgData name="沛溪 中村" userId="4b6ad4d7a42030dd" providerId="LiveId" clId="{B9F9AE90-CAA5-45CE-B33A-9388F3B08ED2}" dt="2026-02-04T06:26:26.668" v="11659" actId="1076"/>
          <ac:spMkLst>
            <pc:docMk/>
            <pc:sldMk cId="1859489587" sldId="307"/>
            <ac:spMk id="71" creationId="{B4E48A40-02C5-40E2-9922-42AACA39273C}"/>
          </ac:spMkLst>
        </pc:spChg>
        <pc:spChg chg="add mod">
          <ac:chgData name="沛溪 中村" userId="4b6ad4d7a42030dd" providerId="LiveId" clId="{B9F9AE90-CAA5-45CE-B33A-9388F3B08ED2}" dt="2026-02-03T16:32:39.798" v="7978" actId="1076"/>
          <ac:spMkLst>
            <pc:docMk/>
            <pc:sldMk cId="1859489587" sldId="307"/>
            <ac:spMk id="75" creationId="{310F051B-DD05-469A-888E-663959B3F5D4}"/>
          </ac:spMkLst>
        </pc:spChg>
        <pc:spChg chg="add mod">
          <ac:chgData name="沛溪 中村" userId="4b6ad4d7a42030dd" providerId="LiveId" clId="{B9F9AE90-CAA5-45CE-B33A-9388F3B08ED2}" dt="2026-02-04T06:26:56.669" v="11672" actId="20577"/>
          <ac:spMkLst>
            <pc:docMk/>
            <pc:sldMk cId="1859489587" sldId="307"/>
            <ac:spMk id="76" creationId="{6C2B2536-BF35-44F8-8837-D873CA6FCC05}"/>
          </ac:spMkLst>
        </pc:spChg>
        <pc:spChg chg="add mod">
          <ac:chgData name="沛溪 中村" userId="4b6ad4d7a42030dd" providerId="LiveId" clId="{B9F9AE90-CAA5-45CE-B33A-9388F3B08ED2}" dt="2026-02-03T16:23:42.248" v="7899" actId="1076"/>
          <ac:spMkLst>
            <pc:docMk/>
            <pc:sldMk cId="1859489587" sldId="307"/>
            <ac:spMk id="77" creationId="{2CE467FA-7277-4A1B-8EB9-2F59CC3C85B9}"/>
          </ac:spMkLst>
        </pc:spChg>
        <pc:spChg chg="add del mod">
          <ac:chgData name="沛溪 中村" userId="4b6ad4d7a42030dd" providerId="LiveId" clId="{B9F9AE90-CAA5-45CE-B33A-9388F3B08ED2}" dt="2026-02-03T12:45:24.771" v="7848"/>
          <ac:spMkLst>
            <pc:docMk/>
            <pc:sldMk cId="1859489587" sldId="307"/>
            <ac:spMk id="83" creationId="{E4C3984C-28CC-4ECE-ACE5-45EE35510F77}"/>
          </ac:spMkLst>
        </pc:spChg>
        <pc:spChg chg="add mod">
          <ac:chgData name="沛溪 中村" userId="4b6ad4d7a42030dd" providerId="LiveId" clId="{B9F9AE90-CAA5-45CE-B33A-9388F3B08ED2}" dt="2026-02-03T16:32:34.618" v="7975" actId="14100"/>
          <ac:spMkLst>
            <pc:docMk/>
            <pc:sldMk cId="1859489587" sldId="307"/>
            <ac:spMk id="91" creationId="{0B8DF00C-14F2-49FC-B202-175A471EF713}"/>
          </ac:spMkLst>
        </pc:spChg>
        <pc:spChg chg="add mod">
          <ac:chgData name="沛溪 中村" userId="4b6ad4d7a42030dd" providerId="LiveId" clId="{B9F9AE90-CAA5-45CE-B33A-9388F3B08ED2}" dt="2026-02-03T16:32:46.395" v="7980" actId="14100"/>
          <ac:spMkLst>
            <pc:docMk/>
            <pc:sldMk cId="1859489587" sldId="307"/>
            <ac:spMk id="92" creationId="{264A9367-44A2-4710-8E9B-2DC20B1268BB}"/>
          </ac:spMkLst>
        </pc:spChg>
        <pc:spChg chg="add mod ord">
          <ac:chgData name="沛溪 中村" userId="4b6ad4d7a42030dd" providerId="LiveId" clId="{B9F9AE90-CAA5-45CE-B33A-9388F3B08ED2}" dt="2026-02-03T16:34:29.726" v="8025" actId="14100"/>
          <ac:spMkLst>
            <pc:docMk/>
            <pc:sldMk cId="1859489587" sldId="307"/>
            <ac:spMk id="94" creationId="{5E0E6178-A34F-4592-9EE5-CF76C0F8A3BF}"/>
          </ac:spMkLst>
        </pc:spChg>
        <pc:spChg chg="add mod ord">
          <ac:chgData name="沛溪 中村" userId="4b6ad4d7a42030dd" providerId="LiveId" clId="{B9F9AE90-CAA5-45CE-B33A-9388F3B08ED2}" dt="2026-02-04T06:26:05.333" v="11647" actId="14100"/>
          <ac:spMkLst>
            <pc:docMk/>
            <pc:sldMk cId="1859489587" sldId="307"/>
            <ac:spMk id="97" creationId="{768F4777-1347-44B2-9EFD-A9DB5DB37FBF}"/>
          </ac:spMkLst>
        </pc:spChg>
        <pc:spChg chg="mod">
          <ac:chgData name="沛溪 中村" userId="4b6ad4d7a42030dd" providerId="LiveId" clId="{B9F9AE90-CAA5-45CE-B33A-9388F3B08ED2}" dt="2026-02-03T16:23:51.539" v="7902" actId="113"/>
          <ac:spMkLst>
            <pc:docMk/>
            <pc:sldMk cId="1859489587" sldId="307"/>
            <ac:spMk id="812" creationId="{458A518A-F136-4B07-B988-29F3CAE214AD}"/>
          </ac:spMkLst>
        </pc:spChg>
        <pc:spChg chg="mod">
          <ac:chgData name="沛溪 中村" userId="4b6ad4d7a42030dd" providerId="LiveId" clId="{B9F9AE90-CAA5-45CE-B33A-9388F3B08ED2}" dt="2026-02-04T06:25:56.370" v="11642" actId="14100"/>
          <ac:spMkLst>
            <pc:docMk/>
            <pc:sldMk cId="1859489587" sldId="307"/>
            <ac:spMk id="814" creationId="{A58F66FA-3E6F-4BB5-B3A7-7BB4E640043B}"/>
          </ac:spMkLst>
        </pc:spChg>
        <pc:spChg chg="del">
          <ac:chgData name="沛溪 中村" userId="4b6ad4d7a42030dd" providerId="LiveId" clId="{B9F9AE90-CAA5-45CE-B33A-9388F3B08ED2}" dt="2026-02-03T12:43:31.696" v="7808" actId="478"/>
          <ac:spMkLst>
            <pc:docMk/>
            <pc:sldMk cId="1859489587" sldId="307"/>
            <ac:spMk id="817" creationId="{7B8FE6E7-75DE-4715-B27F-45DD0841861C}"/>
          </ac:spMkLst>
        </pc:spChg>
        <pc:spChg chg="del">
          <ac:chgData name="沛溪 中村" userId="4b6ad4d7a42030dd" providerId="LiveId" clId="{B9F9AE90-CAA5-45CE-B33A-9388F3B08ED2}" dt="2026-02-03T12:43:36.214" v="7812" actId="478"/>
          <ac:spMkLst>
            <pc:docMk/>
            <pc:sldMk cId="1859489587" sldId="307"/>
            <ac:spMk id="835" creationId="{3604841B-DBCB-4445-936A-C8DF4138F3EC}"/>
          </ac:spMkLst>
        </pc:spChg>
        <pc:grpChg chg="del">
          <ac:chgData name="沛溪 中村" userId="4b6ad4d7a42030dd" providerId="LiveId" clId="{B9F9AE90-CAA5-45CE-B33A-9388F3B08ED2}" dt="2026-02-03T12:43:34.806" v="7810" actId="478"/>
          <ac:grpSpMkLst>
            <pc:docMk/>
            <pc:sldMk cId="1859489587" sldId="307"/>
            <ac:grpSpMk id="38" creationId="{CE3146D2-7E6B-4C8A-9148-9E30889D9B75}"/>
          </ac:grpSpMkLst>
        </pc:grpChg>
        <pc:grpChg chg="add mod">
          <ac:chgData name="沛溪 中村" userId="4b6ad4d7a42030dd" providerId="LiveId" clId="{B9F9AE90-CAA5-45CE-B33A-9388F3B08ED2}" dt="2026-02-03T16:23:31.782" v="7893" actId="164"/>
          <ac:grpSpMkLst>
            <pc:docMk/>
            <pc:sldMk cId="1859489587" sldId="307"/>
            <ac:grpSpMk id="49" creationId="{53D74BCB-F6C1-48CA-A525-F822545A9659}"/>
          </ac:grpSpMkLst>
        </pc:grpChg>
        <pc:grpChg chg="del">
          <ac:chgData name="沛溪 中村" userId="4b6ad4d7a42030dd" providerId="LiveId" clId="{B9F9AE90-CAA5-45CE-B33A-9388F3B08ED2}" dt="2026-02-03T12:43:35.452" v="7811" actId="478"/>
          <ac:grpSpMkLst>
            <pc:docMk/>
            <pc:sldMk cId="1859489587" sldId="307"/>
            <ac:grpSpMk id="825" creationId="{0648E011-5CB5-4C5A-8832-290EABC99983}"/>
          </ac:grpSpMkLst>
        </pc:grpChg>
        <pc:picChg chg="add mod">
          <ac:chgData name="沛溪 中村" userId="4b6ad4d7a42030dd" providerId="LiveId" clId="{B9F9AE90-CAA5-45CE-B33A-9388F3B08ED2}" dt="2026-02-04T06:26:31.419" v="11662" actId="1076"/>
          <ac:picMkLst>
            <pc:docMk/>
            <pc:sldMk cId="1859489587" sldId="307"/>
            <ac:picMk id="3" creationId="{752127A9-1EEC-4391-8D17-262FEE90DE91}"/>
          </ac:picMkLst>
        </pc:picChg>
        <pc:picChg chg="del">
          <ac:chgData name="沛溪 中村" userId="4b6ad4d7a42030dd" providerId="LiveId" clId="{B9F9AE90-CAA5-45CE-B33A-9388F3B08ED2}" dt="2026-02-03T12:20:57.038" v="7480" actId="478"/>
          <ac:picMkLst>
            <pc:docMk/>
            <pc:sldMk cId="1859489587" sldId="307"/>
            <ac:picMk id="24" creationId="{8F76768D-1DE6-4B44-B3BD-387517A3916E}"/>
          </ac:picMkLst>
        </pc:picChg>
        <pc:picChg chg="add mod">
          <ac:chgData name="沛溪 中村" userId="4b6ad4d7a42030dd" providerId="LiveId" clId="{B9F9AE90-CAA5-45CE-B33A-9388F3B08ED2}" dt="2026-02-03T12:21:00.749" v="7483" actId="14100"/>
          <ac:picMkLst>
            <pc:docMk/>
            <pc:sldMk cId="1859489587" sldId="307"/>
            <ac:picMk id="25" creationId="{DB200DAC-F8FF-4CE3-B966-10DB891A35A8}"/>
          </ac:picMkLst>
        </pc:picChg>
        <pc:picChg chg="del">
          <ac:chgData name="沛溪 中村" userId="4b6ad4d7a42030dd" providerId="LiveId" clId="{B9F9AE90-CAA5-45CE-B33A-9388F3B08ED2}" dt="2026-02-03T12:43:30.671" v="7807" actId="478"/>
          <ac:picMkLst>
            <pc:docMk/>
            <pc:sldMk cId="1859489587" sldId="307"/>
            <ac:picMk id="28" creationId="{0BDD7E1F-8557-4FD6-A8A7-57E656D13757}"/>
          </ac:picMkLst>
        </pc:picChg>
        <pc:picChg chg="del mod">
          <ac:chgData name="沛溪 中村" userId="4b6ad4d7a42030dd" providerId="LiveId" clId="{B9F9AE90-CAA5-45CE-B33A-9388F3B08ED2}" dt="2026-02-03T12:43:30.352" v="7806" actId="478"/>
          <ac:picMkLst>
            <pc:docMk/>
            <pc:sldMk cId="1859489587" sldId="307"/>
            <ac:picMk id="34" creationId="{73103925-74C2-40FC-978F-D8EFC22D52EC}"/>
          </ac:picMkLst>
        </pc:picChg>
        <pc:picChg chg="add mod">
          <ac:chgData name="沛溪 中村" userId="4b6ad4d7a42030dd" providerId="LiveId" clId="{B9F9AE90-CAA5-45CE-B33A-9388F3B08ED2}" dt="2026-02-04T06:25:54.105" v="11640" actId="14100"/>
          <ac:picMkLst>
            <pc:docMk/>
            <pc:sldMk cId="1859489587" sldId="307"/>
            <ac:picMk id="44" creationId="{DB2333A3-A369-46D4-960C-C00E240C373C}"/>
          </ac:picMkLst>
        </pc:picChg>
        <pc:picChg chg="add mod modCrop">
          <ac:chgData name="沛溪 中村" userId="4b6ad4d7a42030dd" providerId="LiveId" clId="{B9F9AE90-CAA5-45CE-B33A-9388F3B08ED2}" dt="2026-02-03T16:34:14.681" v="8019" actId="1076"/>
          <ac:picMkLst>
            <pc:docMk/>
            <pc:sldMk cId="1859489587" sldId="307"/>
            <ac:picMk id="48" creationId="{B334C079-67C7-4514-B52C-4BCDD3A75472}"/>
          </ac:picMkLst>
        </pc:picChg>
        <pc:picChg chg="add mod ord">
          <ac:chgData name="沛溪 中村" userId="4b6ad4d7a42030dd" providerId="LiveId" clId="{B9F9AE90-CAA5-45CE-B33A-9388F3B08ED2}" dt="2026-02-03T16:32:09.298" v="7965" actId="1076"/>
          <ac:picMkLst>
            <pc:docMk/>
            <pc:sldMk cId="1859489587" sldId="307"/>
            <ac:picMk id="52" creationId="{D5C5AAB2-5C68-4BE5-819C-0F6B2269006E}"/>
          </ac:picMkLst>
        </pc:picChg>
        <pc:picChg chg="add del mod">
          <ac:chgData name="沛溪 中村" userId="4b6ad4d7a42030dd" providerId="LiveId" clId="{B9F9AE90-CAA5-45CE-B33A-9388F3B08ED2}" dt="2026-02-04T06:26:19.948" v="11655" actId="1076"/>
          <ac:picMkLst>
            <pc:docMk/>
            <pc:sldMk cId="1859489587" sldId="307"/>
            <ac:picMk id="58" creationId="{631D6BFA-696F-492B-A857-7251ECF4D1C5}"/>
          </ac:picMkLst>
        </pc:picChg>
        <pc:picChg chg="add del mod">
          <ac:chgData name="沛溪 中村" userId="4b6ad4d7a42030dd" providerId="LiveId" clId="{B9F9AE90-CAA5-45CE-B33A-9388F3B08ED2}" dt="2026-02-04T06:26:08.602" v="11651"/>
          <ac:picMkLst>
            <pc:docMk/>
            <pc:sldMk cId="1859489587" sldId="307"/>
            <ac:picMk id="68" creationId="{1B9596B0-9683-4B40-8CD5-A6B491CF28D6}"/>
          </ac:picMkLst>
        </pc:picChg>
        <pc:cxnChg chg="add mod">
          <ac:chgData name="沛溪 中村" userId="4b6ad4d7a42030dd" providerId="LiveId" clId="{B9F9AE90-CAA5-45CE-B33A-9388F3B08ED2}" dt="2026-02-03T16:31:48.695" v="7950" actId="14100"/>
          <ac:cxnSpMkLst>
            <pc:docMk/>
            <pc:sldMk cId="1859489587" sldId="307"/>
            <ac:cxnSpMk id="37" creationId="{34BE9EB3-510E-4E71-9ED8-2B87FE156327}"/>
          </ac:cxnSpMkLst>
        </pc:cxnChg>
        <pc:cxnChg chg="del">
          <ac:chgData name="沛溪 中村" userId="4b6ad4d7a42030dd" providerId="LiveId" clId="{B9F9AE90-CAA5-45CE-B33A-9388F3B08ED2}" dt="2026-02-03T12:43:33.050" v="7809" actId="478"/>
          <ac:cxnSpMkLst>
            <pc:docMk/>
            <pc:sldMk cId="1859489587" sldId="307"/>
            <ac:cxnSpMk id="40" creationId="{62967F3C-2F07-483C-9652-399E3F211C60}"/>
          </ac:cxnSpMkLst>
        </pc:cxnChg>
        <pc:cxnChg chg="add mod">
          <ac:chgData name="沛溪 中村" userId="4b6ad4d7a42030dd" providerId="LiveId" clId="{B9F9AE90-CAA5-45CE-B33A-9388F3B08ED2}" dt="2026-02-03T16:23:40.028" v="7898" actId="1076"/>
          <ac:cxnSpMkLst>
            <pc:docMk/>
            <pc:sldMk cId="1859489587" sldId="307"/>
            <ac:cxnSpMk id="78" creationId="{220A47BD-8486-4724-9519-F535860FDB5E}"/>
          </ac:cxnSpMkLst>
        </pc:cxnChg>
        <pc:cxnChg chg="del">
          <ac:chgData name="沛溪 中村" userId="4b6ad4d7a42030dd" providerId="LiveId" clId="{B9F9AE90-CAA5-45CE-B33A-9388F3B08ED2}" dt="2026-02-03T12:43:33.050" v="7809" actId="478"/>
          <ac:cxnSpMkLst>
            <pc:docMk/>
            <pc:sldMk cId="1859489587" sldId="307"/>
            <ac:cxnSpMk id="836" creationId="{53555F5D-5661-4A56-9178-C64F9AAB585B}"/>
          </ac:cxnSpMkLst>
        </pc:cxnChg>
      </pc:sldChg>
      <pc:sldChg chg="add del">
        <pc:chgData name="沛溪 中村" userId="4b6ad4d7a42030dd" providerId="LiveId" clId="{B9F9AE90-CAA5-45CE-B33A-9388F3B08ED2}" dt="2026-02-03T12:00:14.591" v="6628"/>
        <pc:sldMkLst>
          <pc:docMk/>
          <pc:sldMk cId="2525622386" sldId="307"/>
        </pc:sldMkLst>
      </pc:sldChg>
      <pc:sldChg chg="add del">
        <pc:chgData name="沛溪 中村" userId="4b6ad4d7a42030dd" providerId="LiveId" clId="{B9F9AE90-CAA5-45CE-B33A-9388F3B08ED2}" dt="2026-02-03T12:00:32.146" v="6636"/>
        <pc:sldMkLst>
          <pc:docMk/>
          <pc:sldMk cId="3392449921" sldId="307"/>
        </pc:sldMkLst>
      </pc:sldChg>
      <pc:sldChg chg="add del setBg">
        <pc:chgData name="沛溪 中村" userId="4b6ad4d7a42030dd" providerId="LiveId" clId="{B9F9AE90-CAA5-45CE-B33A-9388F3B08ED2}" dt="2026-02-03T12:01:07.059" v="6647" actId="47"/>
        <pc:sldMkLst>
          <pc:docMk/>
          <pc:sldMk cId="3844510834" sldId="307"/>
        </pc:sldMkLst>
      </pc:sldChg>
      <pc:sldChg chg="addSp delSp modSp add mod">
        <pc:chgData name="沛溪 中村" userId="4b6ad4d7a42030dd" providerId="LiveId" clId="{B9F9AE90-CAA5-45CE-B33A-9388F3B08ED2}" dt="2026-02-03T17:49:37.593" v="10178" actId="14100"/>
        <pc:sldMkLst>
          <pc:docMk/>
          <pc:sldMk cId="517218269" sldId="308"/>
        </pc:sldMkLst>
        <pc:spChg chg="del">
          <ac:chgData name="沛溪 中村" userId="4b6ad4d7a42030dd" providerId="LiveId" clId="{B9F9AE90-CAA5-45CE-B33A-9388F3B08ED2}" dt="2026-02-03T12:45:40.118" v="7859" actId="478"/>
          <ac:spMkLst>
            <pc:docMk/>
            <pc:sldMk cId="517218269" sldId="308"/>
            <ac:spMk id="31" creationId="{78B2DC03-28DE-483B-970B-31F8EACF45ED}"/>
          </ac:spMkLst>
        </pc:spChg>
        <pc:spChg chg="add mod">
          <ac:chgData name="沛溪 中村" userId="4b6ad4d7a42030dd" providerId="LiveId" clId="{B9F9AE90-CAA5-45CE-B33A-9388F3B08ED2}" dt="2026-02-03T17:29:33.448" v="9946" actId="164"/>
          <ac:spMkLst>
            <pc:docMk/>
            <pc:sldMk cId="517218269" sldId="308"/>
            <ac:spMk id="34" creationId="{9FF085D4-2300-4494-B0FA-0971270951B6}"/>
          </ac:spMkLst>
        </pc:spChg>
        <pc:spChg chg="add mod">
          <ac:chgData name="沛溪 中村" userId="4b6ad4d7a42030dd" providerId="LiveId" clId="{B9F9AE90-CAA5-45CE-B33A-9388F3B08ED2}" dt="2026-02-03T17:49:37.593" v="10178" actId="14100"/>
          <ac:spMkLst>
            <pc:docMk/>
            <pc:sldMk cId="517218269" sldId="308"/>
            <ac:spMk id="39" creationId="{939C49BD-837B-45AC-93AC-F2ADBDBEA059}"/>
          </ac:spMkLst>
        </pc:spChg>
        <pc:spChg chg="add del mod">
          <ac:chgData name="沛溪 中村" userId="4b6ad4d7a42030dd" providerId="LiveId" clId="{B9F9AE90-CAA5-45CE-B33A-9388F3B08ED2}" dt="2026-02-03T17:26:16.422" v="9766"/>
          <ac:spMkLst>
            <pc:docMk/>
            <pc:sldMk cId="517218269" sldId="308"/>
            <ac:spMk id="62" creationId="{1BA90E43-AB3F-48E7-8CEA-F30B88444A67}"/>
          </ac:spMkLst>
        </pc:spChg>
        <pc:spChg chg="mod">
          <ac:chgData name="沛溪 中村" userId="4b6ad4d7a42030dd" providerId="LiveId" clId="{B9F9AE90-CAA5-45CE-B33A-9388F3B08ED2}" dt="2026-02-03T17:26:19.872" v="9767"/>
          <ac:spMkLst>
            <pc:docMk/>
            <pc:sldMk cId="517218269" sldId="308"/>
            <ac:spMk id="64" creationId="{A5A54A26-E178-464F-AD54-9A6593ADA21B}"/>
          </ac:spMkLst>
        </pc:spChg>
        <pc:spChg chg="mod">
          <ac:chgData name="沛溪 中村" userId="4b6ad4d7a42030dd" providerId="LiveId" clId="{B9F9AE90-CAA5-45CE-B33A-9388F3B08ED2}" dt="2026-02-03T17:27:06.956" v="9907" actId="20577"/>
          <ac:spMkLst>
            <pc:docMk/>
            <pc:sldMk cId="517218269" sldId="308"/>
            <ac:spMk id="65" creationId="{1AEFE783-86F5-4364-96D3-D4C9A6FB1BDB}"/>
          </ac:spMkLst>
        </pc:spChg>
        <pc:spChg chg="mod">
          <ac:chgData name="沛溪 中村" userId="4b6ad4d7a42030dd" providerId="LiveId" clId="{B9F9AE90-CAA5-45CE-B33A-9388F3B08ED2}" dt="2026-02-03T17:26:28.262" v="9769" actId="207"/>
          <ac:spMkLst>
            <pc:docMk/>
            <pc:sldMk cId="517218269" sldId="308"/>
            <ac:spMk id="68" creationId="{9362DE47-5E6B-46C7-BF30-96426B349A29}"/>
          </ac:spMkLst>
        </pc:spChg>
        <pc:spChg chg="add mod">
          <ac:chgData name="沛溪 中村" userId="4b6ad4d7a42030dd" providerId="LiveId" clId="{B9F9AE90-CAA5-45CE-B33A-9388F3B08ED2}" dt="2026-02-03T17:29:36.533" v="9948" actId="1076"/>
          <ac:spMkLst>
            <pc:docMk/>
            <pc:sldMk cId="517218269" sldId="308"/>
            <ac:spMk id="70" creationId="{A823E578-BF45-4635-A32F-822D5F9EB092}"/>
          </ac:spMkLst>
        </pc:spChg>
        <pc:spChg chg="del mod">
          <ac:chgData name="沛溪 中村" userId="4b6ad4d7a42030dd" providerId="LiveId" clId="{B9F9AE90-CAA5-45CE-B33A-9388F3B08ED2}" dt="2026-02-03T12:45:39.315" v="7858" actId="478"/>
          <ac:spMkLst>
            <pc:docMk/>
            <pc:sldMk cId="517218269" sldId="308"/>
            <ac:spMk id="75" creationId="{310F051B-DD05-469A-888E-663959B3F5D4}"/>
          </ac:spMkLst>
        </pc:spChg>
        <pc:spChg chg="del">
          <ac:chgData name="沛溪 中村" userId="4b6ad4d7a42030dd" providerId="LiveId" clId="{B9F9AE90-CAA5-45CE-B33A-9388F3B08ED2}" dt="2026-02-03T12:45:32.451" v="7850" actId="478"/>
          <ac:spMkLst>
            <pc:docMk/>
            <pc:sldMk cId="517218269" sldId="308"/>
            <ac:spMk id="76" creationId="{6C2B2536-BF35-44F8-8837-D873CA6FCC05}"/>
          </ac:spMkLst>
        </pc:spChg>
        <pc:spChg chg="del">
          <ac:chgData name="沛溪 中村" userId="4b6ad4d7a42030dd" providerId="LiveId" clId="{B9F9AE90-CAA5-45CE-B33A-9388F3B08ED2}" dt="2026-02-03T12:45:34.724" v="7853" actId="478"/>
          <ac:spMkLst>
            <pc:docMk/>
            <pc:sldMk cId="517218269" sldId="308"/>
            <ac:spMk id="77" creationId="{2CE467FA-7277-4A1B-8EB9-2F59CC3C85B9}"/>
          </ac:spMkLst>
        </pc:spChg>
        <pc:spChg chg="add mod">
          <ac:chgData name="沛溪 中村" userId="4b6ad4d7a42030dd" providerId="LiveId" clId="{B9F9AE90-CAA5-45CE-B33A-9388F3B08ED2}" dt="2026-02-03T17:29:33.448" v="9946" actId="164"/>
          <ac:spMkLst>
            <pc:docMk/>
            <pc:sldMk cId="517218269" sldId="308"/>
            <ac:spMk id="79" creationId="{E9389C36-89F3-4394-B512-4473B3F76597}"/>
          </ac:spMkLst>
        </pc:spChg>
        <pc:spChg chg="add mod">
          <ac:chgData name="沛溪 中村" userId="4b6ad4d7a42030dd" providerId="LiveId" clId="{B9F9AE90-CAA5-45CE-B33A-9388F3B08ED2}" dt="2026-02-03T17:40:10.306" v="10079" actId="1076"/>
          <ac:spMkLst>
            <pc:docMk/>
            <pc:sldMk cId="517218269" sldId="308"/>
            <ac:spMk id="83" creationId="{E6B1F1F9-C471-4B26-8532-C30A1DCDFDB7}"/>
          </ac:spMkLst>
        </pc:spChg>
        <pc:spChg chg="add mod">
          <ac:chgData name="沛溪 中村" userId="4b6ad4d7a42030dd" providerId="LiveId" clId="{B9F9AE90-CAA5-45CE-B33A-9388F3B08ED2}" dt="2026-02-03T17:40:10.306" v="10079" actId="1076"/>
          <ac:spMkLst>
            <pc:docMk/>
            <pc:sldMk cId="517218269" sldId="308"/>
            <ac:spMk id="84" creationId="{09072CDB-E64D-4822-84C5-54DC288CD1A7}"/>
          </ac:spMkLst>
        </pc:spChg>
        <pc:spChg chg="add mod">
          <ac:chgData name="沛溪 中村" userId="4b6ad4d7a42030dd" providerId="LiveId" clId="{B9F9AE90-CAA5-45CE-B33A-9388F3B08ED2}" dt="2026-02-03T17:40:42.105" v="10081" actId="113"/>
          <ac:spMkLst>
            <pc:docMk/>
            <pc:sldMk cId="517218269" sldId="308"/>
            <ac:spMk id="86" creationId="{03EA4665-0CC0-4A9D-AB0E-12BEEC54B037}"/>
          </ac:spMkLst>
        </pc:spChg>
        <pc:spChg chg="add mod">
          <ac:chgData name="沛溪 中村" userId="4b6ad4d7a42030dd" providerId="LiveId" clId="{B9F9AE90-CAA5-45CE-B33A-9388F3B08ED2}" dt="2026-02-03T17:40:07.697" v="10078" actId="1076"/>
          <ac:spMkLst>
            <pc:docMk/>
            <pc:sldMk cId="517218269" sldId="308"/>
            <ac:spMk id="87" creationId="{C9E56465-BBAA-4652-BCBB-44BA9CEC5BBC}"/>
          </ac:spMkLst>
        </pc:spChg>
        <pc:spChg chg="add mod">
          <ac:chgData name="沛溪 中村" userId="4b6ad4d7a42030dd" providerId="LiveId" clId="{B9F9AE90-CAA5-45CE-B33A-9388F3B08ED2}" dt="2026-02-03T17:41:36.568" v="10110" actId="1076"/>
          <ac:spMkLst>
            <pc:docMk/>
            <pc:sldMk cId="517218269" sldId="308"/>
            <ac:spMk id="89" creationId="{C559E8CE-870E-4CAD-9B4D-A7CBBFFEA5EA}"/>
          </ac:spMkLst>
        </pc:spChg>
        <pc:spChg chg="del">
          <ac:chgData name="沛溪 中村" userId="4b6ad4d7a42030dd" providerId="LiveId" clId="{B9F9AE90-CAA5-45CE-B33A-9388F3B08ED2}" dt="2026-02-03T12:45:36.542" v="7855" actId="478"/>
          <ac:spMkLst>
            <pc:docMk/>
            <pc:sldMk cId="517218269" sldId="308"/>
            <ac:spMk id="812" creationId="{458A518A-F136-4B07-B988-29F3CAE214AD}"/>
          </ac:spMkLst>
        </pc:spChg>
        <pc:spChg chg="del">
          <ac:chgData name="沛溪 中村" userId="4b6ad4d7a42030dd" providerId="LiveId" clId="{B9F9AE90-CAA5-45CE-B33A-9388F3B08ED2}" dt="2026-02-03T12:54:04.876" v="7861" actId="478"/>
          <ac:spMkLst>
            <pc:docMk/>
            <pc:sldMk cId="517218269" sldId="308"/>
            <ac:spMk id="814" creationId="{A58F66FA-3E6F-4BB5-B3A7-7BB4E640043B}"/>
          </ac:spMkLst>
        </pc:spChg>
        <pc:grpChg chg="add mod">
          <ac:chgData name="沛溪 中村" userId="4b6ad4d7a42030dd" providerId="LiveId" clId="{B9F9AE90-CAA5-45CE-B33A-9388F3B08ED2}" dt="2026-02-03T17:30:05.808" v="9954" actId="1076"/>
          <ac:grpSpMkLst>
            <pc:docMk/>
            <pc:sldMk cId="517218269" sldId="308"/>
            <ac:grpSpMk id="38" creationId="{11978FF9-16CF-43A6-A56A-F15BF229B3F4}"/>
          </ac:grpSpMkLst>
        </pc:grpChg>
        <pc:grpChg chg="add mod">
          <ac:chgData name="沛溪 中村" userId="4b6ad4d7a42030dd" providerId="LiveId" clId="{B9F9AE90-CAA5-45CE-B33A-9388F3B08ED2}" dt="2026-02-03T17:27:09.138" v="9908" actId="1076"/>
          <ac:grpSpMkLst>
            <pc:docMk/>
            <pc:sldMk cId="517218269" sldId="308"/>
            <ac:grpSpMk id="63" creationId="{600DE0A7-A240-4054-A9D7-FC1702CEB75F}"/>
          </ac:grpSpMkLst>
        </pc:grpChg>
        <pc:picChg chg="del">
          <ac:chgData name="沛溪 中村" userId="4b6ad4d7a42030dd" providerId="LiveId" clId="{B9F9AE90-CAA5-45CE-B33A-9388F3B08ED2}" dt="2026-02-03T12:45:37.168" v="7856" actId="478"/>
          <ac:picMkLst>
            <pc:docMk/>
            <pc:sldMk cId="517218269" sldId="308"/>
            <ac:picMk id="25" creationId="{DB200DAC-F8FF-4CE3-B966-10DB891A35A8}"/>
          </ac:picMkLst>
        </pc:picChg>
        <pc:picChg chg="del">
          <ac:chgData name="沛溪 中村" userId="4b6ad4d7a42030dd" providerId="LiveId" clId="{B9F9AE90-CAA5-45CE-B33A-9388F3B08ED2}" dt="2026-02-03T12:45:33.206" v="7852" actId="478"/>
          <ac:picMkLst>
            <pc:docMk/>
            <pc:sldMk cId="517218269" sldId="308"/>
            <ac:picMk id="44" creationId="{DB2333A3-A369-46D4-960C-C00E240C373C}"/>
          </ac:picMkLst>
        </pc:picChg>
        <pc:picChg chg="del">
          <ac:chgData name="沛溪 中村" userId="4b6ad4d7a42030dd" providerId="LiveId" clId="{B9F9AE90-CAA5-45CE-B33A-9388F3B08ED2}" dt="2026-02-03T12:45:32.859" v="7851" actId="478"/>
          <ac:picMkLst>
            <pc:docMk/>
            <pc:sldMk cId="517218269" sldId="308"/>
            <ac:picMk id="48" creationId="{B334C079-67C7-4514-B52C-4BCDD3A75472}"/>
          </ac:picMkLst>
        </pc:picChg>
        <pc:picChg chg="add del mod">
          <ac:chgData name="沛溪 中村" userId="4b6ad4d7a42030dd" providerId="LiveId" clId="{B9F9AE90-CAA5-45CE-B33A-9388F3B08ED2}" dt="2026-02-03T17:17:54.456" v="9639"/>
          <ac:picMkLst>
            <pc:docMk/>
            <pc:sldMk cId="517218269" sldId="308"/>
            <ac:picMk id="61" creationId="{D3C5CB07-8487-425F-8BB5-DC2FB04EA69E}"/>
          </ac:picMkLst>
        </pc:picChg>
        <pc:cxnChg chg="del">
          <ac:chgData name="沛溪 中村" userId="4b6ad4d7a42030dd" providerId="LiveId" clId="{B9F9AE90-CAA5-45CE-B33A-9388F3B08ED2}" dt="2026-02-03T12:45:40.564" v="7860" actId="478"/>
          <ac:cxnSpMkLst>
            <pc:docMk/>
            <pc:sldMk cId="517218269" sldId="308"/>
            <ac:cxnSpMk id="37" creationId="{34BE9EB3-510E-4E71-9ED8-2B87FE156327}"/>
          </ac:cxnSpMkLst>
        </pc:cxnChg>
        <pc:cxnChg chg="mod">
          <ac:chgData name="沛溪 中村" userId="4b6ad4d7a42030dd" providerId="LiveId" clId="{B9F9AE90-CAA5-45CE-B33A-9388F3B08ED2}" dt="2026-02-03T17:26:19.872" v="9767"/>
          <ac:cxnSpMkLst>
            <pc:docMk/>
            <pc:sldMk cId="517218269" sldId="308"/>
            <ac:cxnSpMk id="66" creationId="{642239A5-6DE4-45C2-B123-75351C8C041C}"/>
          </ac:cxnSpMkLst>
        </pc:cxnChg>
        <pc:cxnChg chg="mod">
          <ac:chgData name="沛溪 中村" userId="4b6ad4d7a42030dd" providerId="LiveId" clId="{B9F9AE90-CAA5-45CE-B33A-9388F3B08ED2}" dt="2026-02-03T17:26:28.262" v="9769" actId="207"/>
          <ac:cxnSpMkLst>
            <pc:docMk/>
            <pc:sldMk cId="517218269" sldId="308"/>
            <ac:cxnSpMk id="67" creationId="{E9E4D2A1-50EF-4CA7-8E1B-538256FC30CF}"/>
          </ac:cxnSpMkLst>
        </pc:cxnChg>
        <pc:cxnChg chg="add mod">
          <ac:chgData name="沛溪 中村" userId="4b6ad4d7a42030dd" providerId="LiveId" clId="{B9F9AE90-CAA5-45CE-B33A-9388F3B08ED2}" dt="2026-02-03T17:29:33.448" v="9946" actId="164"/>
          <ac:cxnSpMkLst>
            <pc:docMk/>
            <pc:sldMk cId="517218269" sldId="308"/>
            <ac:cxnSpMk id="71" creationId="{DB1C3AB2-993D-45FF-9F20-8C49C7CD9F82}"/>
          </ac:cxnSpMkLst>
        </pc:cxnChg>
        <pc:cxnChg chg="del">
          <ac:chgData name="沛溪 中村" userId="4b6ad4d7a42030dd" providerId="LiveId" clId="{B9F9AE90-CAA5-45CE-B33A-9388F3B08ED2}" dt="2026-02-03T12:45:35.308" v="7854" actId="478"/>
          <ac:cxnSpMkLst>
            <pc:docMk/>
            <pc:sldMk cId="517218269" sldId="308"/>
            <ac:cxnSpMk id="78" creationId="{220A47BD-8486-4724-9519-F535860FDB5E}"/>
          </ac:cxnSpMkLst>
        </pc:cxnChg>
        <pc:cxnChg chg="add mod">
          <ac:chgData name="沛溪 中村" userId="4b6ad4d7a42030dd" providerId="LiveId" clId="{B9F9AE90-CAA5-45CE-B33A-9388F3B08ED2}" dt="2026-02-03T17:29:33.448" v="9946" actId="164"/>
          <ac:cxnSpMkLst>
            <pc:docMk/>
            <pc:sldMk cId="517218269" sldId="308"/>
            <ac:cxnSpMk id="80" creationId="{89A088DC-8BB5-4E36-9171-445C1C23C6C8}"/>
          </ac:cxnSpMkLst>
        </pc:cxnChg>
        <pc:cxnChg chg="add mod">
          <ac:chgData name="沛溪 中村" userId="4b6ad4d7a42030dd" providerId="LiveId" clId="{B9F9AE90-CAA5-45CE-B33A-9388F3B08ED2}" dt="2026-02-03T17:29:33.448" v="9946" actId="164"/>
          <ac:cxnSpMkLst>
            <pc:docMk/>
            <pc:sldMk cId="517218269" sldId="308"/>
            <ac:cxnSpMk id="81" creationId="{3ED4C81B-2EE0-4C80-9333-02F7644A9005}"/>
          </ac:cxnSpMkLst>
        </pc:cxnChg>
      </pc:sldChg>
      <pc:sldChg chg="addSp delSp modSp add del mod">
        <pc:chgData name="沛溪 中村" userId="4b6ad4d7a42030dd" providerId="LiveId" clId="{B9F9AE90-CAA5-45CE-B33A-9388F3B08ED2}" dt="2026-02-03T17:10:58.670" v="9608" actId="47"/>
        <pc:sldMkLst>
          <pc:docMk/>
          <pc:sldMk cId="2982749730" sldId="309"/>
        </pc:sldMkLst>
        <pc:spChg chg="add mod">
          <ac:chgData name="沛溪 中村" userId="4b6ad4d7a42030dd" providerId="LiveId" clId="{B9F9AE90-CAA5-45CE-B33A-9388F3B08ED2}" dt="2026-02-03T16:41:04.976" v="8253" actId="692"/>
          <ac:spMkLst>
            <pc:docMk/>
            <pc:sldMk cId="2982749730" sldId="309"/>
            <ac:spMk id="28" creationId="{612C2608-7D71-4E0F-8FA6-F19CF7027968}"/>
          </ac:spMkLst>
        </pc:spChg>
        <pc:spChg chg="del">
          <ac:chgData name="沛溪 中村" userId="4b6ad4d7a42030dd" providerId="LiveId" clId="{B9F9AE90-CAA5-45CE-B33A-9388F3B08ED2}" dt="2026-02-03T16:36:23.135" v="8045" actId="478"/>
          <ac:spMkLst>
            <pc:docMk/>
            <pc:sldMk cId="2982749730" sldId="309"/>
            <ac:spMk id="31" creationId="{78B2DC03-28DE-483B-970B-31F8EACF45ED}"/>
          </ac:spMkLst>
        </pc:spChg>
        <pc:spChg chg="del">
          <ac:chgData name="沛溪 中村" userId="4b6ad4d7a42030dd" providerId="LiveId" clId="{B9F9AE90-CAA5-45CE-B33A-9388F3B08ED2}" dt="2026-02-03T16:37:03.977" v="8172" actId="478"/>
          <ac:spMkLst>
            <pc:docMk/>
            <pc:sldMk cId="2982749730" sldId="309"/>
            <ac:spMk id="56" creationId="{42170D60-50B6-4D12-9C1E-1B7BA621CB42}"/>
          </ac:spMkLst>
        </pc:spChg>
        <pc:spChg chg="del">
          <ac:chgData name="沛溪 中村" userId="4b6ad4d7a42030dd" providerId="LiveId" clId="{B9F9AE90-CAA5-45CE-B33A-9388F3B08ED2}" dt="2026-02-03T16:37:05.525" v="8173" actId="478"/>
          <ac:spMkLst>
            <pc:docMk/>
            <pc:sldMk cId="2982749730" sldId="309"/>
            <ac:spMk id="75" creationId="{310F051B-DD05-469A-888E-663959B3F5D4}"/>
          </ac:spMkLst>
        </pc:spChg>
        <pc:spChg chg="del">
          <ac:chgData name="沛溪 中村" userId="4b6ad4d7a42030dd" providerId="LiveId" clId="{B9F9AE90-CAA5-45CE-B33A-9388F3B08ED2}" dt="2026-02-03T16:37:01.860" v="8169" actId="478"/>
          <ac:spMkLst>
            <pc:docMk/>
            <pc:sldMk cId="2982749730" sldId="309"/>
            <ac:spMk id="76" creationId="{6C2B2536-BF35-44F8-8837-D873CA6FCC05}"/>
          </ac:spMkLst>
        </pc:spChg>
        <pc:spChg chg="del">
          <ac:chgData name="沛溪 中村" userId="4b6ad4d7a42030dd" providerId="LiveId" clId="{B9F9AE90-CAA5-45CE-B33A-9388F3B08ED2}" dt="2026-02-03T16:36:23.135" v="8045" actId="478"/>
          <ac:spMkLst>
            <pc:docMk/>
            <pc:sldMk cId="2982749730" sldId="309"/>
            <ac:spMk id="77" creationId="{2CE467FA-7277-4A1B-8EB9-2F59CC3C85B9}"/>
          </ac:spMkLst>
        </pc:spChg>
        <pc:spChg chg="add mod">
          <ac:chgData name="沛溪 中村" userId="4b6ad4d7a42030dd" providerId="LiveId" clId="{B9F9AE90-CAA5-45CE-B33A-9388F3B08ED2}" dt="2026-02-03T16:41:36.819" v="8273" actId="1076"/>
          <ac:spMkLst>
            <pc:docMk/>
            <pc:sldMk cId="2982749730" sldId="309"/>
            <ac:spMk id="80" creationId="{C6C4DE18-164A-4320-A09E-61D9FEF94CD4}"/>
          </ac:spMkLst>
        </pc:spChg>
        <pc:spChg chg="mod">
          <ac:chgData name="沛溪 中村" userId="4b6ad4d7a42030dd" providerId="LiveId" clId="{B9F9AE90-CAA5-45CE-B33A-9388F3B08ED2}" dt="2026-02-03T16:38:21.229" v="8184" actId="14100"/>
          <ac:spMkLst>
            <pc:docMk/>
            <pc:sldMk cId="2982749730" sldId="309"/>
            <ac:spMk id="91" creationId="{0B8DF00C-14F2-49FC-B202-175A471EF713}"/>
          </ac:spMkLst>
        </pc:spChg>
        <pc:spChg chg="del">
          <ac:chgData name="沛溪 中村" userId="4b6ad4d7a42030dd" providerId="LiveId" clId="{B9F9AE90-CAA5-45CE-B33A-9388F3B08ED2}" dt="2026-02-03T16:37:03.393" v="8171" actId="478"/>
          <ac:spMkLst>
            <pc:docMk/>
            <pc:sldMk cId="2982749730" sldId="309"/>
            <ac:spMk id="92" creationId="{264A9367-44A2-4710-8E9B-2DC20B1268BB}"/>
          </ac:spMkLst>
        </pc:spChg>
        <pc:spChg chg="del">
          <ac:chgData name="沛溪 中村" userId="4b6ad4d7a42030dd" providerId="LiveId" clId="{B9F9AE90-CAA5-45CE-B33A-9388F3B08ED2}" dt="2026-02-03T16:36:23.135" v="8045" actId="478"/>
          <ac:spMkLst>
            <pc:docMk/>
            <pc:sldMk cId="2982749730" sldId="309"/>
            <ac:spMk id="94" creationId="{5E0E6178-A34F-4592-9EE5-CF76C0F8A3BF}"/>
          </ac:spMkLst>
        </pc:spChg>
        <pc:spChg chg="del">
          <ac:chgData name="沛溪 中村" userId="4b6ad4d7a42030dd" providerId="LiveId" clId="{B9F9AE90-CAA5-45CE-B33A-9388F3B08ED2}" dt="2026-02-03T16:36:23.135" v="8045" actId="478"/>
          <ac:spMkLst>
            <pc:docMk/>
            <pc:sldMk cId="2982749730" sldId="309"/>
            <ac:spMk id="97" creationId="{768F4777-1347-44B2-9EFD-A9DB5DB37FBF}"/>
          </ac:spMkLst>
        </pc:spChg>
        <pc:spChg chg="mod">
          <ac:chgData name="沛溪 中村" userId="4b6ad4d7a42030dd" providerId="LiveId" clId="{B9F9AE90-CAA5-45CE-B33A-9388F3B08ED2}" dt="2026-02-03T16:37:22.993" v="8183" actId="113"/>
          <ac:spMkLst>
            <pc:docMk/>
            <pc:sldMk cId="2982749730" sldId="309"/>
            <ac:spMk id="812" creationId="{458A518A-F136-4B07-B988-29F3CAE214AD}"/>
          </ac:spMkLst>
        </pc:spChg>
        <pc:spChg chg="del">
          <ac:chgData name="沛溪 中村" userId="4b6ad4d7a42030dd" providerId="LiveId" clId="{B9F9AE90-CAA5-45CE-B33A-9388F3B08ED2}" dt="2026-02-03T16:36:23.135" v="8045" actId="478"/>
          <ac:spMkLst>
            <pc:docMk/>
            <pc:sldMk cId="2982749730" sldId="309"/>
            <ac:spMk id="814" creationId="{A58F66FA-3E6F-4BB5-B3A7-7BB4E640043B}"/>
          </ac:spMkLst>
        </pc:spChg>
        <pc:picChg chg="add mod">
          <ac:chgData name="沛溪 中村" userId="4b6ad4d7a42030dd" providerId="LiveId" clId="{B9F9AE90-CAA5-45CE-B33A-9388F3B08ED2}" dt="2026-02-03T16:39:03.794" v="8189" actId="14100"/>
          <ac:picMkLst>
            <pc:docMk/>
            <pc:sldMk cId="2982749730" sldId="309"/>
            <ac:picMk id="24" creationId="{67E7F28B-A234-4B68-81B6-EA16BA672839}"/>
          </ac:picMkLst>
        </pc:picChg>
        <pc:picChg chg="del">
          <ac:chgData name="沛溪 中村" userId="4b6ad4d7a42030dd" providerId="LiveId" clId="{B9F9AE90-CAA5-45CE-B33A-9388F3B08ED2}" dt="2026-02-03T16:37:00.901" v="8168" actId="478"/>
          <ac:picMkLst>
            <pc:docMk/>
            <pc:sldMk cId="2982749730" sldId="309"/>
            <ac:picMk id="25" creationId="{DB200DAC-F8FF-4CE3-B966-10DB891A35A8}"/>
          </ac:picMkLst>
        </pc:picChg>
        <pc:picChg chg="del">
          <ac:chgData name="沛溪 中村" userId="4b6ad4d7a42030dd" providerId="LiveId" clId="{B9F9AE90-CAA5-45CE-B33A-9388F3B08ED2}" dt="2026-02-03T16:36:23.135" v="8045" actId="478"/>
          <ac:picMkLst>
            <pc:docMk/>
            <pc:sldMk cId="2982749730" sldId="309"/>
            <ac:picMk id="44" creationId="{DB2333A3-A369-46D4-960C-C00E240C373C}"/>
          </ac:picMkLst>
        </pc:picChg>
        <pc:picChg chg="del">
          <ac:chgData name="沛溪 中村" userId="4b6ad4d7a42030dd" providerId="LiveId" clId="{B9F9AE90-CAA5-45CE-B33A-9388F3B08ED2}" dt="2026-02-03T16:36:23.135" v="8045" actId="478"/>
          <ac:picMkLst>
            <pc:docMk/>
            <pc:sldMk cId="2982749730" sldId="309"/>
            <ac:picMk id="48" creationId="{B334C079-67C7-4514-B52C-4BCDD3A75472}"/>
          </ac:picMkLst>
        </pc:picChg>
        <pc:picChg chg="del">
          <ac:chgData name="沛溪 中村" userId="4b6ad4d7a42030dd" providerId="LiveId" clId="{B9F9AE90-CAA5-45CE-B33A-9388F3B08ED2}" dt="2026-02-03T16:37:02.681" v="8170" actId="478"/>
          <ac:picMkLst>
            <pc:docMk/>
            <pc:sldMk cId="2982749730" sldId="309"/>
            <ac:picMk id="52" creationId="{D5C5AAB2-5C68-4BE5-819C-0F6B2269006E}"/>
          </ac:picMkLst>
        </pc:picChg>
        <pc:picChg chg="del">
          <ac:chgData name="沛溪 中村" userId="4b6ad4d7a42030dd" providerId="LiveId" clId="{B9F9AE90-CAA5-45CE-B33A-9388F3B08ED2}" dt="2026-02-03T16:36:23.135" v="8045" actId="478"/>
          <ac:picMkLst>
            <pc:docMk/>
            <pc:sldMk cId="2982749730" sldId="309"/>
            <ac:picMk id="58" creationId="{631D6BFA-696F-492B-A857-7251ECF4D1C5}"/>
          </ac:picMkLst>
        </pc:picChg>
        <pc:cxnChg chg="add del mod">
          <ac:chgData name="沛溪 中村" userId="4b6ad4d7a42030dd" providerId="LiveId" clId="{B9F9AE90-CAA5-45CE-B33A-9388F3B08ED2}" dt="2026-02-03T16:41:12.152" v="8255" actId="478"/>
          <ac:cxnSpMkLst>
            <pc:docMk/>
            <pc:sldMk cId="2982749730" sldId="309"/>
            <ac:cxnSpMk id="35" creationId="{D2F17287-75D4-4772-850E-5C5F3E980B4F}"/>
          </ac:cxnSpMkLst>
        </pc:cxnChg>
        <pc:cxnChg chg="del">
          <ac:chgData name="沛溪 中村" userId="4b6ad4d7a42030dd" providerId="LiveId" clId="{B9F9AE90-CAA5-45CE-B33A-9388F3B08ED2}" dt="2026-02-03T16:36:23.135" v="8045" actId="478"/>
          <ac:cxnSpMkLst>
            <pc:docMk/>
            <pc:sldMk cId="2982749730" sldId="309"/>
            <ac:cxnSpMk id="37" creationId="{34BE9EB3-510E-4E71-9ED8-2B87FE156327}"/>
          </ac:cxnSpMkLst>
        </pc:cxnChg>
        <pc:cxnChg chg="add mod">
          <ac:chgData name="沛溪 中村" userId="4b6ad4d7a42030dd" providerId="LiveId" clId="{B9F9AE90-CAA5-45CE-B33A-9388F3B08ED2}" dt="2026-02-03T16:41:34.371" v="8272" actId="14100"/>
          <ac:cxnSpMkLst>
            <pc:docMk/>
            <pc:sldMk cId="2982749730" sldId="309"/>
            <ac:cxnSpMk id="46" creationId="{EEE67863-4971-4435-929A-02741533E899}"/>
          </ac:cxnSpMkLst>
        </pc:cxnChg>
        <pc:cxnChg chg="add del mod">
          <ac:chgData name="沛溪 中村" userId="4b6ad4d7a42030dd" providerId="LiveId" clId="{B9F9AE90-CAA5-45CE-B33A-9388F3B08ED2}" dt="2026-02-03T16:41:11.800" v="8254" actId="478"/>
          <ac:cxnSpMkLst>
            <pc:docMk/>
            <pc:sldMk cId="2982749730" sldId="309"/>
            <ac:cxnSpMk id="74" creationId="{989B5FAE-688B-4AC7-8471-F0FE169D18A9}"/>
          </ac:cxnSpMkLst>
        </pc:cxnChg>
        <pc:cxnChg chg="del">
          <ac:chgData name="沛溪 中村" userId="4b6ad4d7a42030dd" providerId="LiveId" clId="{B9F9AE90-CAA5-45CE-B33A-9388F3B08ED2}" dt="2026-02-03T16:36:23.135" v="8045" actId="478"/>
          <ac:cxnSpMkLst>
            <pc:docMk/>
            <pc:sldMk cId="2982749730" sldId="309"/>
            <ac:cxnSpMk id="78" creationId="{220A47BD-8486-4724-9519-F535860FDB5E}"/>
          </ac:cxnSpMkLst>
        </pc:cxnChg>
      </pc:sldChg>
      <pc:sldChg chg="addSp delSp modSp add mod">
        <pc:chgData name="沛溪 中村" userId="4b6ad4d7a42030dd" providerId="LiveId" clId="{B9F9AE90-CAA5-45CE-B33A-9388F3B08ED2}" dt="2026-02-03T17:59:02.828" v="10525" actId="1076"/>
        <pc:sldMkLst>
          <pc:docMk/>
          <pc:sldMk cId="3846149029" sldId="310"/>
        </pc:sldMkLst>
        <pc:spChg chg="del">
          <ac:chgData name="沛溪 中村" userId="4b6ad4d7a42030dd" providerId="LiveId" clId="{B9F9AE90-CAA5-45CE-B33A-9388F3B08ED2}" dt="2026-02-03T16:42:25.677" v="8277" actId="478"/>
          <ac:spMkLst>
            <pc:docMk/>
            <pc:sldMk cId="3846149029" sldId="310"/>
            <ac:spMk id="28" creationId="{612C2608-7D71-4E0F-8FA6-F19CF7027968}"/>
          </ac:spMkLst>
        </pc:spChg>
        <pc:spChg chg="add del mod">
          <ac:chgData name="沛溪 中村" userId="4b6ad4d7a42030dd" providerId="LiveId" clId="{B9F9AE90-CAA5-45CE-B33A-9388F3B08ED2}" dt="2026-02-03T16:52:15.530" v="8792" actId="478"/>
          <ac:spMkLst>
            <pc:docMk/>
            <pc:sldMk cId="3846149029" sldId="310"/>
            <ac:spMk id="34" creationId="{D4078521-CB8A-4ADA-B56A-0DA2025A985E}"/>
          </ac:spMkLst>
        </pc:spChg>
        <pc:spChg chg="add mod ord">
          <ac:chgData name="沛溪 中村" userId="4b6ad4d7a42030dd" providerId="LiveId" clId="{B9F9AE90-CAA5-45CE-B33A-9388F3B08ED2}" dt="2026-02-03T16:55:58.941" v="8879" actId="164"/>
          <ac:spMkLst>
            <pc:docMk/>
            <pc:sldMk cId="3846149029" sldId="310"/>
            <ac:spMk id="47" creationId="{C2CAC993-151E-4B4F-9FE2-2F6097D8E30A}"/>
          </ac:spMkLst>
        </pc:spChg>
        <pc:spChg chg="add mod">
          <ac:chgData name="沛溪 中村" userId="4b6ad4d7a42030dd" providerId="LiveId" clId="{B9F9AE90-CAA5-45CE-B33A-9388F3B08ED2}" dt="2026-02-03T17:58:57.485" v="10523" actId="14100"/>
          <ac:spMkLst>
            <pc:docMk/>
            <pc:sldMk cId="3846149029" sldId="310"/>
            <ac:spMk id="55" creationId="{0D0501F5-F139-4BC8-AF1B-04960BEB01B5}"/>
          </ac:spMkLst>
        </pc:spChg>
        <pc:spChg chg="add del mod">
          <ac:chgData name="沛溪 中村" userId="4b6ad4d7a42030dd" providerId="LiveId" clId="{B9F9AE90-CAA5-45CE-B33A-9388F3B08ED2}" dt="2026-02-03T16:53:46.154" v="8836" actId="478"/>
          <ac:spMkLst>
            <pc:docMk/>
            <pc:sldMk cId="3846149029" sldId="310"/>
            <ac:spMk id="61" creationId="{18A0A52B-1804-4192-B5B5-CDEE7B45F0A3}"/>
          </ac:spMkLst>
        </pc:spChg>
        <pc:spChg chg="add mod">
          <ac:chgData name="沛溪 中村" userId="4b6ad4d7a42030dd" providerId="LiveId" clId="{B9F9AE90-CAA5-45CE-B33A-9388F3B08ED2}" dt="2026-02-03T16:56:54.696" v="8891" actId="207"/>
          <ac:spMkLst>
            <pc:docMk/>
            <pc:sldMk cId="3846149029" sldId="310"/>
            <ac:spMk id="71" creationId="{FD9259C1-0E72-4128-81CD-F3ADEFF3DF01}"/>
          </ac:spMkLst>
        </pc:spChg>
        <pc:spChg chg="add mod">
          <ac:chgData name="沛溪 中村" userId="4b6ad4d7a42030dd" providerId="LiveId" clId="{B9F9AE90-CAA5-45CE-B33A-9388F3B08ED2}" dt="2026-02-03T17:47:10.963" v="10157" actId="20577"/>
          <ac:spMkLst>
            <pc:docMk/>
            <pc:sldMk cId="3846149029" sldId="310"/>
            <ac:spMk id="78" creationId="{F14E3405-8929-4B02-8FCA-235DB8675166}"/>
          </ac:spMkLst>
        </pc:spChg>
        <pc:spChg chg="del">
          <ac:chgData name="沛溪 中村" userId="4b6ad4d7a42030dd" providerId="LiveId" clId="{B9F9AE90-CAA5-45CE-B33A-9388F3B08ED2}" dt="2026-02-03T16:42:26.689" v="8278" actId="478"/>
          <ac:spMkLst>
            <pc:docMk/>
            <pc:sldMk cId="3846149029" sldId="310"/>
            <ac:spMk id="80" creationId="{C6C4DE18-164A-4320-A09E-61D9FEF94CD4}"/>
          </ac:spMkLst>
        </pc:spChg>
        <pc:spChg chg="add mod">
          <ac:chgData name="沛溪 中村" userId="4b6ad4d7a42030dd" providerId="LiveId" clId="{B9F9AE90-CAA5-45CE-B33A-9388F3B08ED2}" dt="2026-02-03T17:47:14.529" v="10158" actId="1076"/>
          <ac:spMkLst>
            <pc:docMk/>
            <pc:sldMk cId="3846149029" sldId="310"/>
            <ac:spMk id="83" creationId="{78D7824C-6D81-457F-8CEC-5F4D7FD032A4}"/>
          </ac:spMkLst>
        </pc:spChg>
        <pc:spChg chg="add del mod">
          <ac:chgData name="沛溪 中村" userId="4b6ad4d7a42030dd" providerId="LiveId" clId="{B9F9AE90-CAA5-45CE-B33A-9388F3B08ED2}" dt="2026-02-03T17:46:04.703" v="10137"/>
          <ac:spMkLst>
            <pc:docMk/>
            <pc:sldMk cId="3846149029" sldId="310"/>
            <ac:spMk id="84" creationId="{B8BEFB75-6D89-40F2-B652-52FCE78B0477}"/>
          </ac:spMkLst>
        </pc:spChg>
        <pc:spChg chg="add mod">
          <ac:chgData name="沛溪 中村" userId="4b6ad4d7a42030dd" providerId="LiveId" clId="{B9F9AE90-CAA5-45CE-B33A-9388F3B08ED2}" dt="2026-02-03T17:46:39.289" v="10150" actId="207"/>
          <ac:spMkLst>
            <pc:docMk/>
            <pc:sldMk cId="3846149029" sldId="310"/>
            <ac:spMk id="85" creationId="{0802AB09-6E28-43FE-B3BD-0537811FAD10}"/>
          </ac:spMkLst>
        </pc:spChg>
        <pc:spChg chg="add mod">
          <ac:chgData name="沛溪 中村" userId="4b6ad4d7a42030dd" providerId="LiveId" clId="{B9F9AE90-CAA5-45CE-B33A-9388F3B08ED2}" dt="2026-02-03T17:58:55.318" v="10522" actId="1076"/>
          <ac:spMkLst>
            <pc:docMk/>
            <pc:sldMk cId="3846149029" sldId="310"/>
            <ac:spMk id="86" creationId="{66055CF9-A173-4FCA-B3B7-0D0D111AC02D}"/>
          </ac:spMkLst>
        </pc:spChg>
        <pc:spChg chg="mod">
          <ac:chgData name="沛溪 中村" userId="4b6ad4d7a42030dd" providerId="LiveId" clId="{B9F9AE90-CAA5-45CE-B33A-9388F3B08ED2}" dt="2026-02-03T17:04:30.219" v="9082"/>
          <ac:spMkLst>
            <pc:docMk/>
            <pc:sldMk cId="3846149029" sldId="310"/>
            <ac:spMk id="812" creationId="{458A518A-F136-4B07-B988-29F3CAE214AD}"/>
          </ac:spMkLst>
        </pc:spChg>
        <pc:grpChg chg="add mod">
          <ac:chgData name="沛溪 中村" userId="4b6ad4d7a42030dd" providerId="LiveId" clId="{B9F9AE90-CAA5-45CE-B33A-9388F3B08ED2}" dt="2026-02-03T16:55:58.941" v="8879" actId="164"/>
          <ac:grpSpMkLst>
            <pc:docMk/>
            <pc:sldMk cId="3846149029" sldId="310"/>
            <ac:grpSpMk id="48" creationId="{19C0463A-1427-4466-87DD-EDDF17C5FABD}"/>
          </ac:grpSpMkLst>
        </pc:grpChg>
        <pc:picChg chg="mod">
          <ac:chgData name="沛溪 中村" userId="4b6ad4d7a42030dd" providerId="LiveId" clId="{B9F9AE90-CAA5-45CE-B33A-9388F3B08ED2}" dt="2026-02-03T16:42:35.929" v="8282" actId="14100"/>
          <ac:picMkLst>
            <pc:docMk/>
            <pc:sldMk cId="3846149029" sldId="310"/>
            <ac:picMk id="24" creationId="{67E7F28B-A234-4B68-81B6-EA16BA672839}"/>
          </ac:picMkLst>
        </pc:picChg>
        <pc:picChg chg="add del mod">
          <ac:chgData name="沛溪 中村" userId="4b6ad4d7a42030dd" providerId="LiveId" clId="{B9F9AE90-CAA5-45CE-B33A-9388F3B08ED2}" dt="2026-02-03T16:42:38.981" v="8284"/>
          <ac:picMkLst>
            <pc:docMk/>
            <pc:sldMk cId="3846149029" sldId="310"/>
            <ac:picMk id="56" creationId="{CA4194E6-5195-413B-B147-960201AAAF1D}"/>
          </ac:picMkLst>
        </pc:picChg>
        <pc:cxnChg chg="add mod">
          <ac:chgData name="沛溪 中村" userId="4b6ad4d7a42030dd" providerId="LiveId" clId="{B9F9AE90-CAA5-45CE-B33A-9388F3B08ED2}" dt="2026-02-03T16:55:58.941" v="8879" actId="164"/>
          <ac:cxnSpMkLst>
            <pc:docMk/>
            <pc:sldMk cId="3846149029" sldId="310"/>
            <ac:cxnSpMk id="25" creationId="{DA9C8468-AB04-40DB-964B-9A060D262C84}"/>
          </ac:cxnSpMkLst>
        </pc:cxnChg>
        <pc:cxnChg chg="del">
          <ac:chgData name="沛溪 中村" userId="4b6ad4d7a42030dd" providerId="LiveId" clId="{B9F9AE90-CAA5-45CE-B33A-9388F3B08ED2}" dt="2026-02-03T16:42:25.166" v="8276" actId="478"/>
          <ac:cxnSpMkLst>
            <pc:docMk/>
            <pc:sldMk cId="3846149029" sldId="310"/>
            <ac:cxnSpMk id="46" creationId="{EEE67863-4971-4435-929A-02741533E899}"/>
          </ac:cxnSpMkLst>
        </pc:cxnChg>
        <pc:cxnChg chg="add del mod">
          <ac:chgData name="沛溪 中村" userId="4b6ad4d7a42030dd" providerId="LiveId" clId="{B9F9AE90-CAA5-45CE-B33A-9388F3B08ED2}" dt="2026-02-03T16:56:54.696" v="8891" actId="207"/>
          <ac:cxnSpMkLst>
            <pc:docMk/>
            <pc:sldMk cId="3846149029" sldId="310"/>
            <ac:cxnSpMk id="63" creationId="{28E27DD5-0E99-4939-A110-26844AAF89AA}"/>
          </ac:cxnSpMkLst>
        </pc:cxnChg>
        <pc:cxnChg chg="add mod">
          <ac:chgData name="沛溪 中村" userId="4b6ad4d7a42030dd" providerId="LiveId" clId="{B9F9AE90-CAA5-45CE-B33A-9388F3B08ED2}" dt="2026-02-03T17:45:37.656" v="10122" actId="1076"/>
          <ac:cxnSpMkLst>
            <pc:docMk/>
            <pc:sldMk cId="3846149029" sldId="310"/>
            <ac:cxnSpMk id="79" creationId="{E64C46FF-FB23-45D7-8EC8-B7412238940F}"/>
          </ac:cxnSpMkLst>
        </pc:cxnChg>
        <pc:cxnChg chg="add mod">
          <ac:chgData name="沛溪 中村" userId="4b6ad4d7a42030dd" providerId="LiveId" clId="{B9F9AE90-CAA5-45CE-B33A-9388F3B08ED2}" dt="2026-02-03T17:59:02.828" v="10525" actId="1076"/>
          <ac:cxnSpMkLst>
            <pc:docMk/>
            <pc:sldMk cId="3846149029" sldId="310"/>
            <ac:cxnSpMk id="87" creationId="{9BF76070-FB08-4B39-8CB6-94B7A0BBD79E}"/>
          </ac:cxnSpMkLst>
        </pc:cxnChg>
      </pc:sldChg>
      <pc:sldChg chg="addSp delSp modSp add mod modTransition">
        <pc:chgData name="沛溪 中村" userId="4b6ad4d7a42030dd" providerId="LiveId" clId="{B9F9AE90-CAA5-45CE-B33A-9388F3B08ED2}" dt="2026-02-03T17:25:59.240" v="9764" actId="167"/>
        <pc:sldMkLst>
          <pc:docMk/>
          <pc:sldMk cId="4288415695" sldId="311"/>
        </pc:sldMkLst>
        <pc:spChg chg="add mod">
          <ac:chgData name="沛溪 中村" userId="4b6ad4d7a42030dd" providerId="LiveId" clId="{B9F9AE90-CAA5-45CE-B33A-9388F3B08ED2}" dt="2026-02-03T17:21:41.188" v="9707" actId="164"/>
          <ac:spMkLst>
            <pc:docMk/>
            <pc:sldMk cId="4288415695" sldId="311"/>
            <ac:spMk id="36" creationId="{556F4BCA-8C23-4B2E-B4B6-AE5C575F559C}"/>
          </ac:spMkLst>
        </pc:spChg>
        <pc:spChg chg="add mod">
          <ac:chgData name="沛溪 中村" userId="4b6ad4d7a42030dd" providerId="LiveId" clId="{B9F9AE90-CAA5-45CE-B33A-9388F3B08ED2}" dt="2026-02-03T17:20:13.331" v="9683" actId="1076"/>
          <ac:spMkLst>
            <pc:docMk/>
            <pc:sldMk cId="4288415695" sldId="311"/>
            <ac:spMk id="53" creationId="{3461507B-A3B7-449A-80F3-BDEC041C2E98}"/>
          </ac:spMkLst>
        </pc:spChg>
        <pc:spChg chg="add mod">
          <ac:chgData name="沛溪 中村" userId="4b6ad4d7a42030dd" providerId="LiveId" clId="{B9F9AE90-CAA5-45CE-B33A-9388F3B08ED2}" dt="2026-02-03T16:49:52.565" v="8745" actId="207"/>
          <ac:spMkLst>
            <pc:docMk/>
            <pc:sldMk cId="4288415695" sldId="311"/>
            <ac:spMk id="61" creationId="{506046FF-EC5D-41C2-BAD1-DC1A27F8B441}"/>
          </ac:spMkLst>
        </pc:spChg>
        <pc:spChg chg="add mod">
          <ac:chgData name="沛溪 中村" userId="4b6ad4d7a42030dd" providerId="LiveId" clId="{B9F9AE90-CAA5-45CE-B33A-9388F3B08ED2}" dt="2026-02-03T16:49:59.479" v="8746" actId="1076"/>
          <ac:spMkLst>
            <pc:docMk/>
            <pc:sldMk cId="4288415695" sldId="311"/>
            <ac:spMk id="62" creationId="{3D71CCC9-2EA7-467D-99E4-AD7B4D329D39}"/>
          </ac:spMkLst>
        </pc:spChg>
        <pc:spChg chg="add mod">
          <ac:chgData name="沛溪 中村" userId="4b6ad4d7a42030dd" providerId="LiveId" clId="{B9F9AE90-CAA5-45CE-B33A-9388F3B08ED2}" dt="2026-02-03T16:50:44.021" v="8762" actId="207"/>
          <ac:spMkLst>
            <pc:docMk/>
            <pc:sldMk cId="4288415695" sldId="311"/>
            <ac:spMk id="65" creationId="{494400CA-0744-42CA-AF22-5A69FFB41028}"/>
          </ac:spMkLst>
        </pc:spChg>
        <pc:spChg chg="add mod">
          <ac:chgData name="沛溪 中村" userId="4b6ad4d7a42030dd" providerId="LiveId" clId="{B9F9AE90-CAA5-45CE-B33A-9388F3B08ED2}" dt="2026-02-03T16:50:44.021" v="8762" actId="207"/>
          <ac:spMkLst>
            <pc:docMk/>
            <pc:sldMk cId="4288415695" sldId="311"/>
            <ac:spMk id="66" creationId="{D77061F8-3AF7-4AAC-B410-A453CA1F398C}"/>
          </ac:spMkLst>
        </pc:spChg>
        <pc:spChg chg="mod">
          <ac:chgData name="沛溪 中村" userId="4b6ad4d7a42030dd" providerId="LiveId" clId="{B9F9AE90-CAA5-45CE-B33A-9388F3B08ED2}" dt="2026-02-03T16:56:04.813" v="8881"/>
          <ac:spMkLst>
            <pc:docMk/>
            <pc:sldMk cId="4288415695" sldId="311"/>
            <ac:spMk id="68" creationId="{3AA8C7D4-DEE8-447E-9F9F-FB42F2ED483A}"/>
          </ac:spMkLst>
        </pc:spChg>
        <pc:spChg chg="mod">
          <ac:chgData name="沛溪 中村" userId="4b6ad4d7a42030dd" providerId="LiveId" clId="{B9F9AE90-CAA5-45CE-B33A-9388F3B08ED2}" dt="2026-02-03T16:56:04.813" v="8881"/>
          <ac:spMkLst>
            <pc:docMk/>
            <pc:sldMk cId="4288415695" sldId="311"/>
            <ac:spMk id="69" creationId="{89275103-0FE5-4D97-B28B-807A2E529567}"/>
          </ac:spMkLst>
        </pc:spChg>
        <pc:spChg chg="mod">
          <ac:chgData name="沛溪 中村" userId="4b6ad4d7a42030dd" providerId="LiveId" clId="{B9F9AE90-CAA5-45CE-B33A-9388F3B08ED2}" dt="2026-02-03T16:56:45.845" v="8889" actId="208"/>
          <ac:spMkLst>
            <pc:docMk/>
            <pc:sldMk cId="4288415695" sldId="311"/>
            <ac:spMk id="72" creationId="{34F5A283-35C0-48E9-A208-BE16BAEBF629}"/>
          </ac:spMkLst>
        </pc:spChg>
        <pc:spChg chg="add mod">
          <ac:chgData name="沛溪 中村" userId="4b6ad4d7a42030dd" providerId="LiveId" clId="{B9F9AE90-CAA5-45CE-B33A-9388F3B08ED2}" dt="2026-02-03T17:21:41.188" v="9707" actId="164"/>
          <ac:spMkLst>
            <pc:docMk/>
            <pc:sldMk cId="4288415695" sldId="311"/>
            <ac:spMk id="76" creationId="{04168579-B808-4477-8324-B113EC0270CF}"/>
          </ac:spMkLst>
        </pc:spChg>
        <pc:spChg chg="add mod">
          <ac:chgData name="沛溪 中村" userId="4b6ad4d7a42030dd" providerId="LiveId" clId="{B9F9AE90-CAA5-45CE-B33A-9388F3B08ED2}" dt="2026-02-03T17:21:41.188" v="9707" actId="164"/>
          <ac:spMkLst>
            <pc:docMk/>
            <pc:sldMk cId="4288415695" sldId="311"/>
            <ac:spMk id="77" creationId="{ED898C6C-4A14-4E0F-A4CE-D9643D839061}"/>
          </ac:spMkLst>
        </pc:spChg>
        <pc:spChg chg="add mod">
          <ac:chgData name="沛溪 中村" userId="4b6ad4d7a42030dd" providerId="LiveId" clId="{B9F9AE90-CAA5-45CE-B33A-9388F3B08ED2}" dt="2026-02-03T17:22:14.876" v="9714" actId="14100"/>
          <ac:spMkLst>
            <pc:docMk/>
            <pc:sldMk cId="4288415695" sldId="311"/>
            <ac:spMk id="79" creationId="{CB50DE82-D8C5-4585-B0CF-3950AA21C01F}"/>
          </ac:spMkLst>
        </pc:spChg>
        <pc:spChg chg="del mod">
          <ac:chgData name="沛溪 中村" userId="4b6ad4d7a42030dd" providerId="LiveId" clId="{B9F9AE90-CAA5-45CE-B33A-9388F3B08ED2}" dt="2026-02-03T17:20:23.847" v="9688" actId="478"/>
          <ac:spMkLst>
            <pc:docMk/>
            <pc:sldMk cId="4288415695" sldId="311"/>
            <ac:spMk id="91" creationId="{0B8DF00C-14F2-49FC-B202-175A471EF713}"/>
          </ac:spMkLst>
        </pc:spChg>
        <pc:spChg chg="del mod">
          <ac:chgData name="沛溪 中村" userId="4b6ad4d7a42030dd" providerId="LiveId" clId="{B9F9AE90-CAA5-45CE-B33A-9388F3B08ED2}" dt="2026-02-03T16:56:04.546" v="8880" actId="478"/>
          <ac:spMkLst>
            <pc:docMk/>
            <pc:sldMk cId="4288415695" sldId="311"/>
            <ac:spMk id="812" creationId="{458A518A-F136-4B07-B988-29F3CAE214AD}"/>
          </ac:spMkLst>
        </pc:spChg>
        <pc:grpChg chg="add del mod">
          <ac:chgData name="沛溪 中村" userId="4b6ad4d7a42030dd" providerId="LiveId" clId="{B9F9AE90-CAA5-45CE-B33A-9388F3B08ED2}" dt="2026-02-03T17:20:23.847" v="9688" actId="478"/>
          <ac:grpSpMkLst>
            <pc:docMk/>
            <pc:sldMk cId="4288415695" sldId="311"/>
            <ac:grpSpMk id="28" creationId="{4B617DFB-F43A-4918-98B1-868613C46D25}"/>
          </ac:grpSpMkLst>
        </pc:grpChg>
        <pc:grpChg chg="add mod topLvl">
          <ac:chgData name="沛溪 中村" userId="4b6ad4d7a42030dd" providerId="LiveId" clId="{B9F9AE90-CAA5-45CE-B33A-9388F3B08ED2}" dt="2026-02-03T17:20:27.559" v="9689" actId="478"/>
          <ac:grpSpMkLst>
            <pc:docMk/>
            <pc:sldMk cId="4288415695" sldId="311"/>
            <ac:grpSpMk id="31" creationId="{3EA052DF-D0F4-4168-A368-A05C984939C6}"/>
          </ac:grpSpMkLst>
        </pc:grpChg>
        <pc:grpChg chg="add del mod">
          <ac:chgData name="沛溪 中村" userId="4b6ad4d7a42030dd" providerId="LiveId" clId="{B9F9AE90-CAA5-45CE-B33A-9388F3B08ED2}" dt="2026-02-03T17:20:27.559" v="9689" actId="478"/>
          <ac:grpSpMkLst>
            <pc:docMk/>
            <pc:sldMk cId="4288415695" sldId="311"/>
            <ac:grpSpMk id="34" creationId="{968C6E8C-B7B0-4062-AC87-85356E7E4775}"/>
          </ac:grpSpMkLst>
        </pc:grpChg>
        <pc:grpChg chg="add mod ord">
          <ac:chgData name="沛溪 中村" userId="4b6ad4d7a42030dd" providerId="LiveId" clId="{B9F9AE90-CAA5-45CE-B33A-9388F3B08ED2}" dt="2026-02-03T17:21:47.173" v="9709" actId="167"/>
          <ac:grpSpMkLst>
            <pc:docMk/>
            <pc:sldMk cId="4288415695" sldId="311"/>
            <ac:grpSpMk id="37" creationId="{81B50563-0C38-4F9A-A3EA-24F88D03A1F4}"/>
          </ac:grpSpMkLst>
        </pc:grpChg>
        <pc:grpChg chg="add mod">
          <ac:chgData name="沛溪 中村" userId="4b6ad4d7a42030dd" providerId="LiveId" clId="{B9F9AE90-CAA5-45CE-B33A-9388F3B08ED2}" dt="2026-02-03T16:56:04.813" v="8881"/>
          <ac:grpSpMkLst>
            <pc:docMk/>
            <pc:sldMk cId="4288415695" sldId="311"/>
            <ac:grpSpMk id="67" creationId="{382057AA-83C9-436A-9353-91D337695CDD}"/>
          </ac:grpSpMkLst>
        </pc:grpChg>
        <pc:picChg chg="del mod topLvl modCrop">
          <ac:chgData name="沛溪 中村" userId="4b6ad4d7a42030dd" providerId="LiveId" clId="{B9F9AE90-CAA5-45CE-B33A-9388F3B08ED2}" dt="2026-02-03T17:20:27.559" v="9689" actId="478"/>
          <ac:picMkLst>
            <pc:docMk/>
            <pc:sldMk cId="4288415695" sldId="311"/>
            <ac:picMk id="24" creationId="{67E7F28B-A234-4B68-81B6-EA16BA672839}"/>
          </ac:picMkLst>
        </pc:picChg>
        <pc:picChg chg="add del mod ord">
          <ac:chgData name="沛溪 中村" userId="4b6ad4d7a42030dd" providerId="LiveId" clId="{B9F9AE90-CAA5-45CE-B33A-9388F3B08ED2}" dt="2026-02-03T17:12:08.457" v="9620" actId="478"/>
          <ac:picMkLst>
            <pc:docMk/>
            <pc:sldMk cId="4288415695" sldId="311"/>
            <ac:picMk id="73" creationId="{1C63BE39-21B3-4AE8-8260-648B7403A2CE}"/>
          </ac:picMkLst>
        </pc:picChg>
        <pc:picChg chg="add mod ord">
          <ac:chgData name="沛溪 中村" userId="4b6ad4d7a42030dd" providerId="LiveId" clId="{B9F9AE90-CAA5-45CE-B33A-9388F3B08ED2}" dt="2026-02-03T17:21:51.257" v="9710" actId="167"/>
          <ac:picMkLst>
            <pc:docMk/>
            <pc:sldMk cId="4288415695" sldId="311"/>
            <ac:picMk id="74" creationId="{5C828BCB-4047-425A-B2EC-4B9C819C8F43}"/>
          </ac:picMkLst>
        </pc:picChg>
        <pc:picChg chg="add mod ord">
          <ac:chgData name="沛溪 中村" userId="4b6ad4d7a42030dd" providerId="LiveId" clId="{B9F9AE90-CAA5-45CE-B33A-9388F3B08ED2}" dt="2026-02-03T17:25:59.240" v="9764" actId="167"/>
          <ac:picMkLst>
            <pc:docMk/>
            <pc:sldMk cId="4288415695" sldId="311"/>
            <ac:picMk id="80" creationId="{8D9BA56F-7FED-4018-B1C0-1F658A92D8FE}"/>
          </ac:picMkLst>
        </pc:picChg>
        <pc:cxnChg chg="add mod">
          <ac:chgData name="沛溪 中村" userId="4b6ad4d7a42030dd" providerId="LiveId" clId="{B9F9AE90-CAA5-45CE-B33A-9388F3B08ED2}" dt="2026-02-03T17:11:54.755" v="9614" actId="207"/>
          <ac:cxnSpMkLst>
            <pc:docMk/>
            <pc:sldMk cId="4288415695" sldId="311"/>
            <ac:cxnSpMk id="25" creationId="{2B0CC31D-BF7A-450E-88E8-B19E61EF9C39}"/>
          </ac:cxnSpMkLst>
        </pc:cxnChg>
        <pc:cxnChg chg="add mod">
          <ac:chgData name="沛溪 中村" userId="4b6ad4d7a42030dd" providerId="LiveId" clId="{B9F9AE90-CAA5-45CE-B33A-9388F3B08ED2}" dt="2026-02-03T17:11:54.755" v="9614" actId="207"/>
          <ac:cxnSpMkLst>
            <pc:docMk/>
            <pc:sldMk cId="4288415695" sldId="311"/>
            <ac:cxnSpMk id="56" creationId="{39E98D2B-165D-4696-A41A-EB2A1BCF3AB6}"/>
          </ac:cxnSpMkLst>
        </pc:cxnChg>
        <pc:cxnChg chg="add mod">
          <ac:chgData name="沛溪 中村" userId="4b6ad4d7a42030dd" providerId="LiveId" clId="{B9F9AE90-CAA5-45CE-B33A-9388F3B08ED2}" dt="2026-02-03T16:50:22.488" v="8751" actId="208"/>
          <ac:cxnSpMkLst>
            <pc:docMk/>
            <pc:sldMk cId="4288415695" sldId="311"/>
            <ac:cxnSpMk id="63" creationId="{DD6D692A-FBF1-4B74-B754-1E3151CDA286}"/>
          </ac:cxnSpMkLst>
        </pc:cxnChg>
        <pc:cxnChg chg="add mod">
          <ac:chgData name="沛溪 中村" userId="4b6ad4d7a42030dd" providerId="LiveId" clId="{B9F9AE90-CAA5-45CE-B33A-9388F3B08ED2}" dt="2026-02-03T16:50:22.488" v="8751" actId="208"/>
          <ac:cxnSpMkLst>
            <pc:docMk/>
            <pc:sldMk cId="4288415695" sldId="311"/>
            <ac:cxnSpMk id="64" creationId="{0BF0FBD9-2988-4515-ACF6-E519CAB5DE2D}"/>
          </ac:cxnSpMkLst>
        </pc:cxnChg>
        <pc:cxnChg chg="mod">
          <ac:chgData name="沛溪 中村" userId="4b6ad4d7a42030dd" providerId="LiveId" clId="{B9F9AE90-CAA5-45CE-B33A-9388F3B08ED2}" dt="2026-02-03T16:56:04.813" v="8881"/>
          <ac:cxnSpMkLst>
            <pc:docMk/>
            <pc:sldMk cId="4288415695" sldId="311"/>
            <ac:cxnSpMk id="70" creationId="{887C2DFC-86E3-4887-83F1-88CAF4593D4D}"/>
          </ac:cxnSpMkLst>
        </pc:cxnChg>
        <pc:cxnChg chg="mod">
          <ac:chgData name="沛溪 中村" userId="4b6ad4d7a42030dd" providerId="LiveId" clId="{B9F9AE90-CAA5-45CE-B33A-9388F3B08ED2}" dt="2026-02-03T16:56:45.845" v="8889" actId="208"/>
          <ac:cxnSpMkLst>
            <pc:docMk/>
            <pc:sldMk cId="4288415695" sldId="311"/>
            <ac:cxnSpMk id="71" creationId="{CA3FCAA6-6E63-4118-AC1D-E9F2E1B493AB}"/>
          </ac:cxnSpMkLst>
        </pc:cxnChg>
      </pc:sldChg>
      <pc:sldChg chg="addSp delSp modSp add mod">
        <pc:chgData name="沛溪 中村" userId="4b6ad4d7a42030dd" providerId="LiveId" clId="{B9F9AE90-CAA5-45CE-B33A-9388F3B08ED2}" dt="2026-02-03T17:25:27.209" v="9760" actId="478"/>
        <pc:sldMkLst>
          <pc:docMk/>
          <pc:sldMk cId="1459534261" sldId="312"/>
        </pc:sldMkLst>
        <pc:spChg chg="add del mod">
          <ac:chgData name="沛溪 中村" userId="4b6ad4d7a42030dd" providerId="LiveId" clId="{B9F9AE90-CAA5-45CE-B33A-9388F3B08ED2}" dt="2026-02-03T16:59:54.312" v="8935"/>
          <ac:spMkLst>
            <pc:docMk/>
            <pc:sldMk cId="1459534261" sldId="312"/>
            <ac:spMk id="37" creationId="{1C1D2474-1570-440E-B62C-1D36DF5C9C63}"/>
          </ac:spMkLst>
        </pc:spChg>
        <pc:spChg chg="add mod">
          <ac:chgData name="沛溪 中村" userId="4b6ad4d7a42030dd" providerId="LiveId" clId="{B9F9AE90-CAA5-45CE-B33A-9388F3B08ED2}" dt="2026-02-03T17:00:27.381" v="8943" actId="693"/>
          <ac:spMkLst>
            <pc:docMk/>
            <pc:sldMk cId="1459534261" sldId="312"/>
            <ac:spMk id="38" creationId="{689EC7AF-BC8D-4A72-A225-2525C58C9C91}"/>
          </ac:spMkLst>
        </pc:spChg>
        <pc:spChg chg="add mod">
          <ac:chgData name="沛溪 中村" userId="4b6ad4d7a42030dd" providerId="LiveId" clId="{B9F9AE90-CAA5-45CE-B33A-9388F3B08ED2}" dt="2026-02-03T17:02:17.980" v="8990" actId="14100"/>
          <ac:spMkLst>
            <pc:docMk/>
            <pc:sldMk cId="1459534261" sldId="312"/>
            <ac:spMk id="61" creationId="{4A6A8058-B0EE-4F91-A165-F133BF943973}"/>
          </ac:spMkLst>
        </pc:spChg>
        <pc:spChg chg="add mod ord">
          <ac:chgData name="沛溪 中村" userId="4b6ad4d7a42030dd" providerId="LiveId" clId="{B9F9AE90-CAA5-45CE-B33A-9388F3B08ED2}" dt="2026-02-03T17:02:07.140" v="8984" actId="164"/>
          <ac:spMkLst>
            <pc:docMk/>
            <pc:sldMk cId="1459534261" sldId="312"/>
            <ac:spMk id="68" creationId="{B74FECFD-40EB-45B5-A86E-809BBADC2396}"/>
          </ac:spMkLst>
        </pc:spChg>
        <pc:spChg chg="add del mod">
          <ac:chgData name="沛溪 中村" userId="4b6ad4d7a42030dd" providerId="LiveId" clId="{B9F9AE90-CAA5-45CE-B33A-9388F3B08ED2}" dt="2026-02-03T17:01:41.693" v="8975"/>
          <ac:spMkLst>
            <pc:docMk/>
            <pc:sldMk cId="1459534261" sldId="312"/>
            <ac:spMk id="72" creationId="{7C713D3F-9C20-4E0B-B657-6C85C3AEDE0C}"/>
          </ac:spMkLst>
        </pc:spChg>
        <pc:spChg chg="add mod">
          <ac:chgData name="沛溪 中村" userId="4b6ad4d7a42030dd" providerId="LiveId" clId="{B9F9AE90-CAA5-45CE-B33A-9388F3B08ED2}" dt="2026-02-03T17:08:12.393" v="9318"/>
          <ac:spMkLst>
            <pc:docMk/>
            <pc:sldMk cId="1459534261" sldId="312"/>
            <ac:spMk id="86" creationId="{19C4C600-2909-486C-9482-CCB47FB9BF8E}"/>
          </ac:spMkLst>
        </pc:spChg>
        <pc:spChg chg="add del mod ord">
          <ac:chgData name="沛溪 中村" userId="4b6ad4d7a42030dd" providerId="LiveId" clId="{B9F9AE90-CAA5-45CE-B33A-9388F3B08ED2}" dt="2026-02-03T17:23:50.145" v="9741"/>
          <ac:spMkLst>
            <pc:docMk/>
            <pc:sldMk cId="1459534261" sldId="312"/>
            <ac:spMk id="88" creationId="{D66EE6BE-6404-409D-A198-E4A7F4013CD5}"/>
          </ac:spMkLst>
        </pc:spChg>
        <pc:spChg chg="add del mod ord">
          <ac:chgData name="沛溪 中村" userId="4b6ad4d7a42030dd" providerId="LiveId" clId="{B9F9AE90-CAA5-45CE-B33A-9388F3B08ED2}" dt="2026-02-03T17:25:26.440" v="9759" actId="478"/>
          <ac:spMkLst>
            <pc:docMk/>
            <pc:sldMk cId="1459534261" sldId="312"/>
            <ac:spMk id="89" creationId="{0E798FDE-FAD2-4846-AF47-48A5BC554E4D}"/>
          </ac:spMkLst>
        </pc:spChg>
        <pc:spChg chg="mod">
          <ac:chgData name="沛溪 中村" userId="4b6ad4d7a42030dd" providerId="LiveId" clId="{B9F9AE90-CAA5-45CE-B33A-9388F3B08ED2}" dt="2026-02-03T17:00:32.006" v="8945" actId="14100"/>
          <ac:spMkLst>
            <pc:docMk/>
            <pc:sldMk cId="1459534261" sldId="312"/>
            <ac:spMk id="91" creationId="{0B8DF00C-14F2-49FC-B202-175A471EF713}"/>
          </ac:spMkLst>
        </pc:spChg>
        <pc:grpChg chg="add mod">
          <ac:chgData name="沛溪 中村" userId="4b6ad4d7a42030dd" providerId="LiveId" clId="{B9F9AE90-CAA5-45CE-B33A-9388F3B08ED2}" dt="2026-02-03T17:02:14.312" v="8988" actId="1076"/>
          <ac:grpSpMkLst>
            <pc:docMk/>
            <pc:sldMk cId="1459534261" sldId="312"/>
            <ac:grpSpMk id="41" creationId="{301C2F62-F109-46C9-B826-B680E91D493D}"/>
          </ac:grpSpMkLst>
        </pc:grpChg>
        <pc:picChg chg="del mod modCrop">
          <ac:chgData name="沛溪 中村" userId="4b6ad4d7a42030dd" providerId="LiveId" clId="{B9F9AE90-CAA5-45CE-B33A-9388F3B08ED2}" dt="2026-02-03T16:59:54.312" v="8935"/>
          <ac:picMkLst>
            <pc:docMk/>
            <pc:sldMk cId="1459534261" sldId="312"/>
            <ac:picMk id="24" creationId="{67E7F28B-A234-4B68-81B6-EA16BA672839}"/>
          </ac:picMkLst>
        </pc:picChg>
        <pc:picChg chg="add del mod">
          <ac:chgData name="沛溪 中村" userId="4b6ad4d7a42030dd" providerId="LiveId" clId="{B9F9AE90-CAA5-45CE-B33A-9388F3B08ED2}" dt="2026-02-03T17:01:02.049" v="8960" actId="478"/>
          <ac:picMkLst>
            <pc:docMk/>
            <pc:sldMk cId="1459534261" sldId="312"/>
            <ac:picMk id="36" creationId="{B57463E5-BFCD-44C8-A55F-1F7725ADE1F0}"/>
          </ac:picMkLst>
        </pc:picChg>
        <pc:picChg chg="add del mod">
          <ac:chgData name="沛溪 中村" userId="4b6ad4d7a42030dd" providerId="LiveId" clId="{B9F9AE90-CAA5-45CE-B33A-9388F3B08ED2}" dt="2026-02-03T17:01:41.693" v="8975"/>
          <ac:picMkLst>
            <pc:docMk/>
            <pc:sldMk cId="1459534261" sldId="312"/>
            <ac:picMk id="40" creationId="{82EA5684-888D-44F5-ACC0-D0F142B62BD5}"/>
          </ac:picMkLst>
        </pc:picChg>
        <pc:picChg chg="mod">
          <ac:chgData name="沛溪 中村" userId="4b6ad4d7a42030dd" providerId="LiveId" clId="{B9F9AE90-CAA5-45CE-B33A-9388F3B08ED2}" dt="2026-02-03T16:59:54.312" v="8935"/>
          <ac:picMkLst>
            <pc:docMk/>
            <pc:sldMk cId="1459534261" sldId="312"/>
            <ac:picMk id="66" creationId="{E4C8A184-A731-4194-B4AB-7DABAB0C67F1}"/>
          </ac:picMkLst>
        </pc:picChg>
        <pc:picChg chg="mod">
          <ac:chgData name="沛溪 中村" userId="4b6ad4d7a42030dd" providerId="LiveId" clId="{B9F9AE90-CAA5-45CE-B33A-9388F3B08ED2}" dt="2026-02-03T17:02:07.140" v="8984" actId="164"/>
          <ac:picMkLst>
            <pc:docMk/>
            <pc:sldMk cId="1459534261" sldId="312"/>
            <ac:picMk id="73" creationId="{89ECB062-0CA9-4737-BA2A-168A38774122}"/>
          </ac:picMkLst>
        </pc:picChg>
        <pc:picChg chg="add del mod ord">
          <ac:chgData name="沛溪 中村" userId="4b6ad4d7a42030dd" providerId="LiveId" clId="{B9F9AE90-CAA5-45CE-B33A-9388F3B08ED2}" dt="2026-02-03T17:25:27.209" v="9760" actId="478"/>
          <ac:picMkLst>
            <pc:docMk/>
            <pc:sldMk cId="1459534261" sldId="312"/>
            <ac:picMk id="87" creationId="{5E4FFAD5-0D32-4C70-A831-FF27A6B989F6}"/>
          </ac:picMkLst>
        </pc:picChg>
        <pc:cxnChg chg="add del mod">
          <ac:chgData name="沛溪 中村" userId="4b6ad4d7a42030dd" providerId="LiveId" clId="{B9F9AE90-CAA5-45CE-B33A-9388F3B08ED2}" dt="2026-02-03T17:00:37.702" v="8947" actId="478"/>
          <ac:cxnSpMkLst>
            <pc:docMk/>
            <pc:sldMk cId="1459534261" sldId="312"/>
            <ac:cxnSpMk id="28" creationId="{19B5002C-017E-4C87-9B63-00A331269915}"/>
          </ac:cxnSpMkLst>
        </pc:cxnChg>
        <pc:cxnChg chg="add mod">
          <ac:chgData name="沛溪 中村" userId="4b6ad4d7a42030dd" providerId="LiveId" clId="{B9F9AE90-CAA5-45CE-B33A-9388F3B08ED2}" dt="2026-02-03T17:03:14.544" v="9007" actId="14100"/>
          <ac:cxnSpMkLst>
            <pc:docMk/>
            <pc:sldMk cId="1459534261" sldId="312"/>
            <ac:cxnSpMk id="43" creationId="{11E4227D-789C-4743-B03F-F5A14BDCB4B1}"/>
          </ac:cxnSpMkLst>
        </pc:cxnChg>
        <pc:cxnChg chg="add mod">
          <ac:chgData name="沛溪 中村" userId="4b6ad4d7a42030dd" providerId="LiveId" clId="{B9F9AE90-CAA5-45CE-B33A-9388F3B08ED2}" dt="2026-02-03T17:03:09.335" v="9005" actId="14100"/>
          <ac:cxnSpMkLst>
            <pc:docMk/>
            <pc:sldMk cId="1459534261" sldId="312"/>
            <ac:cxnSpMk id="77" creationId="{46B033C0-640A-4BEB-9095-624CD432ABC3}"/>
          </ac:cxnSpMkLst>
        </pc:cxnChg>
      </pc:sldChg>
      <pc:sldChg chg="addSp delSp modSp add mod chgLayout">
        <pc:chgData name="沛溪 中村" userId="4b6ad4d7a42030dd" providerId="LiveId" clId="{B9F9AE90-CAA5-45CE-B33A-9388F3B08ED2}" dt="2026-02-03T17:18:16.591" v="9654" actId="478"/>
        <pc:sldMkLst>
          <pc:docMk/>
          <pc:sldMk cId="1660132063" sldId="313"/>
        </pc:sldMkLst>
        <pc:spChg chg="add del mod ord">
          <ac:chgData name="沛溪 中村" userId="4b6ad4d7a42030dd" providerId="LiveId" clId="{B9F9AE90-CAA5-45CE-B33A-9388F3B08ED2}" dt="2026-02-03T17:16:36.402" v="9627" actId="700"/>
          <ac:spMkLst>
            <pc:docMk/>
            <pc:sldMk cId="1660132063" sldId="313"/>
            <ac:spMk id="31" creationId="{77ECC3F1-84FC-49E4-B7BE-6C6C6A7DFFBC}"/>
          </ac:spMkLst>
        </pc:spChg>
        <pc:spChg chg="add del mod ord">
          <ac:chgData name="沛溪 中村" userId="4b6ad4d7a42030dd" providerId="LiveId" clId="{B9F9AE90-CAA5-45CE-B33A-9388F3B08ED2}" dt="2026-02-03T17:16:36.402" v="9627" actId="700"/>
          <ac:spMkLst>
            <pc:docMk/>
            <pc:sldMk cId="1660132063" sldId="313"/>
            <ac:spMk id="34" creationId="{DC31C9AE-B107-4867-992A-1CD054F3FD60}"/>
          </ac:spMkLst>
        </pc:spChg>
        <pc:spChg chg="add mod">
          <ac:chgData name="沛溪 中村" userId="4b6ad4d7a42030dd" providerId="LiveId" clId="{B9F9AE90-CAA5-45CE-B33A-9388F3B08ED2}" dt="2026-02-03T17:10:50.918" v="9607" actId="20577"/>
          <ac:spMkLst>
            <pc:docMk/>
            <pc:sldMk cId="1660132063" sldId="313"/>
            <ac:spMk id="59" creationId="{8376525F-9D65-4FBA-9E94-A2C477F6A197}"/>
          </ac:spMkLst>
        </pc:spChg>
        <pc:spChg chg="del">
          <ac:chgData name="沛溪 中村" userId="4b6ad4d7a42030dd" providerId="LiveId" clId="{B9F9AE90-CAA5-45CE-B33A-9388F3B08ED2}" dt="2026-02-03T17:07:13.165" v="9271" actId="478"/>
          <ac:spMkLst>
            <pc:docMk/>
            <pc:sldMk cId="1660132063" sldId="313"/>
            <ac:spMk id="78" creationId="{F14E3405-8929-4B02-8FCA-235DB8675166}"/>
          </ac:spMkLst>
        </pc:spChg>
        <pc:spChg chg="mod">
          <ac:chgData name="沛溪 中村" userId="4b6ad4d7a42030dd" providerId="LiveId" clId="{B9F9AE90-CAA5-45CE-B33A-9388F3B08ED2}" dt="2026-02-03T17:07:23.859" v="9274" actId="1076"/>
          <ac:spMkLst>
            <pc:docMk/>
            <pc:sldMk cId="1660132063" sldId="313"/>
            <ac:spMk id="91" creationId="{0B8DF00C-14F2-49FC-B202-175A471EF713}"/>
          </ac:spMkLst>
        </pc:spChg>
        <pc:picChg chg="mod modCrop">
          <ac:chgData name="沛溪 中村" userId="4b6ad4d7a42030dd" providerId="LiveId" clId="{B9F9AE90-CAA5-45CE-B33A-9388F3B08ED2}" dt="2026-02-03T17:07:26.144" v="9275" actId="1076"/>
          <ac:picMkLst>
            <pc:docMk/>
            <pc:sldMk cId="1660132063" sldId="313"/>
            <ac:picMk id="24" creationId="{67E7F28B-A234-4B68-81B6-EA16BA672839}"/>
          </ac:picMkLst>
        </pc:picChg>
        <pc:picChg chg="add del mod modCrop">
          <ac:chgData name="沛溪 中村" userId="4b6ad4d7a42030dd" providerId="LiveId" clId="{B9F9AE90-CAA5-45CE-B33A-9388F3B08ED2}" dt="2026-02-03T17:18:16.591" v="9654" actId="478"/>
          <ac:picMkLst>
            <pc:docMk/>
            <pc:sldMk cId="1660132063" sldId="313"/>
            <ac:picMk id="28" creationId="{50E6F222-1554-4B11-BDE5-C267034F5CEF}"/>
          </ac:picMkLst>
        </pc:picChg>
      </pc:sldChg>
      <pc:sldChg chg="addSp delSp modSp add mod">
        <pc:chgData name="沛溪 中村" userId="4b6ad4d7a42030dd" providerId="LiveId" clId="{B9F9AE90-CAA5-45CE-B33A-9388F3B08ED2}" dt="2026-02-03T18:17:18.190" v="10831" actId="688"/>
        <pc:sldMkLst>
          <pc:docMk/>
          <pc:sldMk cId="279303157" sldId="314"/>
        </pc:sldMkLst>
        <pc:spChg chg="add del mod">
          <ac:chgData name="沛溪 中村" userId="4b6ad4d7a42030dd" providerId="LiveId" clId="{B9F9AE90-CAA5-45CE-B33A-9388F3B08ED2}" dt="2026-02-03T18:11:44.538" v="10720" actId="164"/>
          <ac:spMkLst>
            <pc:docMk/>
            <pc:sldMk cId="279303157" sldId="314"/>
            <ac:spMk id="18" creationId="{E0038452-2DB5-4CD3-AA71-B1D7B5A84A2A}"/>
          </ac:spMkLst>
        </pc:spChg>
        <pc:spChg chg="add del mod">
          <ac:chgData name="沛溪 中村" userId="4b6ad4d7a42030dd" providerId="LiveId" clId="{B9F9AE90-CAA5-45CE-B33A-9388F3B08ED2}" dt="2026-02-03T18:10:59.158" v="10705" actId="478"/>
          <ac:spMkLst>
            <pc:docMk/>
            <pc:sldMk cId="279303157" sldId="314"/>
            <ac:spMk id="40" creationId="{68F7B79F-F3B1-45C1-96E6-4FD8D10FE6FB}"/>
          </ac:spMkLst>
        </pc:spChg>
        <pc:spChg chg="add mod">
          <ac:chgData name="沛溪 中村" userId="4b6ad4d7a42030dd" providerId="LiveId" clId="{B9F9AE90-CAA5-45CE-B33A-9388F3B08ED2}" dt="2026-02-03T18:12:00.516" v="10724" actId="1076"/>
          <ac:spMkLst>
            <pc:docMk/>
            <pc:sldMk cId="279303157" sldId="314"/>
            <ac:spMk id="57" creationId="{9BE945EA-C3C6-47EA-85EC-64EA31732EAC}"/>
          </ac:spMkLst>
        </pc:spChg>
        <pc:spChg chg="add mod">
          <ac:chgData name="沛溪 中村" userId="4b6ad4d7a42030dd" providerId="LiveId" clId="{B9F9AE90-CAA5-45CE-B33A-9388F3B08ED2}" dt="2026-02-03T18:11:44.538" v="10720" actId="164"/>
          <ac:spMkLst>
            <pc:docMk/>
            <pc:sldMk cId="279303157" sldId="314"/>
            <ac:spMk id="58" creationId="{CC82A1A8-5137-423D-9E71-05627BDC72E3}"/>
          </ac:spMkLst>
        </pc:spChg>
        <pc:spChg chg="add mod">
          <ac:chgData name="沛溪 中村" userId="4b6ad4d7a42030dd" providerId="LiveId" clId="{B9F9AE90-CAA5-45CE-B33A-9388F3B08ED2}" dt="2026-02-03T18:11:44.538" v="10720" actId="164"/>
          <ac:spMkLst>
            <pc:docMk/>
            <pc:sldMk cId="279303157" sldId="314"/>
            <ac:spMk id="60" creationId="{7D7CEBFF-DDD3-44C9-95F1-B2DE9B4E9425}"/>
          </ac:spMkLst>
        </pc:spChg>
        <pc:spChg chg="add mod">
          <ac:chgData name="沛溪 中村" userId="4b6ad4d7a42030dd" providerId="LiveId" clId="{B9F9AE90-CAA5-45CE-B33A-9388F3B08ED2}" dt="2026-02-03T18:11:47.401" v="10721" actId="164"/>
          <ac:spMkLst>
            <pc:docMk/>
            <pc:sldMk cId="279303157" sldId="314"/>
            <ac:spMk id="66" creationId="{2C933969-48D8-4A10-BFFC-719DC82AEA6F}"/>
          </ac:spMkLst>
        </pc:spChg>
        <pc:spChg chg="add mod">
          <ac:chgData name="沛溪 中村" userId="4b6ad4d7a42030dd" providerId="LiveId" clId="{B9F9AE90-CAA5-45CE-B33A-9388F3B08ED2}" dt="2026-02-03T18:11:47.401" v="10721" actId="164"/>
          <ac:spMkLst>
            <pc:docMk/>
            <pc:sldMk cId="279303157" sldId="314"/>
            <ac:spMk id="67" creationId="{5F401B3D-009C-469A-83A3-4AC5C8E73A0C}"/>
          </ac:spMkLst>
        </pc:spChg>
        <pc:spChg chg="add mod">
          <ac:chgData name="沛溪 中村" userId="4b6ad4d7a42030dd" providerId="LiveId" clId="{B9F9AE90-CAA5-45CE-B33A-9388F3B08ED2}" dt="2026-02-03T18:11:47.401" v="10721" actId="164"/>
          <ac:spMkLst>
            <pc:docMk/>
            <pc:sldMk cId="279303157" sldId="314"/>
            <ac:spMk id="68" creationId="{4AE25C09-A0B2-415E-86AC-FEFAEE70F9FF}"/>
          </ac:spMkLst>
        </pc:spChg>
        <pc:spChg chg="add mod">
          <ac:chgData name="沛溪 中村" userId="4b6ad4d7a42030dd" providerId="LiveId" clId="{B9F9AE90-CAA5-45CE-B33A-9388F3B08ED2}" dt="2026-02-03T18:11:50.689" v="10722" actId="164"/>
          <ac:spMkLst>
            <pc:docMk/>
            <pc:sldMk cId="279303157" sldId="314"/>
            <ac:spMk id="69" creationId="{8D8490CD-3FD0-4924-908A-D2D11CCDD054}"/>
          </ac:spMkLst>
        </pc:spChg>
        <pc:spChg chg="add mod">
          <ac:chgData name="沛溪 中村" userId="4b6ad4d7a42030dd" providerId="LiveId" clId="{B9F9AE90-CAA5-45CE-B33A-9388F3B08ED2}" dt="2026-02-03T18:11:50.689" v="10722" actId="164"/>
          <ac:spMkLst>
            <pc:docMk/>
            <pc:sldMk cId="279303157" sldId="314"/>
            <ac:spMk id="70" creationId="{DED505B6-DEE7-4A2A-9C06-985988D59FA6}"/>
          </ac:spMkLst>
        </pc:spChg>
        <pc:spChg chg="add mod">
          <ac:chgData name="沛溪 中村" userId="4b6ad4d7a42030dd" providerId="LiveId" clId="{B9F9AE90-CAA5-45CE-B33A-9388F3B08ED2}" dt="2026-02-03T18:11:50.689" v="10722" actId="164"/>
          <ac:spMkLst>
            <pc:docMk/>
            <pc:sldMk cId="279303157" sldId="314"/>
            <ac:spMk id="71" creationId="{91AF13AC-34F7-4886-994B-F2BB6D9149A9}"/>
          </ac:spMkLst>
        </pc:spChg>
        <pc:grpChg chg="mod">
          <ac:chgData name="沛溪 中村" userId="4b6ad4d7a42030dd" providerId="LiveId" clId="{B9F9AE90-CAA5-45CE-B33A-9388F3B08ED2}" dt="2026-02-03T18:17:18.190" v="10831" actId="688"/>
          <ac:grpSpMkLst>
            <pc:docMk/>
            <pc:sldMk cId="279303157" sldId="314"/>
            <ac:grpSpMk id="33" creationId="{1F836838-3C17-40DE-BC88-A37A92244AF9}"/>
          </ac:grpSpMkLst>
        </pc:grpChg>
        <pc:grpChg chg="mod">
          <ac:chgData name="沛溪 中村" userId="4b6ad4d7a42030dd" providerId="LiveId" clId="{B9F9AE90-CAA5-45CE-B33A-9388F3B08ED2}" dt="2026-02-03T18:08:06.242" v="10596" actId="1076"/>
          <ac:grpSpMkLst>
            <pc:docMk/>
            <pc:sldMk cId="279303157" sldId="314"/>
            <ac:grpSpMk id="39" creationId="{5158505A-A2D5-4481-9B7B-BBAA3A8F83C1}"/>
          </ac:grpSpMkLst>
        </pc:grpChg>
        <pc:grpChg chg="add mod">
          <ac:chgData name="沛溪 中村" userId="4b6ad4d7a42030dd" providerId="LiveId" clId="{B9F9AE90-CAA5-45CE-B33A-9388F3B08ED2}" dt="2026-02-03T18:11:44.538" v="10720" actId="164"/>
          <ac:grpSpMkLst>
            <pc:docMk/>
            <pc:sldMk cId="279303157" sldId="314"/>
            <ac:grpSpMk id="41" creationId="{BFD615FE-EDD9-4C3A-ABD6-D9E746F82D51}"/>
          </ac:grpSpMkLst>
        </pc:grpChg>
        <pc:grpChg chg="add mod">
          <ac:chgData name="沛溪 中村" userId="4b6ad4d7a42030dd" providerId="LiveId" clId="{B9F9AE90-CAA5-45CE-B33A-9388F3B08ED2}" dt="2026-02-03T18:11:54.843" v="10723" actId="465"/>
          <ac:grpSpMkLst>
            <pc:docMk/>
            <pc:sldMk cId="279303157" sldId="314"/>
            <ac:grpSpMk id="42" creationId="{4D23383D-849A-4D53-81BB-10AC989B17CE}"/>
          </ac:grpSpMkLst>
        </pc:grpChg>
        <pc:grpChg chg="add mod">
          <ac:chgData name="沛溪 中村" userId="4b6ad4d7a42030dd" providerId="LiveId" clId="{B9F9AE90-CAA5-45CE-B33A-9388F3B08ED2}" dt="2026-02-03T18:12:31.050" v="10741" actId="1076"/>
          <ac:grpSpMkLst>
            <pc:docMk/>
            <pc:sldMk cId="279303157" sldId="314"/>
            <ac:grpSpMk id="44" creationId="{9F7E042C-0853-41CA-8D95-82B50BE1BB27}"/>
          </ac:grpSpMkLst>
        </pc:grpChg>
        <pc:picChg chg="mod">
          <ac:chgData name="沛溪 中村" userId="4b6ad4d7a42030dd" providerId="LiveId" clId="{B9F9AE90-CAA5-45CE-B33A-9388F3B08ED2}" dt="2026-02-03T18:08:01.034" v="10595" actId="1076"/>
          <ac:picMkLst>
            <pc:docMk/>
            <pc:sldMk cId="279303157" sldId="314"/>
            <ac:picMk id="24" creationId="{47652DA1-5943-4117-AFB6-18A851065906}"/>
          </ac:picMkLst>
        </pc:picChg>
        <pc:picChg chg="mod">
          <ac:chgData name="沛溪 中村" userId="4b6ad4d7a42030dd" providerId="LiveId" clId="{B9F9AE90-CAA5-45CE-B33A-9388F3B08ED2}" dt="2026-02-03T18:08:06.242" v="10596" actId="1076"/>
          <ac:picMkLst>
            <pc:docMk/>
            <pc:sldMk cId="279303157" sldId="314"/>
            <ac:picMk id="28" creationId="{58D56C80-FA13-4305-A01C-E5C2C6DCDABD}"/>
          </ac:picMkLst>
        </pc:picChg>
        <pc:picChg chg="mod">
          <ac:chgData name="沛溪 中村" userId="4b6ad4d7a42030dd" providerId="LiveId" clId="{B9F9AE90-CAA5-45CE-B33A-9388F3B08ED2}" dt="2026-02-03T18:08:06.242" v="10596" actId="1076"/>
          <ac:picMkLst>
            <pc:docMk/>
            <pc:sldMk cId="279303157" sldId="314"/>
            <ac:picMk id="43" creationId="{E29F1D39-10A2-4A8D-A77F-4DE8EFA51EEC}"/>
          </ac:picMkLst>
        </pc:picChg>
        <pc:cxnChg chg="add del mod">
          <ac:chgData name="沛溪 中村" userId="4b6ad4d7a42030dd" providerId="LiveId" clId="{B9F9AE90-CAA5-45CE-B33A-9388F3B08ED2}" dt="2026-02-03T18:10:36.592" v="10696" actId="478"/>
          <ac:cxnSpMkLst>
            <pc:docMk/>
            <pc:sldMk cId="279303157" sldId="314"/>
            <ac:cxnSpMk id="31" creationId="{8488B306-C31E-4E3E-915A-66368ED199ED}"/>
          </ac:cxnSpMkLst>
        </pc:cxnChg>
      </pc:sldChg>
      <pc:sldChg chg="addSp delSp modSp add del mod">
        <pc:chgData name="沛溪 中村" userId="4b6ad4d7a42030dd" providerId="LiveId" clId="{B9F9AE90-CAA5-45CE-B33A-9388F3B08ED2}" dt="2026-02-03T17:24:53.403" v="9758" actId="47"/>
        <pc:sldMkLst>
          <pc:docMk/>
          <pc:sldMk cId="2729499926" sldId="314"/>
        </pc:sldMkLst>
        <pc:spChg chg="add del mod ord">
          <ac:chgData name="沛溪 中村" userId="4b6ad4d7a42030dd" providerId="LiveId" clId="{B9F9AE90-CAA5-45CE-B33A-9388F3B08ED2}" dt="2026-02-03T17:24:17.647" v="9750"/>
          <ac:spMkLst>
            <pc:docMk/>
            <pc:sldMk cId="2729499926" sldId="314"/>
            <ac:spMk id="18" creationId="{E1669114-54DD-4FEA-876D-C9A3F3F80CC1}"/>
          </ac:spMkLst>
        </pc:spChg>
        <pc:spChg chg="add del mod">
          <ac:chgData name="沛溪 中村" userId="4b6ad4d7a42030dd" providerId="LiveId" clId="{B9F9AE90-CAA5-45CE-B33A-9388F3B08ED2}" dt="2026-02-03T17:24:17.647" v="9750"/>
          <ac:spMkLst>
            <pc:docMk/>
            <pc:sldMk cId="2729499926" sldId="314"/>
            <ac:spMk id="67" creationId="{E4C3B049-1150-4C6E-AE9E-A8D14E4FFED0}"/>
          </ac:spMkLst>
        </pc:spChg>
        <pc:spChg chg="mod">
          <ac:chgData name="沛溪 中村" userId="4b6ad4d7a42030dd" providerId="LiveId" clId="{B9F9AE90-CAA5-45CE-B33A-9388F3B08ED2}" dt="2026-02-03T17:23:53.876" v="9744"/>
          <ac:spMkLst>
            <pc:docMk/>
            <pc:sldMk cId="2729499926" sldId="314"/>
            <ac:spMk id="69" creationId="{9E6A2B3D-9042-47D0-B986-EB280EE291F1}"/>
          </ac:spMkLst>
        </pc:spChg>
        <pc:spChg chg="mod">
          <ac:chgData name="沛溪 中村" userId="4b6ad4d7a42030dd" providerId="LiveId" clId="{B9F9AE90-CAA5-45CE-B33A-9388F3B08ED2}" dt="2026-02-03T17:24:17.647" v="9750"/>
          <ac:spMkLst>
            <pc:docMk/>
            <pc:sldMk cId="2729499926" sldId="314"/>
            <ac:spMk id="70" creationId="{764EDBD9-678B-4E8E-AFF4-8F9A5CEBF28A}"/>
          </ac:spMkLst>
        </pc:spChg>
        <pc:picChg chg="del">
          <ac:chgData name="沛溪 中村" userId="4b6ad4d7a42030dd" providerId="LiveId" clId="{B9F9AE90-CAA5-45CE-B33A-9388F3B08ED2}" dt="2026-02-03T17:22:48.889" v="9720" actId="478"/>
          <ac:picMkLst>
            <pc:docMk/>
            <pc:sldMk cId="2729499926" sldId="314"/>
            <ac:picMk id="87" creationId="{5E4FFAD5-0D32-4C70-A831-FF27A6B989F6}"/>
          </ac:picMkLst>
        </pc:picChg>
      </pc:sldChg>
      <pc:sldChg chg="add del">
        <pc:chgData name="沛溪 中村" userId="4b6ad4d7a42030dd" providerId="LiveId" clId="{B9F9AE90-CAA5-45CE-B33A-9388F3B08ED2}" dt="2026-02-03T17:19:02.226" v="9663" actId="47"/>
        <pc:sldMkLst>
          <pc:docMk/>
          <pc:sldMk cId="3804747884" sldId="314"/>
        </pc:sldMkLst>
      </pc:sldChg>
      <pc:sldChg chg="add del">
        <pc:chgData name="沛溪 中村" userId="4b6ad4d7a42030dd" providerId="LiveId" clId="{B9F9AE90-CAA5-45CE-B33A-9388F3B08ED2}" dt="2026-02-03T17:18:11.424" v="9652"/>
        <pc:sldMkLst>
          <pc:docMk/>
          <pc:sldMk cId="2498505570" sldId="315"/>
        </pc:sldMkLst>
      </pc:sldChg>
      <pc:sldChg chg="add del">
        <pc:chgData name="沛溪 中村" userId="4b6ad4d7a42030dd" providerId="LiveId" clId="{B9F9AE90-CAA5-45CE-B33A-9388F3B08ED2}" dt="2026-02-03T17:18:58.532" v="9662"/>
        <pc:sldMkLst>
          <pc:docMk/>
          <pc:sldMk cId="3175010846" sldId="315"/>
        </pc:sldMkLst>
      </pc:sldChg>
      <pc:sldChg chg="add">
        <pc:chgData name="沛溪 中村" userId="4b6ad4d7a42030dd" providerId="LiveId" clId="{B9F9AE90-CAA5-45CE-B33A-9388F3B08ED2}" dt="2026-02-03T18:07:29.655" v="10582"/>
        <pc:sldMkLst>
          <pc:docMk/>
          <pc:sldMk cId="3657249729" sldId="315"/>
        </pc:sldMkLst>
      </pc:sldChg>
      <pc:sldChg chg="addSp delSp modSp add mod">
        <pc:chgData name="沛溪 中村" userId="4b6ad4d7a42030dd" providerId="LiveId" clId="{B9F9AE90-CAA5-45CE-B33A-9388F3B08ED2}" dt="2026-02-03T18:17:23.573" v="10832" actId="688"/>
        <pc:sldMkLst>
          <pc:docMk/>
          <pc:sldMk cId="1197508273" sldId="316"/>
        </pc:sldMkLst>
        <pc:spChg chg="del">
          <ac:chgData name="沛溪 中村" userId="4b6ad4d7a42030dd" providerId="LiveId" clId="{B9F9AE90-CAA5-45CE-B33A-9388F3B08ED2}" dt="2026-02-03T18:12:10.695" v="10728" actId="478"/>
          <ac:spMkLst>
            <pc:docMk/>
            <pc:sldMk cId="1197508273" sldId="316"/>
            <ac:spMk id="57" creationId="{9BE945EA-C3C6-47EA-85EC-64EA31732EAC}"/>
          </ac:spMkLst>
        </pc:spChg>
        <pc:spChg chg="mod">
          <ac:chgData name="沛溪 中村" userId="4b6ad4d7a42030dd" providerId="LiveId" clId="{B9F9AE90-CAA5-45CE-B33A-9388F3B08ED2}" dt="2026-02-03T18:12:09.515" v="10727" actId="20577"/>
          <ac:spMkLst>
            <pc:docMk/>
            <pc:sldMk cId="1197508273" sldId="316"/>
            <ac:spMk id="60" creationId="{7D7CEBFF-DDD3-44C9-95F1-B2DE9B4E9425}"/>
          </ac:spMkLst>
        </pc:spChg>
        <pc:spChg chg="add mod">
          <ac:chgData name="沛溪 中村" userId="4b6ad4d7a42030dd" providerId="LiveId" clId="{B9F9AE90-CAA5-45CE-B33A-9388F3B08ED2}" dt="2026-02-03T18:12:58.889" v="10786" actId="1076"/>
          <ac:spMkLst>
            <pc:docMk/>
            <pc:sldMk cId="1197508273" sldId="316"/>
            <ac:spMk id="72" creationId="{BE7A1E6F-B749-49BF-8245-0D9804230287}"/>
          </ac:spMkLst>
        </pc:spChg>
        <pc:spChg chg="mod">
          <ac:chgData name="沛溪 中村" userId="4b6ad4d7a42030dd" providerId="LiveId" clId="{B9F9AE90-CAA5-45CE-B33A-9388F3B08ED2}" dt="2026-02-03T18:16:14.788" v="10800" actId="14100"/>
          <ac:spMkLst>
            <pc:docMk/>
            <pc:sldMk cId="1197508273" sldId="316"/>
            <ac:spMk id="74" creationId="{1DE5C358-2F87-4AC1-A6F5-21C8CF6AD641}"/>
          </ac:spMkLst>
        </pc:spChg>
        <pc:spChg chg="mod">
          <ac:chgData name="沛溪 中村" userId="4b6ad4d7a42030dd" providerId="LiveId" clId="{B9F9AE90-CAA5-45CE-B33A-9388F3B08ED2}" dt="2026-02-03T18:12:34.916" v="10742"/>
          <ac:spMkLst>
            <pc:docMk/>
            <pc:sldMk cId="1197508273" sldId="316"/>
            <ac:spMk id="75" creationId="{B1FBAA90-E2B1-45DC-ABED-C2C9D9ACFC47}"/>
          </ac:spMkLst>
        </pc:spChg>
        <pc:spChg chg="mod">
          <ac:chgData name="沛溪 中村" userId="4b6ad4d7a42030dd" providerId="LiveId" clId="{B9F9AE90-CAA5-45CE-B33A-9388F3B08ED2}" dt="2026-02-03T18:12:34.916" v="10742"/>
          <ac:spMkLst>
            <pc:docMk/>
            <pc:sldMk cId="1197508273" sldId="316"/>
            <ac:spMk id="76" creationId="{AA9711F5-C062-4247-B4E8-130282AB8326}"/>
          </ac:spMkLst>
        </pc:spChg>
        <pc:spChg chg="mod">
          <ac:chgData name="沛溪 中村" userId="4b6ad4d7a42030dd" providerId="LiveId" clId="{B9F9AE90-CAA5-45CE-B33A-9388F3B08ED2}" dt="2026-02-03T18:16:47.696" v="10825" actId="207"/>
          <ac:spMkLst>
            <pc:docMk/>
            <pc:sldMk cId="1197508273" sldId="316"/>
            <ac:spMk id="78" creationId="{689A4AE1-5593-4922-9443-A50A9708D92F}"/>
          </ac:spMkLst>
        </pc:spChg>
        <pc:spChg chg="mod">
          <ac:chgData name="沛溪 中村" userId="4b6ad4d7a42030dd" providerId="LiveId" clId="{B9F9AE90-CAA5-45CE-B33A-9388F3B08ED2}" dt="2026-02-03T18:16:51.787" v="10826" actId="207"/>
          <ac:spMkLst>
            <pc:docMk/>
            <pc:sldMk cId="1197508273" sldId="316"/>
            <ac:spMk id="79" creationId="{532A74BE-8B43-404C-8BAC-BF7F22233685}"/>
          </ac:spMkLst>
        </pc:spChg>
        <pc:spChg chg="mod">
          <ac:chgData name="沛溪 中村" userId="4b6ad4d7a42030dd" providerId="LiveId" clId="{B9F9AE90-CAA5-45CE-B33A-9388F3B08ED2}" dt="2026-02-03T18:16:47.696" v="10825" actId="207"/>
          <ac:spMkLst>
            <pc:docMk/>
            <pc:sldMk cId="1197508273" sldId="316"/>
            <ac:spMk id="80" creationId="{BEBA2A9F-6E7E-4F9E-A50E-8DC8779367A3}"/>
          </ac:spMkLst>
        </pc:spChg>
        <pc:spChg chg="mod">
          <ac:chgData name="沛溪 中村" userId="4b6ad4d7a42030dd" providerId="LiveId" clId="{B9F9AE90-CAA5-45CE-B33A-9388F3B08ED2}" dt="2026-02-03T18:17:08.087" v="10830" actId="207"/>
          <ac:spMkLst>
            <pc:docMk/>
            <pc:sldMk cId="1197508273" sldId="316"/>
            <ac:spMk id="82" creationId="{72E81CEC-00AF-4D4F-A08C-D9ABBB20A957}"/>
          </ac:spMkLst>
        </pc:spChg>
        <pc:spChg chg="mod">
          <ac:chgData name="沛溪 中村" userId="4b6ad4d7a42030dd" providerId="LiveId" clId="{B9F9AE90-CAA5-45CE-B33A-9388F3B08ED2}" dt="2026-02-03T18:17:08.087" v="10830" actId="207"/>
          <ac:spMkLst>
            <pc:docMk/>
            <pc:sldMk cId="1197508273" sldId="316"/>
            <ac:spMk id="83" creationId="{3BA95B13-B2B5-4F14-9F12-DC9391963150}"/>
          </ac:spMkLst>
        </pc:spChg>
        <pc:spChg chg="mod">
          <ac:chgData name="沛溪 中村" userId="4b6ad4d7a42030dd" providerId="LiveId" clId="{B9F9AE90-CAA5-45CE-B33A-9388F3B08ED2}" dt="2026-02-03T18:17:08.087" v="10830" actId="207"/>
          <ac:spMkLst>
            <pc:docMk/>
            <pc:sldMk cId="1197508273" sldId="316"/>
            <ac:spMk id="84" creationId="{117439D3-8C86-44C5-812E-3D201A4D606A}"/>
          </ac:spMkLst>
        </pc:spChg>
        <pc:grpChg chg="mod">
          <ac:chgData name="沛溪 中村" userId="4b6ad4d7a42030dd" providerId="LiveId" clId="{B9F9AE90-CAA5-45CE-B33A-9388F3B08ED2}" dt="2026-02-03T18:17:23.573" v="10832" actId="688"/>
          <ac:grpSpMkLst>
            <pc:docMk/>
            <pc:sldMk cId="1197508273" sldId="316"/>
            <ac:grpSpMk id="33" creationId="{1F836838-3C17-40DE-BC88-A37A92244AF9}"/>
          </ac:grpSpMkLst>
        </pc:grpChg>
        <pc:grpChg chg="del">
          <ac:chgData name="沛溪 中村" userId="4b6ad4d7a42030dd" providerId="LiveId" clId="{B9F9AE90-CAA5-45CE-B33A-9388F3B08ED2}" dt="2026-02-03T18:12:12.450" v="10729" actId="478"/>
          <ac:grpSpMkLst>
            <pc:docMk/>
            <pc:sldMk cId="1197508273" sldId="316"/>
            <ac:grpSpMk id="41" creationId="{BFD615FE-EDD9-4C3A-ABD6-D9E746F82D51}"/>
          </ac:grpSpMkLst>
        </pc:grpChg>
        <pc:grpChg chg="del">
          <ac:chgData name="沛溪 中村" userId="4b6ad4d7a42030dd" providerId="LiveId" clId="{B9F9AE90-CAA5-45CE-B33A-9388F3B08ED2}" dt="2026-02-03T18:12:08.867" v="10726" actId="478"/>
          <ac:grpSpMkLst>
            <pc:docMk/>
            <pc:sldMk cId="1197508273" sldId="316"/>
            <ac:grpSpMk id="42" creationId="{4D23383D-849A-4D53-81BB-10AC989B17CE}"/>
          </ac:grpSpMkLst>
        </pc:grpChg>
        <pc:grpChg chg="del">
          <ac:chgData name="沛溪 中村" userId="4b6ad4d7a42030dd" providerId="LiveId" clId="{B9F9AE90-CAA5-45CE-B33A-9388F3B08ED2}" dt="2026-02-03T18:12:08.867" v="10726" actId="478"/>
          <ac:grpSpMkLst>
            <pc:docMk/>
            <pc:sldMk cId="1197508273" sldId="316"/>
            <ac:grpSpMk id="44" creationId="{9F7E042C-0853-41CA-8D95-82B50BE1BB27}"/>
          </ac:grpSpMkLst>
        </pc:grpChg>
        <pc:grpChg chg="add mod">
          <ac:chgData name="沛溪 中村" userId="4b6ad4d7a42030dd" providerId="LiveId" clId="{B9F9AE90-CAA5-45CE-B33A-9388F3B08ED2}" dt="2026-02-03T18:13:11.164" v="10789" actId="1076"/>
          <ac:grpSpMkLst>
            <pc:docMk/>
            <pc:sldMk cId="1197508273" sldId="316"/>
            <ac:grpSpMk id="73" creationId="{759E64A8-D5CE-4BA8-AE89-FF5569AFA6B4}"/>
          </ac:grpSpMkLst>
        </pc:grpChg>
        <pc:grpChg chg="add mod">
          <ac:chgData name="沛溪 中村" userId="4b6ad4d7a42030dd" providerId="LiveId" clId="{B9F9AE90-CAA5-45CE-B33A-9388F3B08ED2}" dt="2026-02-03T18:13:07.752" v="10788" actId="1076"/>
          <ac:grpSpMkLst>
            <pc:docMk/>
            <pc:sldMk cId="1197508273" sldId="316"/>
            <ac:grpSpMk id="77" creationId="{87782EF5-E6A8-4FDB-B0DF-A4B60D90C802}"/>
          </ac:grpSpMkLst>
        </pc:grpChg>
        <pc:grpChg chg="add mod">
          <ac:chgData name="沛溪 中村" userId="4b6ad4d7a42030dd" providerId="LiveId" clId="{B9F9AE90-CAA5-45CE-B33A-9388F3B08ED2}" dt="2026-02-03T18:16:59.417" v="10828" actId="207"/>
          <ac:grpSpMkLst>
            <pc:docMk/>
            <pc:sldMk cId="1197508273" sldId="316"/>
            <ac:grpSpMk id="81" creationId="{632D61A1-C400-4389-92EC-483CDEE79B22}"/>
          </ac:grpSpMkLst>
        </pc:grpChg>
        <pc:picChg chg="mod">
          <ac:chgData name="沛溪 中村" userId="4b6ad4d7a42030dd" providerId="LiveId" clId="{B9F9AE90-CAA5-45CE-B33A-9388F3B08ED2}" dt="2026-02-03T18:12:13.913" v="10730" actId="1076"/>
          <ac:picMkLst>
            <pc:docMk/>
            <pc:sldMk cId="1197508273" sldId="316"/>
            <ac:picMk id="24" creationId="{47652DA1-5943-4117-AFB6-18A851065906}"/>
          </ac:picMkLst>
        </pc:picChg>
        <pc:picChg chg="mod">
          <ac:chgData name="沛溪 中村" userId="4b6ad4d7a42030dd" providerId="LiveId" clId="{B9F9AE90-CAA5-45CE-B33A-9388F3B08ED2}" dt="2026-02-03T18:12:57.349" v="10785" actId="1076"/>
          <ac:picMkLst>
            <pc:docMk/>
            <pc:sldMk cId="1197508273" sldId="316"/>
            <ac:picMk id="28" creationId="{58D56C80-FA13-4305-A01C-E5C2C6DCDABD}"/>
          </ac:picMkLst>
        </pc:picChg>
      </pc:sldChg>
      <pc:sldChg chg="addSp delSp modSp add mod">
        <pc:chgData name="沛溪 中村" userId="4b6ad4d7a42030dd" providerId="LiveId" clId="{B9F9AE90-CAA5-45CE-B33A-9388F3B08ED2}" dt="2026-02-03T18:18:56.328" v="10874"/>
        <pc:sldMkLst>
          <pc:docMk/>
          <pc:sldMk cId="3250900397" sldId="317"/>
        </pc:sldMkLst>
        <pc:spChg chg="add mod">
          <ac:chgData name="沛溪 中村" userId="4b6ad4d7a42030dd" providerId="LiveId" clId="{B9F9AE90-CAA5-45CE-B33A-9388F3B08ED2}" dt="2026-02-03T18:18:42.480" v="10869" actId="20577"/>
          <ac:spMkLst>
            <pc:docMk/>
            <pc:sldMk cId="3250900397" sldId="317"/>
            <ac:spMk id="70" creationId="{C1DAF166-2D45-4E07-87BF-581981EE86C9}"/>
          </ac:spMkLst>
        </pc:spChg>
        <pc:spChg chg="add mod">
          <ac:chgData name="沛溪 中村" userId="4b6ad4d7a42030dd" providerId="LiveId" clId="{B9F9AE90-CAA5-45CE-B33A-9388F3B08ED2}" dt="2026-02-03T18:18:48.178" v="10872" actId="20577"/>
          <ac:spMkLst>
            <pc:docMk/>
            <pc:sldMk cId="3250900397" sldId="317"/>
            <ac:spMk id="71" creationId="{E8E177C3-27D9-4A1E-88A2-B55BFAFECB0A}"/>
          </ac:spMkLst>
        </pc:spChg>
        <pc:spChg chg="mod">
          <ac:chgData name="沛溪 中村" userId="4b6ad4d7a42030dd" providerId="LiveId" clId="{B9F9AE90-CAA5-45CE-B33A-9388F3B08ED2}" dt="2026-02-03T18:18:37.928" v="10866" actId="1076"/>
          <ac:spMkLst>
            <pc:docMk/>
            <pc:sldMk cId="3250900397" sldId="317"/>
            <ac:spMk id="72" creationId="{BE7A1E6F-B749-49BF-8245-0D9804230287}"/>
          </ac:spMkLst>
        </pc:spChg>
        <pc:spChg chg="del">
          <ac:chgData name="沛溪 中村" userId="4b6ad4d7a42030dd" providerId="LiveId" clId="{B9F9AE90-CAA5-45CE-B33A-9388F3B08ED2}" dt="2026-02-03T18:17:50.977" v="10841" actId="478"/>
          <ac:spMkLst>
            <pc:docMk/>
            <pc:sldMk cId="3250900397" sldId="317"/>
            <ac:spMk id="78" creationId="{689A4AE1-5593-4922-9443-A50A9708D92F}"/>
          </ac:spMkLst>
        </pc:spChg>
        <pc:spChg chg="del">
          <ac:chgData name="沛溪 中村" userId="4b6ad4d7a42030dd" providerId="LiveId" clId="{B9F9AE90-CAA5-45CE-B33A-9388F3B08ED2}" dt="2026-02-03T18:17:54.322" v="10843" actId="478"/>
          <ac:spMkLst>
            <pc:docMk/>
            <pc:sldMk cId="3250900397" sldId="317"/>
            <ac:spMk id="82" creationId="{72E81CEC-00AF-4D4F-A08C-D9ABBB20A957}"/>
          </ac:spMkLst>
        </pc:spChg>
        <pc:spChg chg="del topLvl">
          <ac:chgData name="沛溪 中村" userId="4b6ad4d7a42030dd" providerId="LiveId" clId="{B9F9AE90-CAA5-45CE-B33A-9388F3B08ED2}" dt="2026-02-03T18:17:58.367" v="10845" actId="478"/>
          <ac:spMkLst>
            <pc:docMk/>
            <pc:sldMk cId="3250900397" sldId="317"/>
            <ac:spMk id="83" creationId="{3BA95B13-B2B5-4F14-9F12-DC9391963150}"/>
          </ac:spMkLst>
        </pc:spChg>
        <pc:spChg chg="del topLvl">
          <ac:chgData name="沛溪 中村" userId="4b6ad4d7a42030dd" providerId="LiveId" clId="{B9F9AE90-CAA5-45CE-B33A-9388F3B08ED2}" dt="2026-02-03T18:17:56.865" v="10844" actId="478"/>
          <ac:spMkLst>
            <pc:docMk/>
            <pc:sldMk cId="3250900397" sldId="317"/>
            <ac:spMk id="84" creationId="{117439D3-8C86-44C5-812E-3D201A4D606A}"/>
          </ac:spMkLst>
        </pc:spChg>
        <pc:spChg chg="add del mod">
          <ac:chgData name="沛溪 中村" userId="4b6ad4d7a42030dd" providerId="LiveId" clId="{B9F9AE90-CAA5-45CE-B33A-9388F3B08ED2}" dt="2026-02-03T18:18:56.328" v="10874"/>
          <ac:spMkLst>
            <pc:docMk/>
            <pc:sldMk cId="3250900397" sldId="317"/>
            <ac:spMk id="85" creationId="{5123B6DC-29CD-4955-895C-A279E230CF61}"/>
          </ac:spMkLst>
        </pc:spChg>
        <pc:grpChg chg="mod">
          <ac:chgData name="沛溪 中村" userId="4b6ad4d7a42030dd" providerId="LiveId" clId="{B9F9AE90-CAA5-45CE-B33A-9388F3B08ED2}" dt="2026-02-03T18:18:30.607" v="10863" actId="1076"/>
          <ac:grpSpMkLst>
            <pc:docMk/>
            <pc:sldMk cId="3250900397" sldId="317"/>
            <ac:grpSpMk id="39" creationId="{5158505A-A2D5-4481-9B7B-BBAA3A8F83C1}"/>
          </ac:grpSpMkLst>
        </pc:grpChg>
        <pc:grpChg chg="del">
          <ac:chgData name="沛溪 中村" userId="4b6ad4d7a42030dd" providerId="LiveId" clId="{B9F9AE90-CAA5-45CE-B33A-9388F3B08ED2}" dt="2026-02-03T18:17:49.788" v="10840" actId="478"/>
          <ac:grpSpMkLst>
            <pc:docMk/>
            <pc:sldMk cId="3250900397" sldId="317"/>
            <ac:grpSpMk id="73" creationId="{759E64A8-D5CE-4BA8-AE89-FF5569AFA6B4}"/>
          </ac:grpSpMkLst>
        </pc:grpChg>
        <pc:grpChg chg="del">
          <ac:chgData name="沛溪 中村" userId="4b6ad4d7a42030dd" providerId="LiveId" clId="{B9F9AE90-CAA5-45CE-B33A-9388F3B08ED2}" dt="2026-02-03T18:17:53.128" v="10842" actId="478"/>
          <ac:grpSpMkLst>
            <pc:docMk/>
            <pc:sldMk cId="3250900397" sldId="317"/>
            <ac:grpSpMk id="77" creationId="{87782EF5-E6A8-4FDB-B0DF-A4B60D90C802}"/>
          </ac:grpSpMkLst>
        </pc:grpChg>
        <pc:grpChg chg="del">
          <ac:chgData name="沛溪 中村" userId="4b6ad4d7a42030dd" providerId="LiveId" clId="{B9F9AE90-CAA5-45CE-B33A-9388F3B08ED2}" dt="2026-02-03T18:17:56.865" v="10844" actId="478"/>
          <ac:grpSpMkLst>
            <pc:docMk/>
            <pc:sldMk cId="3250900397" sldId="317"/>
            <ac:grpSpMk id="81" creationId="{632D61A1-C400-4389-92EC-483CDEE79B22}"/>
          </ac:grpSpMkLst>
        </pc:grpChg>
        <pc:picChg chg="mod">
          <ac:chgData name="沛溪 中村" userId="4b6ad4d7a42030dd" providerId="LiveId" clId="{B9F9AE90-CAA5-45CE-B33A-9388F3B08ED2}" dt="2026-02-03T18:17:38.612" v="10834" actId="1076"/>
          <ac:picMkLst>
            <pc:docMk/>
            <pc:sldMk cId="3250900397" sldId="317"/>
            <ac:picMk id="24" creationId="{47652DA1-5943-4117-AFB6-18A851065906}"/>
          </ac:picMkLst>
        </pc:picChg>
        <pc:picChg chg="mod">
          <ac:chgData name="沛溪 中村" userId="4b6ad4d7a42030dd" providerId="LiveId" clId="{B9F9AE90-CAA5-45CE-B33A-9388F3B08ED2}" dt="2026-02-03T18:17:40.108" v="10835" actId="1076"/>
          <ac:picMkLst>
            <pc:docMk/>
            <pc:sldMk cId="3250900397" sldId="317"/>
            <ac:picMk id="28" creationId="{58D56C80-FA13-4305-A01C-E5C2C6DCDABD}"/>
          </ac:picMkLst>
        </pc:picChg>
      </pc:sldChg>
      <pc:sldChg chg="addSp modSp add mod">
        <pc:chgData name="沛溪 中村" userId="4b6ad4d7a42030dd" providerId="LiveId" clId="{B9F9AE90-CAA5-45CE-B33A-9388F3B08ED2}" dt="2026-02-03T18:20:28.307" v="10943" actId="1076"/>
        <pc:sldMkLst>
          <pc:docMk/>
          <pc:sldMk cId="1401412866" sldId="318"/>
        </pc:sldMkLst>
        <pc:spChg chg="add mod">
          <ac:chgData name="沛溪 中村" userId="4b6ad4d7a42030dd" providerId="LiveId" clId="{B9F9AE90-CAA5-45CE-B33A-9388F3B08ED2}" dt="2026-02-03T18:20:24.296" v="10940" actId="1076"/>
          <ac:spMkLst>
            <pc:docMk/>
            <pc:sldMk cId="1401412866" sldId="318"/>
            <ac:spMk id="60" creationId="{6E747C2D-DDBC-4B72-979A-F1BCEC5E384D}"/>
          </ac:spMkLst>
        </pc:spChg>
        <pc:spChg chg="add mod">
          <ac:chgData name="沛溪 中村" userId="4b6ad4d7a42030dd" providerId="LiveId" clId="{B9F9AE90-CAA5-45CE-B33A-9388F3B08ED2}" dt="2026-02-03T18:20:28.307" v="10943" actId="1076"/>
          <ac:spMkLst>
            <pc:docMk/>
            <pc:sldMk cId="1401412866" sldId="318"/>
            <ac:spMk id="62" creationId="{BA1BAC8E-8B7A-4419-911C-38F69152B037}"/>
          </ac:spMkLst>
        </pc:spChg>
        <pc:spChg chg="mod">
          <ac:chgData name="沛溪 中村" userId="4b6ad4d7a42030dd" providerId="LiveId" clId="{B9F9AE90-CAA5-45CE-B33A-9388F3B08ED2}" dt="2026-02-03T18:19:04.376" v="10876" actId="1076"/>
          <ac:spMkLst>
            <pc:docMk/>
            <pc:sldMk cId="1401412866" sldId="318"/>
            <ac:spMk id="70" creationId="{C1DAF166-2D45-4E07-87BF-581981EE86C9}"/>
          </ac:spMkLst>
        </pc:spChg>
        <pc:spChg chg="mod">
          <ac:chgData name="沛溪 中村" userId="4b6ad4d7a42030dd" providerId="LiveId" clId="{B9F9AE90-CAA5-45CE-B33A-9388F3B08ED2}" dt="2026-02-03T18:19:04.376" v="10876" actId="1076"/>
          <ac:spMkLst>
            <pc:docMk/>
            <pc:sldMk cId="1401412866" sldId="318"/>
            <ac:spMk id="71" creationId="{E8E177C3-27D9-4A1E-88A2-B55BFAFECB0A}"/>
          </ac:spMkLst>
        </pc:spChg>
        <pc:spChg chg="mod">
          <ac:chgData name="沛溪 中村" userId="4b6ad4d7a42030dd" providerId="LiveId" clId="{B9F9AE90-CAA5-45CE-B33A-9388F3B08ED2}" dt="2026-02-03T18:19:04.376" v="10876" actId="1076"/>
          <ac:spMkLst>
            <pc:docMk/>
            <pc:sldMk cId="1401412866" sldId="318"/>
            <ac:spMk id="72" creationId="{BE7A1E6F-B749-49BF-8245-0D9804230287}"/>
          </ac:spMkLst>
        </pc:spChg>
        <pc:grpChg chg="mod">
          <ac:chgData name="沛溪 中村" userId="4b6ad4d7a42030dd" providerId="LiveId" clId="{B9F9AE90-CAA5-45CE-B33A-9388F3B08ED2}" dt="2026-02-03T18:19:13.804" v="10879" actId="1076"/>
          <ac:grpSpMkLst>
            <pc:docMk/>
            <pc:sldMk cId="1401412866" sldId="318"/>
            <ac:grpSpMk id="39" creationId="{5158505A-A2D5-4481-9B7B-BBAA3A8F83C1}"/>
          </ac:grpSpMkLst>
        </pc:grpChg>
        <pc:picChg chg="mod">
          <ac:chgData name="沛溪 中村" userId="4b6ad4d7a42030dd" providerId="LiveId" clId="{B9F9AE90-CAA5-45CE-B33A-9388F3B08ED2}" dt="2026-02-03T18:19:04.376" v="10876" actId="1076"/>
          <ac:picMkLst>
            <pc:docMk/>
            <pc:sldMk cId="1401412866" sldId="318"/>
            <ac:picMk id="24" creationId="{47652DA1-5943-4117-AFB6-18A851065906}"/>
          </ac:picMkLst>
        </pc:picChg>
        <pc:picChg chg="mod">
          <ac:chgData name="沛溪 中村" userId="4b6ad4d7a42030dd" providerId="LiveId" clId="{B9F9AE90-CAA5-45CE-B33A-9388F3B08ED2}" dt="2026-02-03T18:19:04.376" v="10876" actId="1076"/>
          <ac:picMkLst>
            <pc:docMk/>
            <pc:sldMk cId="1401412866" sldId="318"/>
            <ac:picMk id="28" creationId="{58D56C80-FA13-4305-A01C-E5C2C6DCDABD}"/>
          </ac:picMkLst>
        </pc:picChg>
        <pc:picChg chg="mod">
          <ac:chgData name="沛溪 中村" userId="4b6ad4d7a42030dd" providerId="LiveId" clId="{B9F9AE90-CAA5-45CE-B33A-9388F3B08ED2}" dt="2026-02-03T18:19:58.352" v="10904" actId="14100"/>
          <ac:picMkLst>
            <pc:docMk/>
            <pc:sldMk cId="1401412866" sldId="318"/>
            <ac:picMk id="43" creationId="{E29F1D39-10A2-4A8D-A77F-4DE8EFA51EEC}"/>
          </ac:picMkLst>
        </pc:picChg>
        <pc:picChg chg="add mod">
          <ac:chgData name="沛溪 中村" userId="4b6ad4d7a42030dd" providerId="LiveId" clId="{B9F9AE90-CAA5-45CE-B33A-9388F3B08ED2}" dt="2026-02-03T18:20:26.640" v="10942" actId="1076"/>
          <ac:picMkLst>
            <pc:docMk/>
            <pc:sldMk cId="1401412866" sldId="318"/>
            <ac:picMk id="61" creationId="{529340BF-04D9-432E-9B52-2318F548170A}"/>
          </ac:picMkLst>
        </pc:picChg>
      </pc:sldChg>
      <pc:sldChg chg="addSp delSp modSp add mod">
        <pc:chgData name="沛溪 中村" userId="4b6ad4d7a42030dd" providerId="LiveId" clId="{B9F9AE90-CAA5-45CE-B33A-9388F3B08ED2}" dt="2026-02-03T18:35:49.962" v="11230" actId="14100"/>
        <pc:sldMkLst>
          <pc:docMk/>
          <pc:sldMk cId="2086192763" sldId="319"/>
        </pc:sldMkLst>
        <pc:spChg chg="add mod">
          <ac:chgData name="沛溪 中村" userId="4b6ad4d7a42030dd" providerId="LiveId" clId="{B9F9AE90-CAA5-45CE-B33A-9388F3B08ED2}" dt="2026-02-03T18:22:35.001" v="11023" actId="1076"/>
          <ac:spMkLst>
            <pc:docMk/>
            <pc:sldMk cId="2086192763" sldId="319"/>
            <ac:spMk id="59" creationId="{40AB2938-CD0F-4381-ABAC-C7D93DE7D2D0}"/>
          </ac:spMkLst>
        </pc:spChg>
        <pc:spChg chg="add mod">
          <ac:chgData name="沛溪 中村" userId="4b6ad4d7a42030dd" providerId="LiveId" clId="{B9F9AE90-CAA5-45CE-B33A-9388F3B08ED2}" dt="2026-02-03T18:23:09.227" v="11058" actId="1076"/>
          <ac:spMkLst>
            <pc:docMk/>
            <pc:sldMk cId="2086192763" sldId="319"/>
            <ac:spMk id="62" creationId="{083712EB-B859-4607-A273-C642E07FE212}"/>
          </ac:spMkLst>
        </pc:spChg>
        <pc:spChg chg="add mod">
          <ac:chgData name="沛溪 中村" userId="4b6ad4d7a42030dd" providerId="LiveId" clId="{B9F9AE90-CAA5-45CE-B33A-9388F3B08ED2}" dt="2026-02-03T18:35:42.483" v="11226" actId="14100"/>
          <ac:spMkLst>
            <pc:docMk/>
            <pc:sldMk cId="2086192763" sldId="319"/>
            <ac:spMk id="63" creationId="{4AAF84CB-0F3C-42E7-9F4D-720C1C93E74B}"/>
          </ac:spMkLst>
        </pc:spChg>
        <pc:spChg chg="add mod">
          <ac:chgData name="沛溪 中村" userId="4b6ad4d7a42030dd" providerId="LiveId" clId="{B9F9AE90-CAA5-45CE-B33A-9388F3B08ED2}" dt="2026-02-03T18:35:49.962" v="11230" actId="14100"/>
          <ac:spMkLst>
            <pc:docMk/>
            <pc:sldMk cId="2086192763" sldId="319"/>
            <ac:spMk id="64" creationId="{40240628-DFC5-4318-A0CA-206494FBC2F8}"/>
          </ac:spMkLst>
        </pc:spChg>
        <pc:grpChg chg="mod">
          <ac:chgData name="沛溪 中村" userId="4b6ad4d7a42030dd" providerId="LiveId" clId="{B9F9AE90-CAA5-45CE-B33A-9388F3B08ED2}" dt="2026-02-03T18:21:40.596" v="10965" actId="688"/>
          <ac:grpSpMkLst>
            <pc:docMk/>
            <pc:sldMk cId="2086192763" sldId="319"/>
            <ac:grpSpMk id="33" creationId="{1F836838-3C17-40DE-BC88-A37A92244AF9}"/>
          </ac:grpSpMkLst>
        </pc:grpChg>
        <pc:grpChg chg="del">
          <ac:chgData name="沛溪 中村" userId="4b6ad4d7a42030dd" providerId="LiveId" clId="{B9F9AE90-CAA5-45CE-B33A-9388F3B08ED2}" dt="2026-02-03T18:21:42.760" v="10968" actId="478"/>
          <ac:grpSpMkLst>
            <pc:docMk/>
            <pc:sldMk cId="2086192763" sldId="319"/>
            <ac:grpSpMk id="39" creationId="{5158505A-A2D5-4481-9B7B-BBAA3A8F83C1}"/>
          </ac:grpSpMkLst>
        </pc:grpChg>
        <pc:picChg chg="del">
          <ac:chgData name="沛溪 中村" userId="4b6ad4d7a42030dd" providerId="LiveId" clId="{B9F9AE90-CAA5-45CE-B33A-9388F3B08ED2}" dt="2026-02-03T18:21:41.799" v="10966" actId="478"/>
          <ac:picMkLst>
            <pc:docMk/>
            <pc:sldMk cId="2086192763" sldId="319"/>
            <ac:picMk id="24" creationId="{47652DA1-5943-4117-AFB6-18A851065906}"/>
          </ac:picMkLst>
        </pc:picChg>
        <pc:picChg chg="add mod">
          <ac:chgData name="沛溪 中村" userId="4b6ad4d7a42030dd" providerId="LiveId" clId="{B9F9AE90-CAA5-45CE-B33A-9388F3B08ED2}" dt="2026-02-03T18:22:33.587" v="11022" actId="1076"/>
          <ac:picMkLst>
            <pc:docMk/>
            <pc:sldMk cId="2086192763" sldId="319"/>
            <ac:picMk id="25" creationId="{4C78B6E9-98E2-44CE-8C16-CA7A6A505EEE}"/>
          </ac:picMkLst>
        </pc:picChg>
        <pc:picChg chg="del">
          <ac:chgData name="沛溪 中村" userId="4b6ad4d7a42030dd" providerId="LiveId" clId="{B9F9AE90-CAA5-45CE-B33A-9388F3B08ED2}" dt="2026-02-03T18:21:42.209" v="10967" actId="478"/>
          <ac:picMkLst>
            <pc:docMk/>
            <pc:sldMk cId="2086192763" sldId="319"/>
            <ac:picMk id="28" creationId="{58D56C80-FA13-4305-A01C-E5C2C6DCDABD}"/>
          </ac:picMkLst>
        </pc:picChg>
        <pc:picChg chg="add mod">
          <ac:chgData name="沛溪 中村" userId="4b6ad4d7a42030dd" providerId="LiveId" clId="{B9F9AE90-CAA5-45CE-B33A-9388F3B08ED2}" dt="2026-02-03T18:22:51.197" v="11027" actId="1076"/>
          <ac:picMkLst>
            <pc:docMk/>
            <pc:sldMk cId="2086192763" sldId="319"/>
            <ac:picMk id="35" creationId="{92F9128F-01F3-41AF-BBC8-1A1D745AFB93}"/>
          </ac:picMkLst>
        </pc:picChg>
        <pc:picChg chg="del">
          <ac:chgData name="沛溪 中村" userId="4b6ad4d7a42030dd" providerId="LiveId" clId="{B9F9AE90-CAA5-45CE-B33A-9388F3B08ED2}" dt="2026-02-03T18:21:43.719" v="10969" actId="478"/>
          <ac:picMkLst>
            <pc:docMk/>
            <pc:sldMk cId="2086192763" sldId="319"/>
            <ac:picMk id="43" creationId="{E29F1D39-10A2-4A8D-A77F-4DE8EFA51EEC}"/>
          </ac:picMkLst>
        </pc:picChg>
      </pc:sldChg>
      <pc:sldChg chg="add del">
        <pc:chgData name="沛溪 中村" userId="4b6ad4d7a42030dd" providerId="LiveId" clId="{B9F9AE90-CAA5-45CE-B33A-9388F3B08ED2}" dt="2026-02-03T18:21:35.485" v="10963" actId="47"/>
        <pc:sldMkLst>
          <pc:docMk/>
          <pc:sldMk cId="2363350517" sldId="319"/>
        </pc:sldMkLst>
      </pc:sldChg>
      <pc:sldChg chg="addSp delSp modSp add mod">
        <pc:chgData name="沛溪 中村" userId="4b6ad4d7a42030dd" providerId="LiveId" clId="{B9F9AE90-CAA5-45CE-B33A-9388F3B08ED2}" dt="2026-02-03T18:36:07.766" v="11239" actId="1076"/>
        <pc:sldMkLst>
          <pc:docMk/>
          <pc:sldMk cId="73811298" sldId="320"/>
        </pc:sldMkLst>
        <pc:spChg chg="add mod">
          <ac:chgData name="沛溪 中村" userId="4b6ad4d7a42030dd" providerId="LiveId" clId="{B9F9AE90-CAA5-45CE-B33A-9388F3B08ED2}" dt="2026-02-03T18:36:07.766" v="11239" actId="1076"/>
          <ac:spMkLst>
            <pc:docMk/>
            <pc:sldMk cId="73811298" sldId="320"/>
            <ac:spMk id="56" creationId="{C59BA92E-DA97-4199-9B0B-A3C3FF42C561}"/>
          </ac:spMkLst>
        </pc:spChg>
        <pc:spChg chg="del">
          <ac:chgData name="沛溪 中村" userId="4b6ad4d7a42030dd" providerId="LiveId" clId="{B9F9AE90-CAA5-45CE-B33A-9388F3B08ED2}" dt="2026-02-03T18:23:17.039" v="11061" actId="478"/>
          <ac:spMkLst>
            <pc:docMk/>
            <pc:sldMk cId="73811298" sldId="320"/>
            <ac:spMk id="59" creationId="{40AB2938-CD0F-4381-ABAC-C7D93DE7D2D0}"/>
          </ac:spMkLst>
        </pc:spChg>
        <pc:spChg chg="add mod">
          <ac:chgData name="沛溪 中村" userId="4b6ad4d7a42030dd" providerId="LiveId" clId="{B9F9AE90-CAA5-45CE-B33A-9388F3B08ED2}" dt="2026-02-03T18:35:06.756" v="11217" actId="1076"/>
          <ac:spMkLst>
            <pc:docMk/>
            <pc:sldMk cId="73811298" sldId="320"/>
            <ac:spMk id="60" creationId="{EA3EC495-44A5-47A4-8935-BE10C42FE83F}"/>
          </ac:spMkLst>
        </pc:spChg>
        <pc:spChg chg="add mod">
          <ac:chgData name="沛溪 中村" userId="4b6ad4d7a42030dd" providerId="LiveId" clId="{B9F9AE90-CAA5-45CE-B33A-9388F3B08ED2}" dt="2026-02-03T18:35:57.413" v="11234" actId="14100"/>
          <ac:spMkLst>
            <pc:docMk/>
            <pc:sldMk cId="73811298" sldId="320"/>
            <ac:spMk id="61" creationId="{AB97F9DA-B558-433F-9A52-55373DF6C039}"/>
          </ac:spMkLst>
        </pc:spChg>
        <pc:spChg chg="del">
          <ac:chgData name="沛溪 中村" userId="4b6ad4d7a42030dd" providerId="LiveId" clId="{B9F9AE90-CAA5-45CE-B33A-9388F3B08ED2}" dt="2026-02-03T18:23:18.951" v="11063" actId="478"/>
          <ac:spMkLst>
            <pc:docMk/>
            <pc:sldMk cId="73811298" sldId="320"/>
            <ac:spMk id="62" creationId="{083712EB-B859-4607-A273-C642E07FE212}"/>
          </ac:spMkLst>
        </pc:spChg>
        <pc:spChg chg="add mod">
          <ac:chgData name="沛溪 中村" userId="4b6ad4d7a42030dd" providerId="LiveId" clId="{B9F9AE90-CAA5-45CE-B33A-9388F3B08ED2}" dt="2026-02-03T18:36:02.783" v="11237" actId="14100"/>
          <ac:spMkLst>
            <pc:docMk/>
            <pc:sldMk cId="73811298" sldId="320"/>
            <ac:spMk id="63" creationId="{6C0C7CD3-6EB0-4F79-873A-7A7ED355067C}"/>
          </ac:spMkLst>
        </pc:spChg>
        <pc:picChg chg="add mod">
          <ac:chgData name="沛溪 中村" userId="4b6ad4d7a42030dd" providerId="LiveId" clId="{B9F9AE90-CAA5-45CE-B33A-9388F3B08ED2}" dt="2026-02-03T18:33:53.319" v="11109" actId="1076"/>
          <ac:picMkLst>
            <pc:docMk/>
            <pc:sldMk cId="73811298" sldId="320"/>
            <ac:picMk id="24" creationId="{1A86BDED-1788-4214-946A-D29FF3136826}"/>
          </ac:picMkLst>
        </pc:picChg>
        <pc:picChg chg="del">
          <ac:chgData name="沛溪 中村" userId="4b6ad4d7a42030dd" providerId="LiveId" clId="{B9F9AE90-CAA5-45CE-B33A-9388F3B08ED2}" dt="2026-02-03T18:23:15.012" v="11060" actId="478"/>
          <ac:picMkLst>
            <pc:docMk/>
            <pc:sldMk cId="73811298" sldId="320"/>
            <ac:picMk id="25" creationId="{4C78B6E9-98E2-44CE-8C16-CA7A6A505EEE}"/>
          </ac:picMkLst>
        </pc:picChg>
        <pc:picChg chg="add mod">
          <ac:chgData name="沛溪 中村" userId="4b6ad4d7a42030dd" providerId="LiveId" clId="{B9F9AE90-CAA5-45CE-B33A-9388F3B08ED2}" dt="2026-02-03T18:34:10.815" v="11114" actId="14100"/>
          <ac:picMkLst>
            <pc:docMk/>
            <pc:sldMk cId="73811298" sldId="320"/>
            <ac:picMk id="31" creationId="{6C885586-DB7B-497A-AAB6-5015D0923D0A}"/>
          </ac:picMkLst>
        </pc:picChg>
        <pc:picChg chg="del">
          <ac:chgData name="沛溪 中村" userId="4b6ad4d7a42030dd" providerId="LiveId" clId="{B9F9AE90-CAA5-45CE-B33A-9388F3B08ED2}" dt="2026-02-03T18:23:17.851" v="11062" actId="478"/>
          <ac:picMkLst>
            <pc:docMk/>
            <pc:sldMk cId="73811298" sldId="320"/>
            <ac:picMk id="35" creationId="{92F9128F-01F3-41AF-BBC8-1A1D745AFB93}"/>
          </ac:picMkLst>
        </pc:picChg>
      </pc:sldChg>
      <pc:sldChg chg="addSp delSp modSp add mod">
        <pc:chgData name="沛溪 中村" userId="4b6ad4d7a42030dd" providerId="LiveId" clId="{B9F9AE90-CAA5-45CE-B33A-9388F3B08ED2}" dt="2026-02-04T06:17:18.686" v="11620" actId="693"/>
        <pc:sldMkLst>
          <pc:docMk/>
          <pc:sldMk cId="174951306" sldId="321"/>
        </pc:sldMkLst>
        <pc:spChg chg="del mod ord">
          <ac:chgData name="沛溪 中村" userId="4b6ad4d7a42030dd" providerId="LiveId" clId="{B9F9AE90-CAA5-45CE-B33A-9388F3B08ED2}" dt="2026-02-03T18:38:24.656" v="11310" actId="478"/>
          <ac:spMkLst>
            <pc:docMk/>
            <pc:sldMk cId="174951306" sldId="321"/>
            <ac:spMk id="8" creationId="{01943EB9-EBD7-4A9A-83A8-3A2C5B91BCDC}"/>
          </ac:spMkLst>
        </pc:spChg>
        <pc:spChg chg="mod">
          <ac:chgData name="沛溪 中村" userId="4b6ad4d7a42030dd" providerId="LiveId" clId="{B9F9AE90-CAA5-45CE-B33A-9388F3B08ED2}" dt="2026-02-03T18:38:59.008" v="11321" actId="1076"/>
          <ac:spMkLst>
            <pc:docMk/>
            <pc:sldMk cId="174951306" sldId="321"/>
            <ac:spMk id="9" creationId="{9F7F6DBD-D2D3-497C-AB94-617808ED62E3}"/>
          </ac:spMkLst>
        </pc:spChg>
        <pc:spChg chg="mod">
          <ac:chgData name="沛溪 中村" userId="4b6ad4d7a42030dd" providerId="LiveId" clId="{B9F9AE90-CAA5-45CE-B33A-9388F3B08ED2}" dt="2026-02-03T18:39:32.341" v="11326" actId="1076"/>
          <ac:spMkLst>
            <pc:docMk/>
            <pc:sldMk cId="174951306" sldId="321"/>
            <ac:spMk id="10" creationId="{93B870E4-AFA2-4381-B016-E62A516F7C42}"/>
          </ac:spMkLst>
        </pc:spChg>
        <pc:spChg chg="mod topLvl">
          <ac:chgData name="沛溪 中村" userId="4b6ad4d7a42030dd" providerId="LiveId" clId="{B9F9AE90-CAA5-45CE-B33A-9388F3B08ED2}" dt="2026-02-03T18:38:08.333" v="11307" actId="14100"/>
          <ac:spMkLst>
            <pc:docMk/>
            <pc:sldMk cId="174951306" sldId="321"/>
            <ac:spMk id="13" creationId="{DD1921F9-E56B-447E-976E-75B5EBCCDDD3}"/>
          </ac:spMkLst>
        </pc:spChg>
        <pc:spChg chg="mod">
          <ac:chgData name="沛溪 中村" userId="4b6ad4d7a42030dd" providerId="LiveId" clId="{B9F9AE90-CAA5-45CE-B33A-9388F3B08ED2}" dt="2026-02-03T18:37:08.145" v="11249" actId="207"/>
          <ac:spMkLst>
            <pc:docMk/>
            <pc:sldMk cId="174951306" sldId="321"/>
            <ac:spMk id="16" creationId="{A954B7F4-BA24-4D2E-AE93-B0CD461E0EFA}"/>
          </ac:spMkLst>
        </pc:spChg>
        <pc:spChg chg="del mod ord">
          <ac:chgData name="沛溪 中村" userId="4b6ad4d7a42030dd" providerId="LiveId" clId="{B9F9AE90-CAA5-45CE-B33A-9388F3B08ED2}" dt="2026-02-03T18:37:10.035" v="11250" actId="478"/>
          <ac:spMkLst>
            <pc:docMk/>
            <pc:sldMk cId="174951306" sldId="321"/>
            <ac:spMk id="20" creationId="{E9475B00-4C4C-4C46-A969-0C234C0D7A03}"/>
          </ac:spMkLst>
        </pc:spChg>
        <pc:spChg chg="add mod">
          <ac:chgData name="沛溪 中村" userId="4b6ad4d7a42030dd" providerId="LiveId" clId="{B9F9AE90-CAA5-45CE-B33A-9388F3B08ED2}" dt="2026-02-04T06:16:16.507" v="11605" actId="164"/>
          <ac:spMkLst>
            <pc:docMk/>
            <pc:sldMk cId="174951306" sldId="321"/>
            <ac:spMk id="22" creationId="{A6DD81C8-D9A3-44EA-B06D-7884F2EF0D72}"/>
          </ac:spMkLst>
        </pc:spChg>
        <pc:spChg chg="del mod">
          <ac:chgData name="沛溪 中村" userId="4b6ad4d7a42030dd" providerId="LiveId" clId="{B9F9AE90-CAA5-45CE-B33A-9388F3B08ED2}" dt="2026-02-03T18:38:44.015" v="11318" actId="478"/>
          <ac:spMkLst>
            <pc:docMk/>
            <pc:sldMk cId="174951306" sldId="321"/>
            <ac:spMk id="28" creationId="{1A13BC81-22F0-4530-B76B-3D0325E9098D}"/>
          </ac:spMkLst>
        </pc:spChg>
        <pc:spChg chg="del mod">
          <ac:chgData name="沛溪 中村" userId="4b6ad4d7a42030dd" providerId="LiveId" clId="{B9F9AE90-CAA5-45CE-B33A-9388F3B08ED2}" dt="2026-02-03T18:38:44.503" v="11319" actId="478"/>
          <ac:spMkLst>
            <pc:docMk/>
            <pc:sldMk cId="174951306" sldId="321"/>
            <ac:spMk id="29" creationId="{DCE29DFA-F867-4DF5-8268-B93AE72FD985}"/>
          </ac:spMkLst>
        </pc:spChg>
        <pc:spChg chg="mod">
          <ac:chgData name="沛溪 中村" userId="4b6ad4d7a42030dd" providerId="LiveId" clId="{B9F9AE90-CAA5-45CE-B33A-9388F3B08ED2}" dt="2026-02-03T18:37:08.145" v="11249" actId="207"/>
          <ac:spMkLst>
            <pc:docMk/>
            <pc:sldMk cId="174951306" sldId="321"/>
            <ac:spMk id="30" creationId="{5D7DB904-17D4-4A2C-B665-6E8E0E4B486C}"/>
          </ac:spMkLst>
        </pc:spChg>
        <pc:spChg chg="mod">
          <ac:chgData name="沛溪 中村" userId="4b6ad4d7a42030dd" providerId="LiveId" clId="{B9F9AE90-CAA5-45CE-B33A-9388F3B08ED2}" dt="2026-02-03T18:37:26.961" v="11252" actId="164"/>
          <ac:spMkLst>
            <pc:docMk/>
            <pc:sldMk cId="174951306" sldId="321"/>
            <ac:spMk id="54" creationId="{CACD65FD-FAEA-4D14-9224-73C99792263A}"/>
          </ac:spMkLst>
        </pc:spChg>
        <pc:spChg chg="mod">
          <ac:chgData name="沛溪 中村" userId="4b6ad4d7a42030dd" providerId="LiveId" clId="{B9F9AE90-CAA5-45CE-B33A-9388F3B08ED2}" dt="2026-02-03T18:37:26.961" v="11252" actId="164"/>
          <ac:spMkLst>
            <pc:docMk/>
            <pc:sldMk cId="174951306" sldId="321"/>
            <ac:spMk id="55" creationId="{C725F6F1-7C0F-49B2-A078-B43BA430527B}"/>
          </ac:spMkLst>
        </pc:spChg>
        <pc:spChg chg="mod">
          <ac:chgData name="沛溪 中村" userId="4b6ad4d7a42030dd" providerId="LiveId" clId="{B9F9AE90-CAA5-45CE-B33A-9388F3B08ED2}" dt="2026-02-03T18:37:26.961" v="11252" actId="164"/>
          <ac:spMkLst>
            <pc:docMk/>
            <pc:sldMk cId="174951306" sldId="321"/>
            <ac:spMk id="56" creationId="{E5D36654-8959-47E1-9069-EF51AD670E14}"/>
          </ac:spMkLst>
        </pc:spChg>
        <pc:spChg chg="mod">
          <ac:chgData name="沛溪 中村" userId="4b6ad4d7a42030dd" providerId="LiveId" clId="{B9F9AE90-CAA5-45CE-B33A-9388F3B08ED2}" dt="2026-02-03T18:37:26.961" v="11252" actId="164"/>
          <ac:spMkLst>
            <pc:docMk/>
            <pc:sldMk cId="174951306" sldId="321"/>
            <ac:spMk id="58" creationId="{8AD8CBD0-E9B3-47C5-A75D-4765E5CAA5DB}"/>
          </ac:spMkLst>
        </pc:spChg>
        <pc:spChg chg="mod">
          <ac:chgData name="沛溪 中村" userId="4b6ad4d7a42030dd" providerId="LiveId" clId="{B9F9AE90-CAA5-45CE-B33A-9388F3B08ED2}" dt="2026-02-03T18:37:26.961" v="11252" actId="164"/>
          <ac:spMkLst>
            <pc:docMk/>
            <pc:sldMk cId="174951306" sldId="321"/>
            <ac:spMk id="60" creationId="{1A8AB3AB-711E-4F6E-8F38-2DF6719BBCA8}"/>
          </ac:spMkLst>
        </pc:spChg>
        <pc:spChg chg="del topLvl">
          <ac:chgData name="沛溪 中村" userId="4b6ad4d7a42030dd" providerId="LiveId" clId="{B9F9AE90-CAA5-45CE-B33A-9388F3B08ED2}" dt="2026-02-03T18:38:05.518" v="11306" actId="478"/>
          <ac:spMkLst>
            <pc:docMk/>
            <pc:sldMk cId="174951306" sldId="321"/>
            <ac:spMk id="79" creationId="{78C621D5-1D92-4151-9E6E-CCAC8D0B8FE1}"/>
          </ac:spMkLst>
        </pc:spChg>
        <pc:spChg chg="del">
          <ac:chgData name="沛溪 中村" userId="4b6ad4d7a42030dd" providerId="LiveId" clId="{B9F9AE90-CAA5-45CE-B33A-9388F3B08ED2}" dt="2026-02-03T18:37:56.894" v="11301" actId="478"/>
          <ac:spMkLst>
            <pc:docMk/>
            <pc:sldMk cId="174951306" sldId="321"/>
            <ac:spMk id="96" creationId="{6ADDA9DA-8106-4BD2-BC18-1E887B219E89}"/>
          </ac:spMkLst>
        </pc:spChg>
        <pc:spChg chg="del">
          <ac:chgData name="沛溪 中村" userId="4b6ad4d7a42030dd" providerId="LiveId" clId="{B9F9AE90-CAA5-45CE-B33A-9388F3B08ED2}" dt="2026-02-03T18:37:57.716" v="11302" actId="478"/>
          <ac:spMkLst>
            <pc:docMk/>
            <pc:sldMk cId="174951306" sldId="321"/>
            <ac:spMk id="97" creationId="{2D5E8020-D19B-4D8E-9716-450B4FD141E6}"/>
          </ac:spMkLst>
        </pc:spChg>
        <pc:spChg chg="add mod ord">
          <ac:chgData name="沛溪 中村" userId="4b6ad4d7a42030dd" providerId="LiveId" clId="{B9F9AE90-CAA5-45CE-B33A-9388F3B08ED2}" dt="2026-02-04T06:13:03.992" v="11539" actId="207"/>
          <ac:spMkLst>
            <pc:docMk/>
            <pc:sldMk cId="174951306" sldId="321"/>
            <ac:spMk id="310" creationId="{421B6C89-6A83-4EFA-8133-23B1E4392BEC}"/>
          </ac:spMkLst>
        </pc:spChg>
        <pc:spChg chg="add mod ord">
          <ac:chgData name="沛溪 中村" userId="4b6ad4d7a42030dd" providerId="LiveId" clId="{B9F9AE90-CAA5-45CE-B33A-9388F3B08ED2}" dt="2026-02-04T06:16:09.346" v="11604" actId="171"/>
          <ac:spMkLst>
            <pc:docMk/>
            <pc:sldMk cId="174951306" sldId="321"/>
            <ac:spMk id="311" creationId="{709B9FB3-1724-4FD2-B15C-4D384002F056}"/>
          </ac:spMkLst>
        </pc:spChg>
        <pc:spChg chg="add mod">
          <ac:chgData name="沛溪 中村" userId="4b6ad4d7a42030dd" providerId="LiveId" clId="{B9F9AE90-CAA5-45CE-B33A-9388F3B08ED2}" dt="2026-02-04T06:12:58.808" v="11537" actId="207"/>
          <ac:spMkLst>
            <pc:docMk/>
            <pc:sldMk cId="174951306" sldId="321"/>
            <ac:spMk id="312" creationId="{F6C20D79-D4DB-4169-BADA-CD6A4D9BE7FA}"/>
          </ac:spMkLst>
        </pc:spChg>
        <pc:spChg chg="add mod">
          <ac:chgData name="沛溪 中村" userId="4b6ad4d7a42030dd" providerId="LiveId" clId="{B9F9AE90-CAA5-45CE-B33A-9388F3B08ED2}" dt="2026-02-04T06:13:06.567" v="11540" actId="1076"/>
          <ac:spMkLst>
            <pc:docMk/>
            <pc:sldMk cId="174951306" sldId="321"/>
            <ac:spMk id="313" creationId="{6846B766-2737-4D64-8C55-22666206611B}"/>
          </ac:spMkLst>
        </pc:spChg>
        <pc:spChg chg="mod ord">
          <ac:chgData name="沛溪 中村" userId="4b6ad4d7a42030dd" providerId="LiveId" clId="{B9F9AE90-CAA5-45CE-B33A-9388F3B08ED2}" dt="2026-02-04T06:16:16.507" v="11605" actId="164"/>
          <ac:spMkLst>
            <pc:docMk/>
            <pc:sldMk cId="174951306" sldId="321"/>
            <ac:spMk id="315" creationId="{2D630B23-BE7C-4A02-A48E-4C3AF0FAC43B}"/>
          </ac:spMkLst>
        </pc:spChg>
        <pc:spChg chg="add mod">
          <ac:chgData name="沛溪 中村" userId="4b6ad4d7a42030dd" providerId="LiveId" clId="{B9F9AE90-CAA5-45CE-B33A-9388F3B08ED2}" dt="2026-02-03T18:42:07.267" v="11415" actId="207"/>
          <ac:spMkLst>
            <pc:docMk/>
            <pc:sldMk cId="174951306" sldId="321"/>
            <ac:spMk id="316" creationId="{537DC7A2-3D1E-4006-93DB-701134E59748}"/>
          </ac:spMkLst>
        </pc:spChg>
        <pc:spChg chg="add mod">
          <ac:chgData name="沛溪 中村" userId="4b6ad4d7a42030dd" providerId="LiveId" clId="{B9F9AE90-CAA5-45CE-B33A-9388F3B08ED2}" dt="2026-02-03T18:42:48.686" v="11438" actId="1076"/>
          <ac:spMkLst>
            <pc:docMk/>
            <pc:sldMk cId="174951306" sldId="321"/>
            <ac:spMk id="317" creationId="{1D1717B4-11B1-4FBA-8A66-8C62F2817159}"/>
          </ac:spMkLst>
        </pc:spChg>
        <pc:spChg chg="add mod">
          <ac:chgData name="沛溪 中村" userId="4b6ad4d7a42030dd" providerId="LiveId" clId="{B9F9AE90-CAA5-45CE-B33A-9388F3B08ED2}" dt="2026-02-03T18:43:13.089" v="11456" actId="207"/>
          <ac:spMkLst>
            <pc:docMk/>
            <pc:sldMk cId="174951306" sldId="321"/>
            <ac:spMk id="318" creationId="{3857B520-CE75-4A22-BC2C-36A2FBF4FA1D}"/>
          </ac:spMkLst>
        </pc:spChg>
        <pc:spChg chg="add del mod">
          <ac:chgData name="沛溪 中村" userId="4b6ad4d7a42030dd" providerId="LiveId" clId="{B9F9AE90-CAA5-45CE-B33A-9388F3B08ED2}" dt="2026-02-04T06:13:40.143" v="11552" actId="478"/>
          <ac:spMkLst>
            <pc:docMk/>
            <pc:sldMk cId="174951306" sldId="321"/>
            <ac:spMk id="319" creationId="{3760ECE0-F06E-4561-9DA8-68F82B39E042}"/>
          </ac:spMkLst>
        </pc:spChg>
        <pc:spChg chg="add del mod">
          <ac:chgData name="沛溪 中村" userId="4b6ad4d7a42030dd" providerId="LiveId" clId="{B9F9AE90-CAA5-45CE-B33A-9388F3B08ED2}" dt="2026-02-03T18:43:28.757" v="11458"/>
          <ac:spMkLst>
            <pc:docMk/>
            <pc:sldMk cId="174951306" sldId="321"/>
            <ac:spMk id="319" creationId="{F2860714-53B5-4902-9734-2207A240DF74}"/>
          </ac:spMkLst>
        </pc:spChg>
        <pc:spChg chg="add mod">
          <ac:chgData name="沛溪 中村" userId="4b6ad4d7a42030dd" providerId="LiveId" clId="{B9F9AE90-CAA5-45CE-B33A-9388F3B08ED2}" dt="2026-02-04T06:16:16.507" v="11605" actId="164"/>
          <ac:spMkLst>
            <pc:docMk/>
            <pc:sldMk cId="174951306" sldId="321"/>
            <ac:spMk id="321" creationId="{40BBA5A8-50FF-408B-BC28-B75CE4587AA8}"/>
          </ac:spMkLst>
        </pc:spChg>
        <pc:spChg chg="add del mod">
          <ac:chgData name="沛溪 中村" userId="4b6ad4d7a42030dd" providerId="LiveId" clId="{B9F9AE90-CAA5-45CE-B33A-9388F3B08ED2}" dt="2026-02-04T06:13:39.538" v="11551" actId="478"/>
          <ac:spMkLst>
            <pc:docMk/>
            <pc:sldMk cId="174951306" sldId="321"/>
            <ac:spMk id="322" creationId="{2043C178-BDE6-4D32-BFB8-9C6977E5C910}"/>
          </ac:spMkLst>
        </pc:spChg>
        <pc:grpChg chg="add mod">
          <ac:chgData name="沛溪 中村" userId="4b6ad4d7a42030dd" providerId="LiveId" clId="{B9F9AE90-CAA5-45CE-B33A-9388F3B08ED2}" dt="2026-02-03T18:38:47.598" v="11320" actId="1076"/>
          <ac:grpSpMkLst>
            <pc:docMk/>
            <pc:sldMk cId="174951306" sldId="321"/>
            <ac:grpSpMk id="2" creationId="{E74D0219-0990-40C2-99FF-4F6605633D7F}"/>
          </ac:grpSpMkLst>
        </pc:grpChg>
        <pc:grpChg chg="del mod ord">
          <ac:chgData name="沛溪 中村" userId="4b6ad4d7a42030dd" providerId="LiveId" clId="{B9F9AE90-CAA5-45CE-B33A-9388F3B08ED2}" dt="2026-02-03T18:38:31.436" v="11314" actId="478"/>
          <ac:grpSpMkLst>
            <pc:docMk/>
            <pc:sldMk cId="174951306" sldId="321"/>
            <ac:grpSpMk id="3" creationId="{59D9BE0E-D9B2-4F34-B994-B7DBAA094572}"/>
          </ac:grpSpMkLst>
        </pc:grpChg>
        <pc:grpChg chg="add del">
          <ac:chgData name="沛溪 中村" userId="4b6ad4d7a42030dd" providerId="LiveId" clId="{B9F9AE90-CAA5-45CE-B33A-9388F3B08ED2}" dt="2026-02-03T18:38:05.518" v="11306" actId="478"/>
          <ac:grpSpMkLst>
            <pc:docMk/>
            <pc:sldMk cId="174951306" sldId="321"/>
            <ac:grpSpMk id="4" creationId="{CC8910D8-ECF4-4CFC-838F-60FD186F7BA3}"/>
          </ac:grpSpMkLst>
        </pc:grpChg>
        <pc:grpChg chg="add mod">
          <ac:chgData name="沛溪 中村" userId="4b6ad4d7a42030dd" providerId="LiveId" clId="{B9F9AE90-CAA5-45CE-B33A-9388F3B08ED2}" dt="2026-02-04T06:16:36.262" v="11608" actId="14100"/>
          <ac:grpSpMkLst>
            <pc:docMk/>
            <pc:sldMk cId="174951306" sldId="321"/>
            <ac:grpSpMk id="18" creationId="{4E73E7D6-8BDF-4391-8C77-E4C4CA2FB579}"/>
          </ac:grpSpMkLst>
        </pc:grpChg>
        <pc:grpChg chg="mod">
          <ac:chgData name="沛溪 中村" userId="4b6ad4d7a42030dd" providerId="LiveId" clId="{B9F9AE90-CAA5-45CE-B33A-9388F3B08ED2}" dt="2026-02-03T18:37:26.961" v="11252" actId="164"/>
          <ac:grpSpMkLst>
            <pc:docMk/>
            <pc:sldMk cId="174951306" sldId="321"/>
            <ac:grpSpMk id="43" creationId="{DC604B49-5853-464E-BD38-472CB2767058}"/>
          </ac:grpSpMkLst>
        </pc:grpChg>
        <pc:grpChg chg="mod">
          <ac:chgData name="沛溪 中村" userId="4b6ad4d7a42030dd" providerId="LiveId" clId="{B9F9AE90-CAA5-45CE-B33A-9388F3B08ED2}" dt="2026-02-03T18:37:26.961" v="11252" actId="164"/>
          <ac:grpSpMkLst>
            <pc:docMk/>
            <pc:sldMk cId="174951306" sldId="321"/>
            <ac:grpSpMk id="44" creationId="{CB4C2DEB-ECB3-46B6-A8D9-5E0DB501819D}"/>
          </ac:grpSpMkLst>
        </pc:grpChg>
        <pc:grpChg chg="mod">
          <ac:chgData name="沛溪 中村" userId="4b6ad4d7a42030dd" providerId="LiveId" clId="{B9F9AE90-CAA5-45CE-B33A-9388F3B08ED2}" dt="2026-02-03T18:37:26.961" v="11252" actId="164"/>
          <ac:grpSpMkLst>
            <pc:docMk/>
            <pc:sldMk cId="174951306" sldId="321"/>
            <ac:grpSpMk id="57" creationId="{09E8BCCD-D425-4D50-A0DC-DBEFC38C1D36}"/>
          </ac:grpSpMkLst>
        </pc:grpChg>
        <pc:grpChg chg="ord">
          <ac:chgData name="沛溪 中村" userId="4b6ad4d7a42030dd" providerId="LiveId" clId="{B9F9AE90-CAA5-45CE-B33A-9388F3B08ED2}" dt="2026-02-04T06:12:45.014" v="11536" actId="167"/>
          <ac:grpSpMkLst>
            <pc:docMk/>
            <pc:sldMk cId="174951306" sldId="321"/>
            <ac:grpSpMk id="125" creationId="{91CE3800-C915-40CB-AB25-CD96C93D1257}"/>
          </ac:grpSpMkLst>
        </pc:grpChg>
        <pc:grpChg chg="ord">
          <ac:chgData name="沛溪 中村" userId="4b6ad4d7a42030dd" providerId="LiveId" clId="{B9F9AE90-CAA5-45CE-B33A-9388F3B08ED2}" dt="2026-02-04T06:15:51.767" v="11595" actId="167"/>
          <ac:grpSpMkLst>
            <pc:docMk/>
            <pc:sldMk cId="174951306" sldId="321"/>
            <ac:grpSpMk id="126" creationId="{E26EEC3F-00C2-4C47-A065-4BFE66730A30}"/>
          </ac:grpSpMkLst>
        </pc:grpChg>
        <pc:grpChg chg="mod">
          <ac:chgData name="沛溪 中村" userId="4b6ad4d7a42030dd" providerId="LiveId" clId="{B9F9AE90-CAA5-45CE-B33A-9388F3B08ED2}" dt="2026-02-04T06:12:35.394" v="11533" actId="1076"/>
          <ac:grpSpMkLst>
            <pc:docMk/>
            <pc:sldMk cId="174951306" sldId="321"/>
            <ac:grpSpMk id="172" creationId="{0183A08B-E6DF-4FC2-95A1-01805FD0673A}"/>
          </ac:grpSpMkLst>
        </pc:grpChg>
        <pc:grpChg chg="mod">
          <ac:chgData name="沛溪 中村" userId="4b6ad4d7a42030dd" providerId="LiveId" clId="{B9F9AE90-CAA5-45CE-B33A-9388F3B08ED2}" dt="2026-02-04T06:12:29.576" v="11531" actId="1076"/>
          <ac:grpSpMkLst>
            <pc:docMk/>
            <pc:sldMk cId="174951306" sldId="321"/>
            <ac:grpSpMk id="287" creationId="{5AEF93B5-6ED8-4C1B-8700-2BE6DD54152F}"/>
          </ac:grpSpMkLst>
        </pc:grpChg>
        <pc:picChg chg="mod ord">
          <ac:chgData name="沛溪 中村" userId="4b6ad4d7a42030dd" providerId="LiveId" clId="{B9F9AE90-CAA5-45CE-B33A-9388F3B08ED2}" dt="2026-02-04T06:17:03.729" v="11617" actId="1076"/>
          <ac:picMkLst>
            <pc:docMk/>
            <pc:sldMk cId="174951306" sldId="321"/>
            <ac:picMk id="81" creationId="{8A99B690-B783-4349-82D3-94BDF9724663}"/>
          </ac:picMkLst>
        </pc:picChg>
        <pc:picChg chg="mod ord">
          <ac:chgData name="沛溪 中村" userId="4b6ad4d7a42030dd" providerId="LiveId" clId="{B9F9AE90-CAA5-45CE-B33A-9388F3B08ED2}" dt="2026-02-04T06:12:24.600" v="11529" actId="167"/>
          <ac:picMkLst>
            <pc:docMk/>
            <pc:sldMk cId="174951306" sldId="321"/>
            <ac:picMk id="83" creationId="{CA61AAC4-1505-4CB5-8149-D61E36A51743}"/>
          </ac:picMkLst>
        </pc:picChg>
        <pc:cxnChg chg="add mod ord">
          <ac:chgData name="沛溪 中村" userId="4b6ad4d7a42030dd" providerId="LiveId" clId="{B9F9AE90-CAA5-45CE-B33A-9388F3B08ED2}" dt="2026-02-04T06:16:56.330" v="11613" actId="1076"/>
          <ac:cxnSpMkLst>
            <pc:docMk/>
            <pc:sldMk cId="174951306" sldId="321"/>
            <ac:cxnSpMk id="4" creationId="{A28E9EE4-0091-4E25-B2A2-BBD41BDCB20B}"/>
          </ac:cxnSpMkLst>
        </pc:cxnChg>
        <pc:cxnChg chg="mod">
          <ac:chgData name="沛溪 中村" userId="4b6ad4d7a42030dd" providerId="LiveId" clId="{B9F9AE90-CAA5-45CE-B33A-9388F3B08ED2}" dt="2026-02-03T18:37:26.961" v="11252" actId="164"/>
          <ac:cxnSpMkLst>
            <pc:docMk/>
            <pc:sldMk cId="174951306" sldId="321"/>
            <ac:cxnSpMk id="62" creationId="{32930A19-CB89-4287-AAD2-285C1E3AFC95}"/>
          </ac:cxnSpMkLst>
        </pc:cxnChg>
        <pc:cxnChg chg="del">
          <ac:chgData name="沛溪 中村" userId="4b6ad4d7a42030dd" providerId="LiveId" clId="{B9F9AE90-CAA5-45CE-B33A-9388F3B08ED2}" dt="2026-02-03T18:37:58.648" v="11303" actId="478"/>
          <ac:cxnSpMkLst>
            <pc:docMk/>
            <pc:sldMk cId="174951306" sldId="321"/>
            <ac:cxnSpMk id="95" creationId="{47EAC330-BBE9-4C4C-96B6-6C3C6394A4E7}"/>
          </ac:cxnSpMkLst>
        </pc:cxnChg>
        <pc:cxnChg chg="add mod">
          <ac:chgData name="沛溪 中村" userId="4b6ad4d7a42030dd" providerId="LiveId" clId="{B9F9AE90-CAA5-45CE-B33A-9388F3B08ED2}" dt="2026-02-03T18:42:12.384" v="11416" actId="208"/>
          <ac:cxnSpMkLst>
            <pc:docMk/>
            <pc:sldMk cId="174951306" sldId="321"/>
            <ac:cxnSpMk id="314" creationId="{4F70E638-FF08-4029-A113-9B37C851F4DD}"/>
          </ac:cxnSpMkLst>
        </pc:cxnChg>
        <pc:cxnChg chg="add del mod">
          <ac:chgData name="沛溪 中村" userId="4b6ad4d7a42030dd" providerId="LiveId" clId="{B9F9AE90-CAA5-45CE-B33A-9388F3B08ED2}" dt="2026-02-03T18:41:47.036" v="11405"/>
          <ac:cxnSpMkLst>
            <pc:docMk/>
            <pc:sldMk cId="174951306" sldId="321"/>
            <ac:cxnSpMk id="315" creationId="{4821B483-B976-43BC-B7BB-F4DB4BA6B2B2}"/>
          </ac:cxnSpMkLst>
        </pc:cxnChg>
        <pc:cxnChg chg="add mod">
          <ac:chgData name="沛溪 中村" userId="4b6ad4d7a42030dd" providerId="LiveId" clId="{B9F9AE90-CAA5-45CE-B33A-9388F3B08ED2}" dt="2026-02-04T06:16:16.507" v="11605" actId="164"/>
          <ac:cxnSpMkLst>
            <pc:docMk/>
            <pc:sldMk cId="174951306" sldId="321"/>
            <ac:cxnSpMk id="320" creationId="{677D833C-3E3A-4800-B990-6313FA460E97}"/>
          </ac:cxnSpMkLst>
        </pc:cxnChg>
        <pc:cxnChg chg="add mod">
          <ac:chgData name="沛溪 中村" userId="4b6ad4d7a42030dd" providerId="LiveId" clId="{B9F9AE90-CAA5-45CE-B33A-9388F3B08ED2}" dt="2026-02-04T06:14:40.866" v="11576" actId="1076"/>
          <ac:cxnSpMkLst>
            <pc:docMk/>
            <pc:sldMk cId="174951306" sldId="321"/>
            <ac:cxnSpMk id="323" creationId="{E43866D9-4D08-4B2C-B476-ADE9C95E1683}"/>
          </ac:cxnSpMkLst>
        </pc:cxnChg>
        <pc:cxnChg chg="add mod">
          <ac:chgData name="沛溪 中村" userId="4b6ad4d7a42030dd" providerId="LiveId" clId="{B9F9AE90-CAA5-45CE-B33A-9388F3B08ED2}" dt="2026-02-04T06:17:18.686" v="11620" actId="693"/>
          <ac:cxnSpMkLst>
            <pc:docMk/>
            <pc:sldMk cId="174951306" sldId="321"/>
            <ac:cxnSpMk id="324" creationId="{2CA51AB7-A298-4C3A-89AA-3F7E01CA2816}"/>
          </ac:cxnSpMkLst>
        </pc:cxnChg>
      </pc:sldChg>
      <pc:sldChg chg="delSp add del mod">
        <pc:chgData name="沛溪 中村" userId="4b6ad4d7a42030dd" providerId="LiveId" clId="{B9F9AE90-CAA5-45CE-B33A-9388F3B08ED2}" dt="2026-02-04T06:20:01.132" v="11635" actId="2696"/>
        <pc:sldMkLst>
          <pc:docMk/>
          <pc:sldMk cId="2005077952" sldId="323"/>
        </pc:sldMkLst>
        <pc:picChg chg="del">
          <ac:chgData name="沛溪 中村" userId="4b6ad4d7a42030dd" providerId="LiveId" clId="{B9F9AE90-CAA5-45CE-B33A-9388F3B08ED2}" dt="2026-02-04T06:19:42.645" v="11631" actId="478"/>
          <ac:picMkLst>
            <pc:docMk/>
            <pc:sldMk cId="2005077952" sldId="323"/>
            <ac:picMk id="24" creationId="{5A206E39-7F83-461C-BAFD-A1B7906EF4DE}"/>
          </ac:picMkLst>
        </pc:picChg>
        <pc:picChg chg="del">
          <ac:chgData name="沛溪 中村" userId="4b6ad4d7a42030dd" providerId="LiveId" clId="{B9F9AE90-CAA5-45CE-B33A-9388F3B08ED2}" dt="2026-02-04T06:19:43.340" v="11633" actId="478"/>
          <ac:picMkLst>
            <pc:docMk/>
            <pc:sldMk cId="2005077952" sldId="323"/>
            <ac:picMk id="28" creationId="{5B74197A-41F9-4943-8F8D-480D20E911CC}"/>
          </ac:picMkLst>
        </pc:picChg>
        <pc:picChg chg="del">
          <ac:chgData name="沛溪 中村" userId="4b6ad4d7a42030dd" providerId="LiveId" clId="{B9F9AE90-CAA5-45CE-B33A-9388F3B08ED2}" dt="2026-02-04T06:19:42.934" v="11632" actId="478"/>
          <ac:picMkLst>
            <pc:docMk/>
            <pc:sldMk cId="2005077952" sldId="323"/>
            <ac:picMk id="34" creationId="{64C09092-47F2-4E69-8FD8-6CE6B478F8AF}"/>
          </ac:picMkLst>
        </pc:picChg>
        <pc:picChg chg="del">
          <ac:chgData name="沛溪 中村" userId="4b6ad4d7a42030dd" providerId="LiveId" clId="{B9F9AE90-CAA5-45CE-B33A-9388F3B08ED2}" dt="2026-02-04T06:19:43.756" v="11634" actId="478"/>
          <ac:picMkLst>
            <pc:docMk/>
            <pc:sldMk cId="2005077952" sldId="323"/>
            <ac:picMk id="39" creationId="{9F8D6DE1-B623-419C-B777-2E7A7B4144C9}"/>
          </ac:picMkLst>
        </pc:picChg>
      </pc:sldChg>
      <pc:sldMasterChg chg="setBg modSldLayout">
        <pc:chgData name="沛溪 中村" userId="4b6ad4d7a42030dd" providerId="LiveId" clId="{B9F9AE90-CAA5-45CE-B33A-9388F3B08ED2}" dt="2026-02-03T12:00:50.509" v="6641"/>
        <pc:sldMasterMkLst>
          <pc:docMk/>
          <pc:sldMasterMk cId="1930750071" sldId="2147483648"/>
        </pc:sldMasterMkLst>
        <pc:sldLayoutChg chg="setBg">
          <pc:chgData name="沛溪 中村" userId="4b6ad4d7a42030dd" providerId="LiveId" clId="{B9F9AE90-CAA5-45CE-B33A-9388F3B08ED2}" dt="2026-02-03T12:00:50.509" v="6641"/>
          <pc:sldLayoutMkLst>
            <pc:docMk/>
            <pc:sldMasterMk cId="1930750071" sldId="2147483648"/>
            <pc:sldLayoutMk cId="3489651178" sldId="2147483649"/>
          </pc:sldLayoutMkLst>
        </pc:sldLayoutChg>
      </pc:sldMasterChg>
    </pc:docChg>
  </pc:docChgLst>
  <pc:docChgLst>
    <pc:chgData name="沛溪 中村" userId="4b6ad4d7a42030dd" providerId="LiveId" clId="{03266B73-F375-47EE-A515-AB0BBCD617A2}"/>
    <pc:docChg chg="undo redo custSel addSld delSld modSld">
      <pc:chgData name="沛溪 中村" userId="4b6ad4d7a42030dd" providerId="LiveId" clId="{03266B73-F375-47EE-A515-AB0BBCD617A2}" dt="2026-01-28T06:27:22.148" v="8464" actId="1076"/>
      <pc:docMkLst>
        <pc:docMk/>
      </pc:docMkLst>
      <pc:sldChg chg="modSp mod">
        <pc:chgData name="沛溪 中村" userId="4b6ad4d7a42030dd" providerId="LiveId" clId="{03266B73-F375-47EE-A515-AB0BBCD617A2}" dt="2026-01-27T14:27:20.370" v="257" actId="20577"/>
        <pc:sldMkLst>
          <pc:docMk/>
          <pc:sldMk cId="567495197" sldId="256"/>
        </pc:sldMkLst>
        <pc:spChg chg="mod">
          <ac:chgData name="沛溪 中村" userId="4b6ad4d7a42030dd" providerId="LiveId" clId="{03266B73-F375-47EE-A515-AB0BBCD617A2}" dt="2026-01-27T14:27:17.979" v="253" actId="20577"/>
          <ac:spMkLst>
            <pc:docMk/>
            <pc:sldMk cId="567495197" sldId="256"/>
            <ac:spMk id="5" creationId="{D125D484-8EF3-4744-8DB4-6AC4DC1E9BFF}"/>
          </ac:spMkLst>
        </pc:spChg>
        <pc:spChg chg="mod">
          <ac:chgData name="沛溪 中村" userId="4b6ad4d7a42030dd" providerId="LiveId" clId="{03266B73-F375-47EE-A515-AB0BBCD617A2}" dt="2026-01-27T14:27:20.370" v="257" actId="20577"/>
          <ac:spMkLst>
            <pc:docMk/>
            <pc:sldMk cId="567495197" sldId="256"/>
            <ac:spMk id="7" creationId="{71FFC770-4F84-41E7-81EC-C07101026A75}"/>
          </ac:spMkLst>
        </pc:spChg>
      </pc:sldChg>
      <pc:sldChg chg="del">
        <pc:chgData name="沛溪 中村" userId="4b6ad4d7a42030dd" providerId="LiveId" clId="{03266B73-F375-47EE-A515-AB0BBCD617A2}" dt="2026-01-18T12:34:24.512" v="16" actId="47"/>
        <pc:sldMkLst>
          <pc:docMk/>
          <pc:sldMk cId="3299538037" sldId="257"/>
        </pc:sldMkLst>
      </pc:sldChg>
      <pc:sldChg chg="addSp delSp modSp add del mod setBg">
        <pc:chgData name="沛溪 中村" userId="4b6ad4d7a42030dd" providerId="LiveId" clId="{03266B73-F375-47EE-A515-AB0BBCD617A2}" dt="2026-01-27T15:08:39.718" v="1813" actId="20577"/>
        <pc:sldMkLst>
          <pc:docMk/>
          <pc:sldMk cId="4118616141" sldId="259"/>
        </pc:sldMkLst>
        <pc:spChg chg="mod">
          <ac:chgData name="沛溪 中村" userId="4b6ad4d7a42030dd" providerId="LiveId" clId="{03266B73-F375-47EE-A515-AB0BBCD617A2}" dt="2026-01-27T14:30:35.275" v="363" actId="20577"/>
          <ac:spMkLst>
            <pc:docMk/>
            <pc:sldMk cId="4118616141" sldId="259"/>
            <ac:spMk id="15" creationId="{2A528B43-642E-418B-BF37-C1D32B3140A5}"/>
          </ac:spMkLst>
        </pc:spChg>
        <pc:spChg chg="mod">
          <ac:chgData name="沛溪 中村" userId="4b6ad4d7a42030dd" providerId="LiveId" clId="{03266B73-F375-47EE-A515-AB0BBCD617A2}" dt="2026-01-27T15:08:39.718" v="1813" actId="20577"/>
          <ac:spMkLst>
            <pc:docMk/>
            <pc:sldMk cId="4118616141" sldId="259"/>
            <ac:spMk id="20" creationId="{21F299EC-E2CD-4423-A15E-BCDEEE6FB284}"/>
          </ac:spMkLst>
        </pc:spChg>
        <pc:spChg chg="mod">
          <ac:chgData name="沛溪 中村" userId="4b6ad4d7a42030dd" providerId="LiveId" clId="{03266B73-F375-47EE-A515-AB0BBCD617A2}" dt="2026-01-27T14:25:42.785" v="209" actId="20577"/>
          <ac:spMkLst>
            <pc:docMk/>
            <pc:sldMk cId="4118616141" sldId="259"/>
            <ac:spMk id="26" creationId="{9755E394-6A7A-40E1-B726-E8E7C4A99A75}"/>
          </ac:spMkLst>
        </pc:spChg>
        <pc:spChg chg="mod">
          <ac:chgData name="沛溪 中村" userId="4b6ad4d7a42030dd" providerId="LiveId" clId="{03266B73-F375-47EE-A515-AB0BBCD617A2}" dt="2026-01-27T14:27:46.943" v="263"/>
          <ac:spMkLst>
            <pc:docMk/>
            <pc:sldMk cId="4118616141" sldId="259"/>
            <ac:spMk id="49" creationId="{6210A9E4-FF99-4666-988E-43F9F3F852DC}"/>
          </ac:spMkLst>
        </pc:spChg>
        <pc:spChg chg="mod">
          <ac:chgData name="沛溪 中村" userId="4b6ad4d7a42030dd" providerId="LiveId" clId="{03266B73-F375-47EE-A515-AB0BBCD617A2}" dt="2026-01-27T14:27:46.943" v="263"/>
          <ac:spMkLst>
            <pc:docMk/>
            <pc:sldMk cId="4118616141" sldId="259"/>
            <ac:spMk id="50" creationId="{DD623217-14A2-42BB-8409-A29F43C4590E}"/>
          </ac:spMkLst>
        </pc:spChg>
        <pc:spChg chg="mod">
          <ac:chgData name="沛溪 中村" userId="4b6ad4d7a42030dd" providerId="LiveId" clId="{03266B73-F375-47EE-A515-AB0BBCD617A2}" dt="2026-01-27T14:27:46.943" v="263"/>
          <ac:spMkLst>
            <pc:docMk/>
            <pc:sldMk cId="4118616141" sldId="259"/>
            <ac:spMk id="51" creationId="{D2B36044-97AD-40DE-BAD8-7D9EE8617E37}"/>
          </ac:spMkLst>
        </pc:spChg>
        <pc:grpChg chg="del">
          <ac:chgData name="沛溪 中村" userId="4b6ad4d7a42030dd" providerId="LiveId" clId="{03266B73-F375-47EE-A515-AB0BBCD617A2}" dt="2026-01-18T12:33:57.515" v="8" actId="478"/>
          <ac:grpSpMkLst>
            <pc:docMk/>
            <pc:sldMk cId="4118616141" sldId="259"/>
            <ac:grpSpMk id="16" creationId="{C48D1DFF-FED1-474C-9662-B6C8215465E9}"/>
          </ac:grpSpMkLst>
        </pc:grpChg>
        <pc:grpChg chg="del">
          <ac:chgData name="沛溪 中村" userId="4b6ad4d7a42030dd" providerId="LiveId" clId="{03266B73-F375-47EE-A515-AB0BBCD617A2}" dt="2026-01-18T12:33:55.525" v="5" actId="478"/>
          <ac:grpSpMkLst>
            <pc:docMk/>
            <pc:sldMk cId="4118616141" sldId="259"/>
            <ac:grpSpMk id="17" creationId="{767139E7-FB11-472A-8A6B-FB12757AED56}"/>
          </ac:grpSpMkLst>
        </pc:grpChg>
        <pc:grpChg chg="mod">
          <ac:chgData name="沛溪 中村" userId="4b6ad4d7a42030dd" providerId="LiveId" clId="{03266B73-F375-47EE-A515-AB0BBCD617A2}" dt="2026-01-27T14:25:08.392" v="142" actId="1076"/>
          <ac:grpSpMkLst>
            <pc:docMk/>
            <pc:sldMk cId="4118616141" sldId="259"/>
            <ac:grpSpMk id="23" creationId="{4DE905A7-1DE4-4C07-8FE5-04FB3D574FE7}"/>
          </ac:grpSpMkLst>
        </pc:grpChg>
        <pc:grpChg chg="del mod">
          <ac:chgData name="沛溪 中村" userId="4b6ad4d7a42030dd" providerId="LiveId" clId="{03266B73-F375-47EE-A515-AB0BBCD617A2}" dt="2026-01-27T14:24:03.809" v="110" actId="478"/>
          <ac:grpSpMkLst>
            <pc:docMk/>
            <pc:sldMk cId="4118616141" sldId="259"/>
            <ac:grpSpMk id="29" creationId="{D4E80694-393A-4AD2-88C4-8FDB77D2AEAE}"/>
          </ac:grpSpMkLst>
        </pc:grpChg>
        <pc:grpChg chg="add del mod">
          <ac:chgData name="沛溪 中村" userId="4b6ad4d7a42030dd" providerId="LiveId" clId="{03266B73-F375-47EE-A515-AB0BBCD617A2}" dt="2026-01-27T14:27:47.996" v="264"/>
          <ac:grpSpMkLst>
            <pc:docMk/>
            <pc:sldMk cId="4118616141" sldId="259"/>
            <ac:grpSpMk id="43" creationId="{06C0D2A5-70A9-4E85-AAA0-665EA3A89C71}"/>
          </ac:grpSpMkLst>
        </pc:grpChg>
        <pc:grpChg chg="mod">
          <ac:chgData name="沛溪 中村" userId="4b6ad4d7a42030dd" providerId="LiveId" clId="{03266B73-F375-47EE-A515-AB0BBCD617A2}" dt="2026-01-27T14:27:46.943" v="263"/>
          <ac:grpSpMkLst>
            <pc:docMk/>
            <pc:sldMk cId="4118616141" sldId="259"/>
            <ac:grpSpMk id="45" creationId="{AC2AB034-E4C6-4F7A-91D3-F1E4F4224D65}"/>
          </ac:grpSpMkLst>
        </pc:grpChg>
        <pc:grpChg chg="del">
          <ac:chgData name="沛溪 中村" userId="4b6ad4d7a42030dd" providerId="LiveId" clId="{03266B73-F375-47EE-A515-AB0BBCD617A2}" dt="2026-01-27T14:27:51.874" v="265"/>
          <ac:grpSpMkLst>
            <pc:docMk/>
            <pc:sldMk cId="4118616141" sldId="259"/>
            <ac:grpSpMk id="52" creationId="{8E359617-A61E-4C40-8D8A-711D348E831C}"/>
          </ac:grpSpMkLst>
        </pc:grpChg>
        <pc:picChg chg="del">
          <ac:chgData name="沛溪 中村" userId="4b6ad4d7a42030dd" providerId="LiveId" clId="{03266B73-F375-47EE-A515-AB0BBCD617A2}" dt="2026-01-18T12:33:55.180" v="4" actId="478"/>
          <ac:picMkLst>
            <pc:docMk/>
            <pc:sldMk cId="4118616141" sldId="259"/>
            <ac:picMk id="42" creationId="{8FD15056-5E9F-4530-B1B0-7EFD789779B6}"/>
          </ac:picMkLst>
        </pc:picChg>
        <pc:picChg chg="mod">
          <ac:chgData name="沛溪 中村" userId="4b6ad4d7a42030dd" providerId="LiveId" clId="{03266B73-F375-47EE-A515-AB0BBCD617A2}" dt="2026-01-27T14:25:05.595" v="141" actId="1076"/>
          <ac:picMkLst>
            <pc:docMk/>
            <pc:sldMk cId="4118616141" sldId="259"/>
            <ac:picMk id="44" creationId="{AA619368-4AF0-4BAC-A9D2-016FA7957E68}"/>
          </ac:picMkLst>
        </pc:picChg>
        <pc:picChg chg="del mod">
          <ac:chgData name="沛溪 中村" userId="4b6ad4d7a42030dd" providerId="LiveId" clId="{03266B73-F375-47EE-A515-AB0BBCD617A2}" dt="2026-01-27T14:24:02.021" v="109" actId="478"/>
          <ac:picMkLst>
            <pc:docMk/>
            <pc:sldMk cId="4118616141" sldId="259"/>
            <ac:picMk id="46" creationId="{3F38CBE5-B325-4D15-A40A-245D3842989C}"/>
          </ac:picMkLst>
        </pc:picChg>
        <pc:picChg chg="mod">
          <ac:chgData name="沛溪 中村" userId="4b6ad4d7a42030dd" providerId="LiveId" clId="{03266B73-F375-47EE-A515-AB0BBCD617A2}" dt="2026-01-27T14:27:46.943" v="263"/>
          <ac:picMkLst>
            <pc:docMk/>
            <pc:sldMk cId="4118616141" sldId="259"/>
            <ac:picMk id="47" creationId="{A13A0586-BFEF-4259-8A8B-CB6C60EBAC49}"/>
          </ac:picMkLst>
        </pc:picChg>
        <pc:cxnChg chg="add mod">
          <ac:chgData name="沛溪 中村" userId="4b6ad4d7a42030dd" providerId="LiveId" clId="{03266B73-F375-47EE-A515-AB0BBCD617A2}" dt="2026-01-27T14:25:01.913" v="140" actId="14100"/>
          <ac:cxnSpMkLst>
            <pc:docMk/>
            <pc:sldMk cId="4118616141" sldId="259"/>
            <ac:cxnSpMk id="35" creationId="{DBCC9A52-F23C-40E9-9ED5-560FA6E8C08B}"/>
          </ac:cxnSpMkLst>
        </pc:cxnChg>
        <pc:cxnChg chg="add mod">
          <ac:chgData name="沛溪 中村" userId="4b6ad4d7a42030dd" providerId="LiveId" clId="{03266B73-F375-47EE-A515-AB0BBCD617A2}" dt="2026-01-27T14:24:48.903" v="132" actId="14100"/>
          <ac:cxnSpMkLst>
            <pc:docMk/>
            <pc:sldMk cId="4118616141" sldId="259"/>
            <ac:cxnSpMk id="37" creationId="{AB2808C3-F15B-4670-A68E-7D62BF92A717}"/>
          </ac:cxnSpMkLst>
        </pc:cxnChg>
        <pc:cxnChg chg="add mod">
          <ac:chgData name="沛溪 中村" userId="4b6ad4d7a42030dd" providerId="LiveId" clId="{03266B73-F375-47EE-A515-AB0BBCD617A2}" dt="2026-01-27T14:24:56.942" v="138" actId="1076"/>
          <ac:cxnSpMkLst>
            <pc:docMk/>
            <pc:sldMk cId="4118616141" sldId="259"/>
            <ac:cxnSpMk id="41" creationId="{EDA752F1-D67B-4D49-8A8C-D45D5696930E}"/>
          </ac:cxnSpMkLst>
        </pc:cxnChg>
        <pc:cxnChg chg="del mod">
          <ac:chgData name="沛溪 中村" userId="4b6ad4d7a42030dd" providerId="LiveId" clId="{03266B73-F375-47EE-A515-AB0BBCD617A2}" dt="2026-01-27T14:24:28.659" v="121" actId="14100"/>
          <ac:cxnSpMkLst>
            <pc:docMk/>
            <pc:sldMk cId="4118616141" sldId="259"/>
            <ac:cxnSpMk id="48" creationId="{302D6684-3025-41A5-A869-CD95CEFEDE70}"/>
          </ac:cxnSpMkLst>
        </pc:cxnChg>
        <pc:cxnChg chg="del">
          <ac:chgData name="沛溪 中村" userId="4b6ad4d7a42030dd" providerId="LiveId" clId="{03266B73-F375-47EE-A515-AB0BBCD617A2}" dt="2026-01-27T14:24:50.286" v="133" actId="478"/>
          <ac:cxnSpMkLst>
            <pc:docMk/>
            <pc:sldMk cId="4118616141" sldId="259"/>
            <ac:cxnSpMk id="54" creationId="{9875D3D3-23FE-4E72-97E0-C3AD5ADF0184}"/>
          </ac:cxnSpMkLst>
        </pc:cxnChg>
        <pc:cxnChg chg="del mod">
          <ac:chgData name="沛溪 中村" userId="4b6ad4d7a42030dd" providerId="LiveId" clId="{03266B73-F375-47EE-A515-AB0BBCD617A2}" dt="2026-01-27T14:24:38.970" v="126" actId="478"/>
          <ac:cxnSpMkLst>
            <pc:docMk/>
            <pc:sldMk cId="4118616141" sldId="259"/>
            <ac:cxnSpMk id="56" creationId="{E627F3CB-D19E-4372-A510-CAEBB266E5A7}"/>
          </ac:cxnSpMkLst>
        </pc:cxnChg>
        <pc:cxnChg chg="add del mod">
          <ac:chgData name="沛溪 中村" userId="4b6ad4d7a42030dd" providerId="LiveId" clId="{03266B73-F375-47EE-A515-AB0BBCD617A2}" dt="2026-01-27T14:24:53.855" v="136" actId="478"/>
          <ac:cxnSpMkLst>
            <pc:docMk/>
            <pc:sldMk cId="4118616141" sldId="259"/>
            <ac:cxnSpMk id="59" creationId="{007B5ECC-D1C3-4CD1-AC32-72414C03504D}"/>
          </ac:cxnSpMkLst>
        </pc:cxnChg>
        <pc:cxnChg chg="del">
          <ac:chgData name="沛溪 中村" userId="4b6ad4d7a42030dd" providerId="LiveId" clId="{03266B73-F375-47EE-A515-AB0BBCD617A2}" dt="2026-01-27T14:24:05.125" v="111" actId="478"/>
          <ac:cxnSpMkLst>
            <pc:docMk/>
            <pc:sldMk cId="4118616141" sldId="259"/>
            <ac:cxnSpMk id="61" creationId="{EB3C9446-EDD0-452E-A411-C53E0BFF4800}"/>
          </ac:cxnSpMkLst>
        </pc:cxnChg>
      </pc:sldChg>
      <pc:sldChg chg="del">
        <pc:chgData name="沛溪 中村" userId="4b6ad4d7a42030dd" providerId="LiveId" clId="{03266B73-F375-47EE-A515-AB0BBCD617A2}" dt="2026-01-18T12:34:25.246" v="17" actId="47"/>
        <pc:sldMkLst>
          <pc:docMk/>
          <pc:sldMk cId="76436427" sldId="260"/>
        </pc:sldMkLst>
      </pc:sldChg>
      <pc:sldChg chg="add del">
        <pc:chgData name="沛溪 中村" userId="4b6ad4d7a42030dd" providerId="LiveId" clId="{03266B73-F375-47EE-A515-AB0BBCD617A2}" dt="2026-01-27T14:27:23.169" v="258" actId="47"/>
        <pc:sldMkLst>
          <pc:docMk/>
          <pc:sldMk cId="1182989881" sldId="261"/>
        </pc:sldMkLst>
      </pc:sldChg>
      <pc:sldChg chg="addSp delSp modSp add del mod">
        <pc:chgData name="沛溪 中村" userId="4b6ad4d7a42030dd" providerId="LiveId" clId="{03266B73-F375-47EE-A515-AB0BBCD617A2}" dt="2026-01-27T15:08:27.872" v="1805" actId="47"/>
        <pc:sldMkLst>
          <pc:docMk/>
          <pc:sldMk cId="2903389945" sldId="262"/>
        </pc:sldMkLst>
        <pc:spChg chg="mod">
          <ac:chgData name="沛溪 中村" userId="4b6ad4d7a42030dd" providerId="LiveId" clId="{03266B73-F375-47EE-A515-AB0BBCD617A2}" dt="2026-01-27T14:28:03.722" v="282" actId="20577"/>
          <ac:spMkLst>
            <pc:docMk/>
            <pc:sldMk cId="2903389945" sldId="262"/>
            <ac:spMk id="2" creationId="{529201A5-D1E3-46D0-BB18-C33BB318D456}"/>
          </ac:spMkLst>
        </pc:spChg>
        <pc:spChg chg="del">
          <ac:chgData name="沛溪 中村" userId="4b6ad4d7a42030dd" providerId="LiveId" clId="{03266B73-F375-47EE-A515-AB0BBCD617A2}" dt="2026-01-27T14:28:27.171" v="289" actId="478"/>
          <ac:spMkLst>
            <pc:docMk/>
            <pc:sldMk cId="2903389945" sldId="262"/>
            <ac:spMk id="3" creationId="{7E288859-9B22-4438-AA66-09082DCE6083}"/>
          </ac:spMkLst>
        </pc:spChg>
        <pc:spChg chg="del">
          <ac:chgData name="沛溪 中村" userId="4b6ad4d7a42030dd" providerId="LiveId" clId="{03266B73-F375-47EE-A515-AB0BBCD617A2}" dt="2026-01-27T14:28:08.332" v="284" actId="478"/>
          <ac:spMkLst>
            <pc:docMk/>
            <pc:sldMk cId="2903389945" sldId="262"/>
            <ac:spMk id="4" creationId="{702210D9-1875-417B-97C8-736B3BC5C669}"/>
          </ac:spMkLst>
        </pc:spChg>
        <pc:spChg chg="mod">
          <ac:chgData name="沛溪 中村" userId="4b6ad4d7a42030dd" providerId="LiveId" clId="{03266B73-F375-47EE-A515-AB0BBCD617A2}" dt="2026-01-27T14:28:12.468" v="286" actId="14100"/>
          <ac:spMkLst>
            <pc:docMk/>
            <pc:sldMk cId="2903389945" sldId="262"/>
            <ac:spMk id="5" creationId="{3D195604-6E68-48B8-9C23-6B19CBE01A8A}"/>
          </ac:spMkLst>
        </pc:spChg>
        <pc:spChg chg="del">
          <ac:chgData name="沛溪 中村" userId="4b6ad4d7a42030dd" providerId="LiveId" clId="{03266B73-F375-47EE-A515-AB0BBCD617A2}" dt="2026-01-27T14:28:06.174" v="283" actId="478"/>
          <ac:spMkLst>
            <pc:docMk/>
            <pc:sldMk cId="2903389945" sldId="262"/>
            <ac:spMk id="6" creationId="{5A8DD637-03F4-4C31-8BBA-0C2B0C1C0C61}"/>
          </ac:spMkLst>
        </pc:spChg>
        <pc:spChg chg="del">
          <ac:chgData name="沛溪 中村" userId="4b6ad4d7a42030dd" providerId="LiveId" clId="{03266B73-F375-47EE-A515-AB0BBCD617A2}" dt="2026-01-27T14:28:28.157" v="290" actId="478"/>
          <ac:spMkLst>
            <pc:docMk/>
            <pc:sldMk cId="2903389945" sldId="262"/>
            <ac:spMk id="7" creationId="{CAD25DCA-EDF1-48C7-B6D6-C2ABBD1C5BDE}"/>
          </ac:spMkLst>
        </pc:spChg>
        <pc:spChg chg="del">
          <ac:chgData name="沛溪 中村" userId="4b6ad4d7a42030dd" providerId="LiveId" clId="{03266B73-F375-47EE-A515-AB0BBCD617A2}" dt="2026-01-27T14:28:09.151" v="285" actId="478"/>
          <ac:spMkLst>
            <pc:docMk/>
            <pc:sldMk cId="2903389945" sldId="262"/>
            <ac:spMk id="8" creationId="{3766C356-255F-47BB-8B4E-49C7A2F626E7}"/>
          </ac:spMkLst>
        </pc:spChg>
        <pc:spChg chg="add mod">
          <ac:chgData name="沛溪 中村" userId="4b6ad4d7a42030dd" providerId="LiveId" clId="{03266B73-F375-47EE-A515-AB0BBCD617A2}" dt="2026-01-27T14:28:38.428" v="293" actId="20577"/>
          <ac:spMkLst>
            <pc:docMk/>
            <pc:sldMk cId="2903389945" sldId="262"/>
            <ac:spMk id="9" creationId="{A0F27437-B27B-49CE-B490-16E6E15B1BDA}"/>
          </ac:spMkLst>
        </pc:spChg>
      </pc:sldChg>
      <pc:sldChg chg="del">
        <pc:chgData name="沛溪 中村" userId="4b6ad4d7a42030dd" providerId="LiveId" clId="{03266B73-F375-47EE-A515-AB0BBCD617A2}" dt="2026-01-18T12:33:40.436" v="0" actId="47"/>
        <pc:sldMkLst>
          <pc:docMk/>
          <pc:sldMk cId="1813256592" sldId="263"/>
        </pc:sldMkLst>
      </pc:sldChg>
      <pc:sldChg chg="del">
        <pc:chgData name="沛溪 中村" userId="4b6ad4d7a42030dd" providerId="LiveId" clId="{03266B73-F375-47EE-A515-AB0BBCD617A2}" dt="2026-01-18T12:33:42.019" v="2" actId="47"/>
        <pc:sldMkLst>
          <pc:docMk/>
          <pc:sldMk cId="2362338169" sldId="264"/>
        </pc:sldMkLst>
      </pc:sldChg>
      <pc:sldChg chg="del">
        <pc:chgData name="沛溪 中村" userId="4b6ad4d7a42030dd" providerId="LiveId" clId="{03266B73-F375-47EE-A515-AB0BBCD617A2}" dt="2026-01-21T15:55:38.675" v="103" actId="47"/>
        <pc:sldMkLst>
          <pc:docMk/>
          <pc:sldMk cId="2426827196" sldId="267"/>
        </pc:sldMkLst>
      </pc:sldChg>
      <pc:sldChg chg="del">
        <pc:chgData name="沛溪 中村" userId="4b6ad4d7a42030dd" providerId="LiveId" clId="{03266B73-F375-47EE-A515-AB0BBCD617A2}" dt="2026-01-18T12:33:42.655" v="3" actId="47"/>
        <pc:sldMkLst>
          <pc:docMk/>
          <pc:sldMk cId="256574873" sldId="268"/>
        </pc:sldMkLst>
      </pc:sldChg>
      <pc:sldChg chg="del">
        <pc:chgData name="沛溪 中村" userId="4b6ad4d7a42030dd" providerId="LiveId" clId="{03266B73-F375-47EE-A515-AB0BBCD617A2}" dt="2026-01-21T15:55:34.463" v="98" actId="47"/>
        <pc:sldMkLst>
          <pc:docMk/>
          <pc:sldMk cId="2446941514" sldId="269"/>
        </pc:sldMkLst>
      </pc:sldChg>
      <pc:sldChg chg="del">
        <pc:chgData name="沛溪 中村" userId="4b6ad4d7a42030dd" providerId="LiveId" clId="{03266B73-F375-47EE-A515-AB0BBCD617A2}" dt="2026-01-21T15:55:35.387" v="99" actId="47"/>
        <pc:sldMkLst>
          <pc:docMk/>
          <pc:sldMk cId="521492738" sldId="270"/>
        </pc:sldMkLst>
      </pc:sldChg>
      <pc:sldChg chg="del">
        <pc:chgData name="沛溪 中村" userId="4b6ad4d7a42030dd" providerId="LiveId" clId="{03266B73-F375-47EE-A515-AB0BBCD617A2}" dt="2026-01-21T15:55:36.412" v="100" actId="47"/>
        <pc:sldMkLst>
          <pc:docMk/>
          <pc:sldMk cId="2326410795" sldId="272"/>
        </pc:sldMkLst>
      </pc:sldChg>
      <pc:sldChg chg="del">
        <pc:chgData name="沛溪 中村" userId="4b6ad4d7a42030dd" providerId="LiveId" clId="{03266B73-F375-47EE-A515-AB0BBCD617A2}" dt="2026-01-21T15:55:37.038" v="101" actId="47"/>
        <pc:sldMkLst>
          <pc:docMk/>
          <pc:sldMk cId="1791989760" sldId="273"/>
        </pc:sldMkLst>
      </pc:sldChg>
      <pc:sldChg chg="del">
        <pc:chgData name="沛溪 中村" userId="4b6ad4d7a42030dd" providerId="LiveId" clId="{03266B73-F375-47EE-A515-AB0BBCD617A2}" dt="2026-01-21T15:55:33.582" v="97" actId="47"/>
        <pc:sldMkLst>
          <pc:docMk/>
          <pc:sldMk cId="1322873592" sldId="274"/>
        </pc:sldMkLst>
      </pc:sldChg>
      <pc:sldChg chg="del">
        <pc:chgData name="沛溪 中村" userId="4b6ad4d7a42030dd" providerId="LiveId" clId="{03266B73-F375-47EE-A515-AB0BBCD617A2}" dt="2026-01-21T15:55:39.535" v="104" actId="47"/>
        <pc:sldMkLst>
          <pc:docMk/>
          <pc:sldMk cId="458015549" sldId="275"/>
        </pc:sldMkLst>
      </pc:sldChg>
      <pc:sldChg chg="addSp delSp modSp del mod">
        <pc:chgData name="沛溪 中村" userId="4b6ad4d7a42030dd" providerId="LiveId" clId="{03266B73-F375-47EE-A515-AB0BBCD617A2}" dt="2026-01-27T14:23:24.503" v="106" actId="47"/>
        <pc:sldMkLst>
          <pc:docMk/>
          <pc:sldMk cId="1118418003" sldId="276"/>
        </pc:sldMkLst>
        <pc:spChg chg="del">
          <ac:chgData name="沛溪 中村" userId="4b6ad4d7a42030dd" providerId="LiveId" clId="{03266B73-F375-47EE-A515-AB0BBCD617A2}" dt="2026-01-21T13:48:18.774" v="36" actId="478"/>
          <ac:spMkLst>
            <pc:docMk/>
            <pc:sldMk cId="1118418003" sldId="276"/>
            <ac:spMk id="3" creationId="{EDEC7225-D682-44F5-B2E0-ADDEC8B0C5EA}"/>
          </ac:spMkLst>
        </pc:spChg>
        <pc:picChg chg="add del mod">
          <ac:chgData name="沛溪 中村" userId="4b6ad4d7a42030dd" providerId="LiveId" clId="{03266B73-F375-47EE-A515-AB0BBCD617A2}" dt="2026-01-21T13:54:27.811" v="39" actId="478"/>
          <ac:picMkLst>
            <pc:docMk/>
            <pc:sldMk cId="1118418003" sldId="276"/>
            <ac:picMk id="6" creationId="{23567B2A-B261-411E-8C7D-B6EB556B5999}"/>
          </ac:picMkLst>
        </pc:picChg>
        <pc:picChg chg="add del mod">
          <ac:chgData name="沛溪 中村" userId="4b6ad4d7a42030dd" providerId="LiveId" clId="{03266B73-F375-47EE-A515-AB0BBCD617A2}" dt="2026-01-21T15:11:23.913" v="52" actId="478"/>
          <ac:picMkLst>
            <pc:docMk/>
            <pc:sldMk cId="1118418003" sldId="276"/>
            <ac:picMk id="8" creationId="{FD0FA55C-8F90-48DA-8B5A-DADA7A55FF3F}"/>
          </ac:picMkLst>
        </pc:picChg>
        <pc:picChg chg="add del mod">
          <ac:chgData name="沛溪 中村" userId="4b6ad4d7a42030dd" providerId="LiveId" clId="{03266B73-F375-47EE-A515-AB0BBCD617A2}" dt="2026-01-21T15:11:21.382" v="49" actId="478"/>
          <ac:picMkLst>
            <pc:docMk/>
            <pc:sldMk cId="1118418003" sldId="276"/>
            <ac:picMk id="11" creationId="{BB94B9FF-4BAF-42FC-8CF6-83A01D6FF9A8}"/>
          </ac:picMkLst>
        </pc:picChg>
        <pc:picChg chg="add del mod">
          <ac:chgData name="沛溪 中村" userId="4b6ad4d7a42030dd" providerId="LiveId" clId="{03266B73-F375-47EE-A515-AB0BBCD617A2}" dt="2026-01-21T15:13:42.724" v="53" actId="478"/>
          <ac:picMkLst>
            <pc:docMk/>
            <pc:sldMk cId="1118418003" sldId="276"/>
            <ac:picMk id="13" creationId="{BC6985AE-FA25-49A3-9C22-847C8DD60D4B}"/>
          </ac:picMkLst>
        </pc:picChg>
        <pc:picChg chg="add mod">
          <ac:chgData name="沛溪 中村" userId="4b6ad4d7a42030dd" providerId="LiveId" clId="{03266B73-F375-47EE-A515-AB0BBCD617A2}" dt="2026-01-21T15:17:33.953" v="81" actId="14100"/>
          <ac:picMkLst>
            <pc:docMk/>
            <pc:sldMk cId="1118418003" sldId="276"/>
            <ac:picMk id="15" creationId="{A44DE16C-49EF-4FFA-94D9-A3536D6D3930}"/>
          </ac:picMkLst>
        </pc:picChg>
        <pc:picChg chg="add mod">
          <ac:chgData name="沛溪 中村" userId="4b6ad4d7a42030dd" providerId="LiveId" clId="{03266B73-F375-47EE-A515-AB0BBCD617A2}" dt="2026-01-21T15:17:36.496" v="84" actId="1076"/>
          <ac:picMkLst>
            <pc:docMk/>
            <pc:sldMk cId="1118418003" sldId="276"/>
            <ac:picMk id="17" creationId="{483F1A27-F0C2-4EC5-8304-9DF0968E7170}"/>
          </ac:picMkLst>
        </pc:picChg>
        <pc:picChg chg="add mod">
          <ac:chgData name="沛溪 中村" userId="4b6ad4d7a42030dd" providerId="LiveId" clId="{03266B73-F375-47EE-A515-AB0BBCD617A2}" dt="2026-01-21T15:17:32.179" v="79" actId="14100"/>
          <ac:picMkLst>
            <pc:docMk/>
            <pc:sldMk cId="1118418003" sldId="276"/>
            <ac:picMk id="19" creationId="{6B3E09B6-D926-4983-BF10-08F2A5667D2A}"/>
          </ac:picMkLst>
        </pc:picChg>
        <pc:picChg chg="add mod">
          <ac:chgData name="沛溪 中村" userId="4b6ad4d7a42030dd" providerId="LiveId" clId="{03266B73-F375-47EE-A515-AB0BBCD617A2}" dt="2026-01-21T15:17:05.154" v="73" actId="1076"/>
          <ac:picMkLst>
            <pc:docMk/>
            <pc:sldMk cId="1118418003" sldId="276"/>
            <ac:picMk id="21" creationId="{47EDF8F9-C9C6-4AC0-BB49-FA86FD9FCDC7}"/>
          </ac:picMkLst>
        </pc:picChg>
        <pc:picChg chg="add mod">
          <ac:chgData name="沛溪 中村" userId="4b6ad4d7a42030dd" providerId="LiveId" clId="{03266B73-F375-47EE-A515-AB0BBCD617A2}" dt="2026-01-21T15:17:30.852" v="78" actId="1076"/>
          <ac:picMkLst>
            <pc:docMk/>
            <pc:sldMk cId="1118418003" sldId="276"/>
            <ac:picMk id="23" creationId="{74379839-259B-4AFC-97EB-30BD81B3FD0C}"/>
          </ac:picMkLst>
        </pc:picChg>
        <pc:picChg chg="add del mod">
          <ac:chgData name="沛溪 中村" userId="4b6ad4d7a42030dd" providerId="LiveId" clId="{03266B73-F375-47EE-A515-AB0BBCD617A2}" dt="2026-01-21T15:55:10.291" v="91" actId="478"/>
          <ac:picMkLst>
            <pc:docMk/>
            <pc:sldMk cId="1118418003" sldId="276"/>
            <ac:picMk id="25" creationId="{84CF2A1E-C41C-4456-AA00-F3B0EF359C54}"/>
          </ac:picMkLst>
        </pc:picChg>
        <pc:picChg chg="add mod">
          <ac:chgData name="沛溪 中村" userId="4b6ad4d7a42030dd" providerId="LiveId" clId="{03266B73-F375-47EE-A515-AB0BBCD617A2}" dt="2026-01-21T15:55:27.653" v="94" actId="1076"/>
          <ac:picMkLst>
            <pc:docMk/>
            <pc:sldMk cId="1118418003" sldId="276"/>
            <ac:picMk id="27" creationId="{0B682472-EA82-488E-A6AD-71BED6300CD4}"/>
          </ac:picMkLst>
        </pc:picChg>
      </pc:sldChg>
      <pc:sldChg chg="del">
        <pc:chgData name="沛溪 中村" userId="4b6ad4d7a42030dd" providerId="LiveId" clId="{03266B73-F375-47EE-A515-AB0BBCD617A2}" dt="2026-01-21T15:55:32.385" v="95" actId="47"/>
        <pc:sldMkLst>
          <pc:docMk/>
          <pc:sldMk cId="3277357486" sldId="277"/>
        </pc:sldMkLst>
      </pc:sldChg>
      <pc:sldChg chg="del">
        <pc:chgData name="沛溪 中村" userId="4b6ad4d7a42030dd" providerId="LiveId" clId="{03266B73-F375-47EE-A515-AB0BBCD617A2}" dt="2026-01-21T15:55:40.355" v="105" actId="47"/>
        <pc:sldMkLst>
          <pc:docMk/>
          <pc:sldMk cId="1695220979" sldId="278"/>
        </pc:sldMkLst>
      </pc:sldChg>
      <pc:sldChg chg="modSp mod">
        <pc:chgData name="沛溪 中村" userId="4b6ad4d7a42030dd" providerId="LiveId" clId="{03266B73-F375-47EE-A515-AB0BBCD617A2}" dt="2026-01-27T16:27:45.982" v="6498" actId="20577"/>
        <pc:sldMkLst>
          <pc:docMk/>
          <pc:sldMk cId="4248327898" sldId="279"/>
        </pc:sldMkLst>
        <pc:spChg chg="mod">
          <ac:chgData name="沛溪 中村" userId="4b6ad4d7a42030dd" providerId="LiveId" clId="{03266B73-F375-47EE-A515-AB0BBCD617A2}" dt="2026-01-27T16:27:45.982" v="6498" actId="20577"/>
          <ac:spMkLst>
            <pc:docMk/>
            <pc:sldMk cId="4248327898" sldId="279"/>
            <ac:spMk id="5" creationId="{D125D484-8EF3-4744-8DB4-6AC4DC1E9BFF}"/>
          </ac:spMkLst>
        </pc:spChg>
      </pc:sldChg>
      <pc:sldChg chg="addSp delSp modSp add mod">
        <pc:chgData name="沛溪 中村" userId="4b6ad4d7a42030dd" providerId="LiveId" clId="{03266B73-F375-47EE-A515-AB0BBCD617A2}" dt="2026-01-27T15:08:44.667" v="1824" actId="20577"/>
        <pc:sldMkLst>
          <pc:docMk/>
          <pc:sldMk cId="403097817" sldId="280"/>
        </pc:sldMkLst>
        <pc:spChg chg="mod">
          <ac:chgData name="沛溪 中村" userId="4b6ad4d7a42030dd" providerId="LiveId" clId="{03266B73-F375-47EE-A515-AB0BBCD617A2}" dt="2026-01-27T14:26:13.122" v="215" actId="208"/>
          <ac:spMkLst>
            <pc:docMk/>
            <pc:sldMk cId="403097817" sldId="280"/>
            <ac:spMk id="4" creationId="{62CE5753-F71F-425A-B03A-BC1B1B3BD257}"/>
          </ac:spMkLst>
        </pc:spChg>
        <pc:spChg chg="mod">
          <ac:chgData name="沛溪 中村" userId="4b6ad4d7a42030dd" providerId="LiveId" clId="{03266B73-F375-47EE-A515-AB0BBCD617A2}" dt="2026-01-27T14:26:08.750" v="214" actId="207"/>
          <ac:spMkLst>
            <pc:docMk/>
            <pc:sldMk cId="403097817" sldId="280"/>
            <ac:spMk id="5" creationId="{A94F5FFE-7759-47A3-B547-0883BC342324}"/>
          </ac:spMkLst>
        </pc:spChg>
        <pc:spChg chg="mod">
          <ac:chgData name="沛溪 中村" userId="4b6ad4d7a42030dd" providerId="LiveId" clId="{03266B73-F375-47EE-A515-AB0BBCD617A2}" dt="2026-01-27T14:26:08.750" v="214" actId="207"/>
          <ac:spMkLst>
            <pc:docMk/>
            <pc:sldMk cId="403097817" sldId="280"/>
            <ac:spMk id="15" creationId="{2A528B43-642E-418B-BF37-C1D32B3140A5}"/>
          </ac:spMkLst>
        </pc:spChg>
        <pc:spChg chg="mod">
          <ac:chgData name="沛溪 中村" userId="4b6ad4d7a42030dd" providerId="LiveId" clId="{03266B73-F375-47EE-A515-AB0BBCD617A2}" dt="2026-01-27T15:08:44.667" v="1824" actId="20577"/>
          <ac:spMkLst>
            <pc:docMk/>
            <pc:sldMk cId="403097817" sldId="280"/>
            <ac:spMk id="20" creationId="{21F299EC-E2CD-4423-A15E-BCDEEE6FB284}"/>
          </ac:spMkLst>
        </pc:spChg>
        <pc:picChg chg="add mod">
          <ac:chgData name="沛溪 中村" userId="4b6ad4d7a42030dd" providerId="LiveId" clId="{03266B73-F375-47EE-A515-AB0BBCD617A2}" dt="2026-01-27T14:25:52.261" v="213"/>
          <ac:picMkLst>
            <pc:docMk/>
            <pc:sldMk cId="403097817" sldId="280"/>
            <ac:picMk id="25" creationId="{C90A44FB-8E57-4D64-855A-D91EDF95681A}"/>
          </ac:picMkLst>
        </pc:picChg>
        <pc:picChg chg="del">
          <ac:chgData name="沛溪 中村" userId="4b6ad4d7a42030dd" providerId="LiveId" clId="{03266B73-F375-47EE-A515-AB0BBCD617A2}" dt="2026-01-27T14:25:51.489" v="212" actId="478"/>
          <ac:picMkLst>
            <pc:docMk/>
            <pc:sldMk cId="403097817" sldId="280"/>
            <ac:picMk id="42" creationId="{8FD15056-5E9F-4530-B1B0-7EFD789779B6}"/>
          </ac:picMkLst>
        </pc:picChg>
        <pc:cxnChg chg="mod">
          <ac:chgData name="沛溪 中村" userId="4b6ad4d7a42030dd" providerId="LiveId" clId="{03266B73-F375-47EE-A515-AB0BBCD617A2}" dt="2026-01-27T14:26:30.030" v="217" actId="14100"/>
          <ac:cxnSpMkLst>
            <pc:docMk/>
            <pc:sldMk cId="403097817" sldId="280"/>
            <ac:cxnSpMk id="41" creationId="{EDA752F1-D67B-4D49-8A8C-D45D5696930E}"/>
          </ac:cxnSpMkLst>
        </pc:cxnChg>
        <pc:cxnChg chg="mod">
          <ac:chgData name="沛溪 中村" userId="4b6ad4d7a42030dd" providerId="LiveId" clId="{03266B73-F375-47EE-A515-AB0BBCD617A2}" dt="2026-01-27T14:26:30.030" v="217" actId="14100"/>
          <ac:cxnSpMkLst>
            <pc:docMk/>
            <pc:sldMk cId="403097817" sldId="280"/>
            <ac:cxnSpMk id="48" creationId="{302D6684-3025-41A5-A869-CD95CEFEDE70}"/>
          </ac:cxnSpMkLst>
        </pc:cxnChg>
      </pc:sldChg>
      <pc:sldChg chg="add del">
        <pc:chgData name="沛溪 中村" userId="4b6ad4d7a42030dd" providerId="LiveId" clId="{03266B73-F375-47EE-A515-AB0BBCD617A2}" dt="2026-01-27T14:26:37.654" v="219" actId="47"/>
        <pc:sldMkLst>
          <pc:docMk/>
          <pc:sldMk cId="1081614734" sldId="281"/>
        </pc:sldMkLst>
      </pc:sldChg>
      <pc:sldChg chg="addSp delSp modSp add mod">
        <pc:chgData name="沛溪 中村" userId="4b6ad4d7a42030dd" providerId="LiveId" clId="{03266B73-F375-47EE-A515-AB0BBCD617A2}" dt="2026-01-27T17:06:50.717" v="6524" actId="20577"/>
        <pc:sldMkLst>
          <pc:docMk/>
          <pc:sldMk cId="3206787028" sldId="282"/>
        </pc:sldMkLst>
        <pc:spChg chg="mod">
          <ac:chgData name="沛溪 中村" userId="4b6ad4d7a42030dd" providerId="LiveId" clId="{03266B73-F375-47EE-A515-AB0BBCD617A2}" dt="2026-01-27T17:06:50.717" v="6524" actId="20577"/>
          <ac:spMkLst>
            <pc:docMk/>
            <pc:sldMk cId="3206787028" sldId="282"/>
            <ac:spMk id="26" creationId="{9755E394-6A7A-40E1-B726-E8E7C4A99A75}"/>
          </ac:spMkLst>
        </pc:spChg>
        <pc:spChg chg="mod">
          <ac:chgData name="沛溪 中村" userId="4b6ad4d7a42030dd" providerId="LiveId" clId="{03266B73-F375-47EE-A515-AB0BBCD617A2}" dt="2026-01-27T14:26:42.595" v="222"/>
          <ac:spMkLst>
            <pc:docMk/>
            <pc:sldMk cId="3206787028" sldId="282"/>
            <ac:spMk id="32" creationId="{7F2DB55B-58AC-440A-AB70-1F7720508C83}"/>
          </ac:spMkLst>
        </pc:spChg>
        <pc:spChg chg="mod">
          <ac:chgData name="沛溪 中村" userId="4b6ad4d7a42030dd" providerId="LiveId" clId="{03266B73-F375-47EE-A515-AB0BBCD617A2}" dt="2026-01-27T14:26:42.595" v="222"/>
          <ac:spMkLst>
            <pc:docMk/>
            <pc:sldMk cId="3206787028" sldId="282"/>
            <ac:spMk id="33" creationId="{7401D56E-1AC0-4F31-98A0-B8B7626F27D0}"/>
          </ac:spMkLst>
        </pc:spChg>
        <pc:spChg chg="mod">
          <ac:chgData name="沛溪 中村" userId="4b6ad4d7a42030dd" providerId="LiveId" clId="{03266B73-F375-47EE-A515-AB0BBCD617A2}" dt="2026-01-27T14:26:42.595" v="222"/>
          <ac:spMkLst>
            <pc:docMk/>
            <pc:sldMk cId="3206787028" sldId="282"/>
            <ac:spMk id="34" creationId="{77C5602A-1A70-4C39-A40A-F601CF8E9588}"/>
          </ac:spMkLst>
        </pc:spChg>
        <pc:spChg chg="mod">
          <ac:chgData name="沛溪 中村" userId="4b6ad4d7a42030dd" providerId="LiveId" clId="{03266B73-F375-47EE-A515-AB0BBCD617A2}" dt="2026-01-27T14:26:45.045" v="225"/>
          <ac:spMkLst>
            <pc:docMk/>
            <pc:sldMk cId="3206787028" sldId="282"/>
            <ac:spMk id="40" creationId="{A2B08B3F-0CDF-4D0A-AA27-F57CC0EEC16C}"/>
          </ac:spMkLst>
        </pc:spChg>
        <pc:spChg chg="mod">
          <ac:chgData name="沛溪 中村" userId="4b6ad4d7a42030dd" providerId="LiveId" clId="{03266B73-F375-47EE-A515-AB0BBCD617A2}" dt="2026-01-27T14:26:45.045" v="225"/>
          <ac:spMkLst>
            <pc:docMk/>
            <pc:sldMk cId="3206787028" sldId="282"/>
            <ac:spMk id="42" creationId="{66FB4731-A32A-4E26-B187-3D83A523B0BA}"/>
          </ac:spMkLst>
        </pc:spChg>
        <pc:spChg chg="mod">
          <ac:chgData name="沛溪 中村" userId="4b6ad4d7a42030dd" providerId="LiveId" clId="{03266B73-F375-47EE-A515-AB0BBCD617A2}" dt="2026-01-27T14:26:45.045" v="225"/>
          <ac:spMkLst>
            <pc:docMk/>
            <pc:sldMk cId="3206787028" sldId="282"/>
            <ac:spMk id="43" creationId="{7881042A-C211-4531-B54D-2627D9E21C2B}"/>
          </ac:spMkLst>
        </pc:spChg>
        <pc:spChg chg="mod">
          <ac:chgData name="沛溪 中村" userId="4b6ad4d7a42030dd" providerId="LiveId" clId="{03266B73-F375-47EE-A515-AB0BBCD617A2}" dt="2026-01-27T15:08:48.324" v="1832" actId="20577"/>
          <ac:spMkLst>
            <pc:docMk/>
            <pc:sldMk cId="3206787028" sldId="282"/>
            <ac:spMk id="49" creationId="{2BD81A40-0B4C-41F1-AE7A-882D5BA4B5FF}"/>
          </ac:spMkLst>
        </pc:spChg>
        <pc:spChg chg="mod">
          <ac:chgData name="沛溪 中村" userId="4b6ad4d7a42030dd" providerId="LiveId" clId="{03266B73-F375-47EE-A515-AB0BBCD617A2}" dt="2026-01-27T14:27:00.725" v="235"/>
          <ac:spMkLst>
            <pc:docMk/>
            <pc:sldMk cId="3206787028" sldId="282"/>
            <ac:spMk id="50" creationId="{F30651B9-7766-4CB1-8E1E-AF9C473E7E18}"/>
          </ac:spMkLst>
        </pc:spChg>
        <pc:spChg chg="mod">
          <ac:chgData name="沛溪 中村" userId="4b6ad4d7a42030dd" providerId="LiveId" clId="{03266B73-F375-47EE-A515-AB0BBCD617A2}" dt="2026-01-27T14:27:00.725" v="235"/>
          <ac:spMkLst>
            <pc:docMk/>
            <pc:sldMk cId="3206787028" sldId="282"/>
            <ac:spMk id="51" creationId="{2EA07D73-4FFF-4D97-AC96-DAA29DCBB37B}"/>
          </ac:spMkLst>
        </pc:spChg>
        <pc:grpChg chg="add del">
          <ac:chgData name="沛溪 中村" userId="4b6ad4d7a42030dd" providerId="LiveId" clId="{03266B73-F375-47EE-A515-AB0BBCD617A2}" dt="2026-01-27T14:27:00.470" v="234" actId="478"/>
          <ac:grpSpMkLst>
            <pc:docMk/>
            <pc:sldMk cId="3206787028" sldId="282"/>
            <ac:grpSpMk id="17" creationId="{767139E7-FB11-472A-8A6B-FB12757AED56}"/>
          </ac:grpSpMkLst>
        </pc:grpChg>
        <pc:grpChg chg="add del mod">
          <ac:chgData name="沛溪 中村" userId="4b6ad4d7a42030dd" providerId="LiveId" clId="{03266B73-F375-47EE-A515-AB0BBCD617A2}" dt="2026-01-27T14:26:43.390" v="223"/>
          <ac:grpSpMkLst>
            <pc:docMk/>
            <pc:sldMk cId="3206787028" sldId="282"/>
            <ac:grpSpMk id="29" creationId="{F45FFC0C-5E22-44C0-9A07-46B7F88A152F}"/>
          </ac:grpSpMkLst>
        </pc:grpChg>
        <pc:grpChg chg="mod">
          <ac:chgData name="沛溪 中村" userId="4b6ad4d7a42030dd" providerId="LiveId" clId="{03266B73-F375-47EE-A515-AB0BBCD617A2}" dt="2026-01-27T14:26:42.595" v="222"/>
          <ac:grpSpMkLst>
            <pc:docMk/>
            <pc:sldMk cId="3206787028" sldId="282"/>
            <ac:grpSpMk id="30" creationId="{77E31B39-1800-4C09-82FD-8F870C013C96}"/>
          </ac:grpSpMkLst>
        </pc:grpChg>
        <pc:grpChg chg="add del mod">
          <ac:chgData name="沛溪 中村" userId="4b6ad4d7a42030dd" providerId="LiveId" clId="{03266B73-F375-47EE-A515-AB0BBCD617A2}" dt="2026-01-27T14:26:57.417" v="232"/>
          <ac:grpSpMkLst>
            <pc:docMk/>
            <pc:sldMk cId="3206787028" sldId="282"/>
            <ac:grpSpMk id="36" creationId="{1CFFBBF8-02F5-49E0-B03C-3139BED9DC79}"/>
          </ac:grpSpMkLst>
        </pc:grpChg>
        <pc:grpChg chg="mod">
          <ac:chgData name="沛溪 中村" userId="4b6ad4d7a42030dd" providerId="LiveId" clId="{03266B73-F375-47EE-A515-AB0BBCD617A2}" dt="2026-01-27T14:26:45.045" v="225"/>
          <ac:grpSpMkLst>
            <pc:docMk/>
            <pc:sldMk cId="3206787028" sldId="282"/>
            <ac:grpSpMk id="38" creationId="{C5F3146B-97F4-4A52-9A4D-FCF32F34ACB1}"/>
          </ac:grpSpMkLst>
        </pc:grpChg>
        <pc:grpChg chg="add mod">
          <ac:chgData name="沛溪 中村" userId="4b6ad4d7a42030dd" providerId="LiveId" clId="{03266B73-F375-47EE-A515-AB0BBCD617A2}" dt="2026-01-27T14:27:00.725" v="235"/>
          <ac:grpSpMkLst>
            <pc:docMk/>
            <pc:sldMk cId="3206787028" sldId="282"/>
            <ac:grpSpMk id="45" creationId="{79997F64-FBEC-4140-BDF8-F8FD7B121335}"/>
          </ac:grpSpMkLst>
        </pc:grpChg>
        <pc:grpChg chg="mod">
          <ac:chgData name="沛溪 中村" userId="4b6ad4d7a42030dd" providerId="LiveId" clId="{03266B73-F375-47EE-A515-AB0BBCD617A2}" dt="2026-01-27T14:27:00.725" v="235"/>
          <ac:grpSpMkLst>
            <pc:docMk/>
            <pc:sldMk cId="3206787028" sldId="282"/>
            <ac:grpSpMk id="46" creationId="{F2E1136B-9BB0-46F7-8B47-4CE8CBA952E8}"/>
          </ac:grpSpMkLst>
        </pc:grpChg>
        <pc:picChg chg="add del">
          <ac:chgData name="沛溪 中村" userId="4b6ad4d7a42030dd" providerId="LiveId" clId="{03266B73-F375-47EE-A515-AB0BBCD617A2}" dt="2026-01-27T14:26:57.976" v="233" actId="478"/>
          <ac:picMkLst>
            <pc:docMk/>
            <pc:sldMk cId="3206787028" sldId="282"/>
            <ac:picMk id="19" creationId="{BD8667EB-D62E-446B-B2D6-02B762FA097B}"/>
          </ac:picMkLst>
        </pc:picChg>
        <pc:picChg chg="mod">
          <ac:chgData name="沛溪 中村" userId="4b6ad4d7a42030dd" providerId="LiveId" clId="{03266B73-F375-47EE-A515-AB0BBCD617A2}" dt="2026-01-27T14:26:42.595" v="222"/>
          <ac:picMkLst>
            <pc:docMk/>
            <pc:sldMk cId="3206787028" sldId="282"/>
            <ac:picMk id="31" creationId="{EDBFCE8C-74CA-4EDB-A783-9A026E7E08FA}"/>
          </ac:picMkLst>
        </pc:picChg>
        <pc:picChg chg="mod">
          <ac:chgData name="沛溪 中村" userId="4b6ad4d7a42030dd" providerId="LiveId" clId="{03266B73-F375-47EE-A515-AB0BBCD617A2}" dt="2026-01-27T14:26:45.045" v="225"/>
          <ac:picMkLst>
            <pc:docMk/>
            <pc:sldMk cId="3206787028" sldId="282"/>
            <ac:picMk id="39" creationId="{AA1C8059-4E49-4FAC-8823-680D974757E6}"/>
          </ac:picMkLst>
        </pc:picChg>
        <pc:picChg chg="mod">
          <ac:chgData name="沛溪 中村" userId="4b6ad4d7a42030dd" providerId="LiveId" clId="{03266B73-F375-47EE-A515-AB0BBCD617A2}" dt="2026-01-27T14:27:00.725" v="235"/>
          <ac:picMkLst>
            <pc:docMk/>
            <pc:sldMk cId="3206787028" sldId="282"/>
            <ac:picMk id="47" creationId="{5A3D21BE-C3F3-4F39-9D39-17A9ADB9F6C2}"/>
          </ac:picMkLst>
        </pc:picChg>
        <pc:cxnChg chg="mod">
          <ac:chgData name="沛溪 中村" userId="4b6ad4d7a42030dd" providerId="LiveId" clId="{03266B73-F375-47EE-A515-AB0BBCD617A2}" dt="2026-01-27T14:27:13.092" v="249" actId="208"/>
          <ac:cxnSpMkLst>
            <pc:docMk/>
            <pc:sldMk cId="3206787028" sldId="282"/>
            <ac:cxnSpMk id="35" creationId="{DBCC9A52-F23C-40E9-9ED5-560FA6E8C08B}"/>
          </ac:cxnSpMkLst>
        </pc:cxnChg>
        <pc:cxnChg chg="mod">
          <ac:chgData name="沛溪 中村" userId="4b6ad4d7a42030dd" providerId="LiveId" clId="{03266B73-F375-47EE-A515-AB0BBCD617A2}" dt="2026-01-27T14:27:13.092" v="249" actId="208"/>
          <ac:cxnSpMkLst>
            <pc:docMk/>
            <pc:sldMk cId="3206787028" sldId="282"/>
            <ac:cxnSpMk id="37" creationId="{AB2808C3-F15B-4670-A68E-7D62BF92A717}"/>
          </ac:cxnSpMkLst>
        </pc:cxnChg>
        <pc:cxnChg chg="mod">
          <ac:chgData name="沛溪 中村" userId="4b6ad4d7a42030dd" providerId="LiveId" clId="{03266B73-F375-47EE-A515-AB0BBCD617A2}" dt="2026-01-27T14:27:13.092" v="249" actId="208"/>
          <ac:cxnSpMkLst>
            <pc:docMk/>
            <pc:sldMk cId="3206787028" sldId="282"/>
            <ac:cxnSpMk id="59" creationId="{007B5ECC-D1C3-4CD1-AC32-72414C03504D}"/>
          </ac:cxnSpMkLst>
        </pc:cxnChg>
      </pc:sldChg>
      <pc:sldChg chg="addSp delSp modSp add mod">
        <pc:chgData name="沛溪 中村" userId="4b6ad4d7a42030dd" providerId="LiveId" clId="{03266B73-F375-47EE-A515-AB0BBCD617A2}" dt="2026-01-28T06:21:03.504" v="8442" actId="1076"/>
        <pc:sldMkLst>
          <pc:docMk/>
          <pc:sldMk cId="1377458343" sldId="283"/>
        </pc:sldMkLst>
        <pc:spChg chg="mod">
          <ac:chgData name="沛溪 中村" userId="4b6ad4d7a42030dd" providerId="LiveId" clId="{03266B73-F375-47EE-A515-AB0BBCD617A2}" dt="2026-01-27T14:50:45.662" v="1078" actId="14100"/>
          <ac:spMkLst>
            <pc:docMk/>
            <pc:sldMk cId="1377458343" sldId="283"/>
            <ac:spMk id="2" creationId="{529201A5-D1E3-46D0-BB18-C33BB318D456}"/>
          </ac:spMkLst>
        </pc:spChg>
        <pc:spChg chg="add mod">
          <ac:chgData name="沛溪 中村" userId="4b6ad4d7a42030dd" providerId="LiveId" clId="{03266B73-F375-47EE-A515-AB0BBCD617A2}" dt="2026-01-28T06:20:52.537" v="8439" actId="113"/>
          <ac:spMkLst>
            <pc:docMk/>
            <pc:sldMk cId="1377458343" sldId="283"/>
            <ac:spMk id="3" creationId="{653DB8ED-3567-43D3-9928-6C074DCF24CC}"/>
          </ac:spMkLst>
        </pc:spChg>
        <pc:spChg chg="mod">
          <ac:chgData name="沛溪 中村" userId="4b6ad4d7a42030dd" providerId="LiveId" clId="{03266B73-F375-47EE-A515-AB0BBCD617A2}" dt="2026-01-27T14:32:20.987" v="567" actId="1076"/>
          <ac:spMkLst>
            <pc:docMk/>
            <pc:sldMk cId="1377458343" sldId="283"/>
            <ac:spMk id="5" creationId="{3D195604-6E68-48B8-9C23-6B19CBE01A8A}"/>
          </ac:spMkLst>
        </pc:spChg>
        <pc:spChg chg="del">
          <ac:chgData name="沛溪 中村" userId="4b6ad4d7a42030dd" providerId="LiveId" clId="{03266B73-F375-47EE-A515-AB0BBCD617A2}" dt="2026-01-27T14:30:06.403" v="295" actId="478"/>
          <ac:spMkLst>
            <pc:docMk/>
            <pc:sldMk cId="1377458343" sldId="283"/>
            <ac:spMk id="9" creationId="{A0F27437-B27B-49CE-B490-16E6E15B1BDA}"/>
          </ac:spMkLst>
        </pc:spChg>
        <pc:spChg chg="add mod">
          <ac:chgData name="沛溪 中村" userId="4b6ad4d7a42030dd" providerId="LiveId" clId="{03266B73-F375-47EE-A515-AB0BBCD617A2}" dt="2026-01-28T06:21:03.504" v="8442" actId="1076"/>
          <ac:spMkLst>
            <pc:docMk/>
            <pc:sldMk cId="1377458343" sldId="283"/>
            <ac:spMk id="11" creationId="{AF18516C-14D7-4B89-ACC0-FEC840C8E3EB}"/>
          </ac:spMkLst>
        </pc:spChg>
        <pc:grpChg chg="add mod">
          <ac:chgData name="沛溪 中村" userId="4b6ad4d7a42030dd" providerId="LiveId" clId="{03266B73-F375-47EE-A515-AB0BBCD617A2}" dt="2026-01-28T06:08:52.663" v="8430" actId="1076"/>
          <ac:grpSpMkLst>
            <pc:docMk/>
            <pc:sldMk cId="1377458343" sldId="283"/>
            <ac:grpSpMk id="10" creationId="{313CCCE7-1A04-4814-82D4-44A5EA3E0A3A}"/>
          </ac:grpSpMkLst>
        </pc:grpChg>
        <pc:picChg chg="add mod">
          <ac:chgData name="沛溪 中村" userId="4b6ad4d7a42030dd" providerId="LiveId" clId="{03266B73-F375-47EE-A515-AB0BBCD617A2}" dt="2026-01-27T14:33:40.602" v="588" actId="164"/>
          <ac:picMkLst>
            <pc:docMk/>
            <pc:sldMk cId="1377458343" sldId="283"/>
            <ac:picMk id="6" creationId="{EFEEBF3E-5030-4154-BB55-2CD91103C0C9}"/>
          </ac:picMkLst>
        </pc:picChg>
        <pc:picChg chg="add mod modCrop">
          <ac:chgData name="沛溪 中村" userId="4b6ad4d7a42030dd" providerId="LiveId" clId="{03266B73-F375-47EE-A515-AB0BBCD617A2}" dt="2026-01-27T14:33:40.602" v="588" actId="164"/>
          <ac:picMkLst>
            <pc:docMk/>
            <pc:sldMk cId="1377458343" sldId="283"/>
            <ac:picMk id="8" creationId="{0616CAAB-39EA-4410-BF06-938E3965F780}"/>
          </ac:picMkLst>
        </pc:picChg>
      </pc:sldChg>
      <pc:sldChg chg="addSp delSp modSp add mod">
        <pc:chgData name="沛溪 中村" userId="4b6ad4d7a42030dd" providerId="LiveId" clId="{03266B73-F375-47EE-A515-AB0BBCD617A2}" dt="2026-01-28T06:09:08.477" v="8438" actId="14861"/>
        <pc:sldMkLst>
          <pc:docMk/>
          <pc:sldMk cId="2741654346" sldId="284"/>
        </pc:sldMkLst>
        <pc:spChg chg="mod">
          <ac:chgData name="沛溪 中村" userId="4b6ad4d7a42030dd" providerId="LiveId" clId="{03266B73-F375-47EE-A515-AB0BBCD617A2}" dt="2026-01-27T14:50:51.913" v="1093" actId="14100"/>
          <ac:spMkLst>
            <pc:docMk/>
            <pc:sldMk cId="2741654346" sldId="284"/>
            <ac:spMk id="2" creationId="{529201A5-D1E3-46D0-BB18-C33BB318D456}"/>
          </ac:spMkLst>
        </pc:spChg>
        <pc:spChg chg="del">
          <ac:chgData name="沛溪 中村" userId="4b6ad4d7a42030dd" providerId="LiveId" clId="{03266B73-F375-47EE-A515-AB0BBCD617A2}" dt="2026-01-27T14:34:57.512" v="783" actId="478"/>
          <ac:spMkLst>
            <pc:docMk/>
            <pc:sldMk cId="2741654346" sldId="284"/>
            <ac:spMk id="3" creationId="{653DB8ED-3567-43D3-9928-6C074DCF24CC}"/>
          </ac:spMkLst>
        </pc:spChg>
        <pc:spChg chg="add del">
          <ac:chgData name="沛溪 中村" userId="4b6ad4d7a42030dd" providerId="LiveId" clId="{03266B73-F375-47EE-A515-AB0BBCD617A2}" dt="2026-01-27T14:35:03.929" v="787" actId="478"/>
          <ac:spMkLst>
            <pc:docMk/>
            <pc:sldMk cId="2741654346" sldId="284"/>
            <ac:spMk id="5" creationId="{3D195604-6E68-48B8-9C23-6B19CBE01A8A}"/>
          </ac:spMkLst>
        </pc:spChg>
        <pc:spChg chg="add mod">
          <ac:chgData name="沛溪 中村" userId="4b6ad4d7a42030dd" providerId="LiveId" clId="{03266B73-F375-47EE-A515-AB0BBCD617A2}" dt="2026-01-27T14:47:37.340" v="1000" actId="1076"/>
          <ac:spMkLst>
            <pc:docMk/>
            <pc:sldMk cId="2741654346" sldId="284"/>
            <ac:spMk id="9" creationId="{D8A041A7-D9B2-4A18-9E46-BB93B861D099}"/>
          </ac:spMkLst>
        </pc:spChg>
        <pc:spChg chg="del">
          <ac:chgData name="沛溪 中村" userId="4b6ad4d7a42030dd" providerId="LiveId" clId="{03266B73-F375-47EE-A515-AB0BBCD617A2}" dt="2026-01-27T14:35:01.598" v="786" actId="478"/>
          <ac:spMkLst>
            <pc:docMk/>
            <pc:sldMk cId="2741654346" sldId="284"/>
            <ac:spMk id="11" creationId="{AF18516C-14D7-4B89-ACC0-FEC840C8E3EB}"/>
          </ac:spMkLst>
        </pc:spChg>
        <pc:spChg chg="add del">
          <ac:chgData name="沛溪 中村" userId="4b6ad4d7a42030dd" providerId="LiveId" clId="{03266B73-F375-47EE-A515-AB0BBCD617A2}" dt="2026-01-27T14:35:42.150" v="790" actId="22"/>
          <ac:spMkLst>
            <pc:docMk/>
            <pc:sldMk cId="2741654346" sldId="284"/>
            <ac:spMk id="12" creationId="{8DB36E32-401E-4FF6-9B85-A1F0A816AEF4}"/>
          </ac:spMkLst>
        </pc:spChg>
        <pc:spChg chg="add mod">
          <ac:chgData name="沛溪 中村" userId="4b6ad4d7a42030dd" providerId="LiveId" clId="{03266B73-F375-47EE-A515-AB0BBCD617A2}" dt="2026-01-27T14:40:45.255" v="905" actId="14100"/>
          <ac:spMkLst>
            <pc:docMk/>
            <pc:sldMk cId="2741654346" sldId="284"/>
            <ac:spMk id="13" creationId="{05B7E921-028A-42CC-A33E-5E6ACCA12E95}"/>
          </ac:spMkLst>
        </pc:spChg>
        <pc:spChg chg="add del mod">
          <ac:chgData name="沛溪 中村" userId="4b6ad4d7a42030dd" providerId="LiveId" clId="{03266B73-F375-47EE-A515-AB0BBCD617A2}" dt="2026-01-27T14:49:28.401" v="1021" actId="478"/>
          <ac:spMkLst>
            <pc:docMk/>
            <pc:sldMk cId="2741654346" sldId="284"/>
            <ac:spMk id="16" creationId="{E270CB72-86DA-4F1A-AF61-25549DCC0F52}"/>
          </ac:spMkLst>
        </pc:spChg>
        <pc:spChg chg="add mod">
          <ac:chgData name="沛溪 中村" userId="4b6ad4d7a42030dd" providerId="LiveId" clId="{03266B73-F375-47EE-A515-AB0BBCD617A2}" dt="2026-01-27T14:49:38.157" v="1026" actId="20577"/>
          <ac:spMkLst>
            <pc:docMk/>
            <pc:sldMk cId="2741654346" sldId="284"/>
            <ac:spMk id="17" creationId="{BFB8D47B-6068-455D-91C1-ED524AC5A4AD}"/>
          </ac:spMkLst>
        </pc:spChg>
        <pc:spChg chg="add mod">
          <ac:chgData name="沛溪 中村" userId="4b6ad4d7a42030dd" providerId="LiveId" clId="{03266B73-F375-47EE-A515-AB0BBCD617A2}" dt="2026-01-27T14:40:15.933" v="900" actId="164"/>
          <ac:spMkLst>
            <pc:docMk/>
            <pc:sldMk cId="2741654346" sldId="284"/>
            <ac:spMk id="18" creationId="{8184B9B7-6514-4F36-85A4-8DEB992427A7}"/>
          </ac:spMkLst>
        </pc:spChg>
        <pc:spChg chg="add mod">
          <ac:chgData name="沛溪 中村" userId="4b6ad4d7a42030dd" providerId="LiveId" clId="{03266B73-F375-47EE-A515-AB0BBCD617A2}" dt="2026-01-27T14:41:24.547" v="998" actId="1076"/>
          <ac:spMkLst>
            <pc:docMk/>
            <pc:sldMk cId="2741654346" sldId="284"/>
            <ac:spMk id="44" creationId="{082D04CE-99DA-4E5E-B237-193E8CD6D109}"/>
          </ac:spMkLst>
        </pc:spChg>
        <pc:spChg chg="add mod">
          <ac:chgData name="沛溪 中村" userId="4b6ad4d7a42030dd" providerId="LiveId" clId="{03266B73-F375-47EE-A515-AB0BBCD617A2}" dt="2026-01-27T14:50:19.225" v="1044" actId="1076"/>
          <ac:spMkLst>
            <pc:docMk/>
            <pc:sldMk cId="2741654346" sldId="284"/>
            <ac:spMk id="47" creationId="{28CAEAE6-279C-40B1-80DA-D06390C85759}"/>
          </ac:spMkLst>
        </pc:spChg>
        <pc:spChg chg="add mod">
          <ac:chgData name="沛溪 中村" userId="4b6ad4d7a42030dd" providerId="LiveId" clId="{03266B73-F375-47EE-A515-AB0BBCD617A2}" dt="2026-01-27T14:49:34.338" v="1024" actId="1076"/>
          <ac:spMkLst>
            <pc:docMk/>
            <pc:sldMk cId="2741654346" sldId="284"/>
            <ac:spMk id="48" creationId="{423A0851-B42D-45E3-A353-FDFD6F3DFC61}"/>
          </ac:spMkLst>
        </pc:spChg>
        <pc:spChg chg="add mod">
          <ac:chgData name="沛溪 中村" userId="4b6ad4d7a42030dd" providerId="LiveId" clId="{03266B73-F375-47EE-A515-AB0BBCD617A2}" dt="2026-01-27T15:02:16.533" v="1280" actId="1076"/>
          <ac:spMkLst>
            <pc:docMk/>
            <pc:sldMk cId="2741654346" sldId="284"/>
            <ac:spMk id="49" creationId="{745EAEB5-DA17-4112-8010-90D24CE85EE1}"/>
          </ac:spMkLst>
        </pc:spChg>
        <pc:spChg chg="add del">
          <ac:chgData name="沛溪 中村" userId="4b6ad4d7a42030dd" providerId="LiveId" clId="{03266B73-F375-47EE-A515-AB0BBCD617A2}" dt="2026-01-27T15:00:34.266" v="1160"/>
          <ac:spMkLst>
            <pc:docMk/>
            <pc:sldMk cId="2741654346" sldId="284"/>
            <ac:spMk id="50" creationId="{5A8167E7-6427-4C5F-940F-6788BAF18B4B}"/>
          </ac:spMkLst>
        </pc:spChg>
        <pc:spChg chg="add del mod">
          <ac:chgData name="沛溪 中村" userId="4b6ad4d7a42030dd" providerId="LiveId" clId="{03266B73-F375-47EE-A515-AB0BBCD617A2}" dt="2026-01-27T15:00:33.874" v="1159"/>
          <ac:spMkLst>
            <pc:docMk/>
            <pc:sldMk cId="2741654346" sldId="284"/>
            <ac:spMk id="51" creationId="{54020B63-1568-468B-88D6-5A0F74394191}"/>
          </ac:spMkLst>
        </pc:spChg>
        <pc:spChg chg="add del mod">
          <ac:chgData name="沛溪 中村" userId="4b6ad4d7a42030dd" providerId="LiveId" clId="{03266B73-F375-47EE-A515-AB0BBCD617A2}" dt="2026-01-27T15:01:14.256" v="1204"/>
          <ac:spMkLst>
            <pc:docMk/>
            <pc:sldMk cId="2741654346" sldId="284"/>
            <ac:spMk id="52" creationId="{31231A50-2C5D-4711-B08B-A970A2725AAE}"/>
          </ac:spMkLst>
        </pc:spChg>
        <pc:grpChg chg="del">
          <ac:chgData name="沛溪 中村" userId="4b6ad4d7a42030dd" providerId="LiveId" clId="{03266B73-F375-47EE-A515-AB0BBCD617A2}" dt="2026-01-27T14:34:56.004" v="782" actId="478"/>
          <ac:grpSpMkLst>
            <pc:docMk/>
            <pc:sldMk cId="2741654346" sldId="284"/>
            <ac:grpSpMk id="10" creationId="{313CCCE7-1A04-4814-82D4-44A5EA3E0A3A}"/>
          </ac:grpSpMkLst>
        </pc:grpChg>
        <pc:grpChg chg="add mod">
          <ac:chgData name="沛溪 中村" userId="4b6ad4d7a42030dd" providerId="LiveId" clId="{03266B73-F375-47EE-A515-AB0BBCD617A2}" dt="2026-01-28T06:09:08.477" v="8438" actId="14861"/>
          <ac:grpSpMkLst>
            <pc:docMk/>
            <pc:sldMk cId="2741654346" sldId="284"/>
            <ac:grpSpMk id="43" creationId="{646040B4-20E1-4E2A-A468-0DF3F57EF7DF}"/>
          </ac:grpSpMkLst>
        </pc:grpChg>
        <pc:picChg chg="add mod">
          <ac:chgData name="沛溪 中村" userId="4b6ad4d7a42030dd" providerId="LiveId" clId="{03266B73-F375-47EE-A515-AB0BBCD617A2}" dt="2026-01-27T14:40:15.933" v="900" actId="164"/>
          <ac:picMkLst>
            <pc:docMk/>
            <pc:sldMk cId="2741654346" sldId="284"/>
            <ac:picMk id="15" creationId="{28D6530C-CE6A-4FC4-95F0-2CB215AF44B3}"/>
          </ac:picMkLst>
        </pc:picChg>
        <pc:picChg chg="add mod">
          <ac:chgData name="沛溪 中村" userId="4b6ad4d7a42030dd" providerId="LiveId" clId="{03266B73-F375-47EE-A515-AB0BBCD617A2}" dt="2026-01-28T06:09:08.477" v="8438" actId="14861"/>
          <ac:picMkLst>
            <pc:docMk/>
            <pc:sldMk cId="2741654346" sldId="284"/>
            <ac:picMk id="46" creationId="{7E3561E3-3AAD-46C9-9903-EE8CB0F6B75C}"/>
          </ac:picMkLst>
        </pc:picChg>
        <pc:cxnChg chg="add del mod">
          <ac:chgData name="沛溪 中村" userId="4b6ad4d7a42030dd" providerId="LiveId" clId="{03266B73-F375-47EE-A515-AB0BBCD617A2}" dt="2026-01-27T14:38:29.217" v="860" actId="478"/>
          <ac:cxnSpMkLst>
            <pc:docMk/>
            <pc:sldMk cId="2741654346" sldId="284"/>
            <ac:cxnSpMk id="20" creationId="{647D975D-25F8-4EBD-BAA4-A749E5DCC26D}"/>
          </ac:cxnSpMkLst>
        </pc:cxnChg>
        <pc:cxnChg chg="add del mod">
          <ac:chgData name="沛溪 中村" userId="4b6ad4d7a42030dd" providerId="LiveId" clId="{03266B73-F375-47EE-A515-AB0BBCD617A2}" dt="2026-01-27T14:38:30.018" v="861" actId="478"/>
          <ac:cxnSpMkLst>
            <pc:docMk/>
            <pc:sldMk cId="2741654346" sldId="284"/>
            <ac:cxnSpMk id="23" creationId="{C51668C9-C69E-47F4-8F7D-0AED45FA399A}"/>
          </ac:cxnSpMkLst>
        </pc:cxnChg>
        <pc:cxnChg chg="add mod">
          <ac:chgData name="沛溪 中村" userId="4b6ad4d7a42030dd" providerId="LiveId" clId="{03266B73-F375-47EE-A515-AB0BBCD617A2}" dt="2026-01-27T14:40:15.933" v="900" actId="164"/>
          <ac:cxnSpMkLst>
            <pc:docMk/>
            <pc:sldMk cId="2741654346" sldId="284"/>
            <ac:cxnSpMk id="29" creationId="{DCD51BE4-EB51-40F7-B35E-08EE43A43152}"/>
          </ac:cxnSpMkLst>
        </pc:cxnChg>
        <pc:cxnChg chg="add mod">
          <ac:chgData name="沛溪 中村" userId="4b6ad4d7a42030dd" providerId="LiveId" clId="{03266B73-F375-47EE-A515-AB0BBCD617A2}" dt="2026-01-27T14:40:15.933" v="900" actId="164"/>
          <ac:cxnSpMkLst>
            <pc:docMk/>
            <pc:sldMk cId="2741654346" sldId="284"/>
            <ac:cxnSpMk id="35" creationId="{F810C63E-2CC4-4AFB-9949-DB49382A06F1}"/>
          </ac:cxnSpMkLst>
        </pc:cxnChg>
        <pc:cxnChg chg="add mod">
          <ac:chgData name="沛溪 中村" userId="4b6ad4d7a42030dd" providerId="LiveId" clId="{03266B73-F375-47EE-A515-AB0BBCD617A2}" dt="2026-01-27T14:40:15.933" v="900" actId="164"/>
          <ac:cxnSpMkLst>
            <pc:docMk/>
            <pc:sldMk cId="2741654346" sldId="284"/>
            <ac:cxnSpMk id="41" creationId="{3C25E4CE-2299-49A2-985B-460A30B67982}"/>
          </ac:cxnSpMkLst>
        </pc:cxnChg>
      </pc:sldChg>
      <pc:sldChg chg="addSp delSp modSp add mod">
        <pc:chgData name="沛溪 中村" userId="4b6ad4d7a42030dd" providerId="LiveId" clId="{03266B73-F375-47EE-A515-AB0BBCD617A2}" dt="2026-01-27T15:08:24.977" v="1804" actId="1076"/>
        <pc:sldMkLst>
          <pc:docMk/>
          <pc:sldMk cId="1376228552" sldId="285"/>
        </pc:sldMkLst>
        <pc:spChg chg="mod">
          <ac:chgData name="沛溪 中村" userId="4b6ad4d7a42030dd" providerId="LiveId" clId="{03266B73-F375-47EE-A515-AB0BBCD617A2}" dt="2026-01-27T15:02:51.901" v="1299" actId="20577"/>
          <ac:spMkLst>
            <pc:docMk/>
            <pc:sldMk cId="1376228552" sldId="285"/>
            <ac:spMk id="2" creationId="{529201A5-D1E3-46D0-BB18-C33BB318D456}"/>
          </ac:spMkLst>
        </pc:spChg>
        <pc:spChg chg="del">
          <ac:chgData name="沛溪 中村" userId="4b6ad4d7a42030dd" providerId="LiveId" clId="{03266B73-F375-47EE-A515-AB0BBCD617A2}" dt="2026-01-27T15:02:54.506" v="1300" actId="478"/>
          <ac:spMkLst>
            <pc:docMk/>
            <pc:sldMk cId="1376228552" sldId="285"/>
            <ac:spMk id="13" creationId="{05B7E921-028A-42CC-A33E-5E6ACCA12E95}"/>
          </ac:spMkLst>
        </pc:spChg>
        <pc:spChg chg="add mod">
          <ac:chgData name="沛溪 中村" userId="4b6ad4d7a42030dd" providerId="LiveId" clId="{03266B73-F375-47EE-A515-AB0BBCD617A2}" dt="2026-01-27T15:05:35.477" v="1332" actId="1076"/>
          <ac:spMkLst>
            <pc:docMk/>
            <pc:sldMk cId="1376228552" sldId="285"/>
            <ac:spMk id="19" creationId="{4538FFA4-3226-4D0A-850D-90CD023873AB}"/>
          </ac:spMkLst>
        </pc:spChg>
        <pc:spChg chg="add del mod">
          <ac:chgData name="沛溪 中村" userId="4b6ad4d7a42030dd" providerId="LiveId" clId="{03266B73-F375-47EE-A515-AB0BBCD617A2}" dt="2026-01-27T15:05:48.225" v="1361" actId="478"/>
          <ac:spMkLst>
            <pc:docMk/>
            <pc:sldMk cId="1376228552" sldId="285"/>
            <ac:spMk id="20" creationId="{A14BA243-FA68-49B9-8C37-B86C6BD7285C}"/>
          </ac:spMkLst>
        </pc:spChg>
        <pc:spChg chg="add mod">
          <ac:chgData name="沛溪 中村" userId="4b6ad4d7a42030dd" providerId="LiveId" clId="{03266B73-F375-47EE-A515-AB0BBCD617A2}" dt="2026-01-27T15:08:24.977" v="1804" actId="1076"/>
          <ac:spMkLst>
            <pc:docMk/>
            <pc:sldMk cId="1376228552" sldId="285"/>
            <ac:spMk id="21" creationId="{6C577FB3-54A6-43B0-932D-DBE6A9E116E1}"/>
          </ac:spMkLst>
        </pc:spChg>
        <pc:spChg chg="del">
          <ac:chgData name="沛溪 中村" userId="4b6ad4d7a42030dd" providerId="LiveId" clId="{03266B73-F375-47EE-A515-AB0BBCD617A2}" dt="2026-01-27T15:02:56.023" v="1302" actId="478"/>
          <ac:spMkLst>
            <pc:docMk/>
            <pc:sldMk cId="1376228552" sldId="285"/>
            <ac:spMk id="44" creationId="{082D04CE-99DA-4E5E-B237-193E8CD6D109}"/>
          </ac:spMkLst>
        </pc:spChg>
        <pc:spChg chg="del">
          <ac:chgData name="沛溪 中村" userId="4b6ad4d7a42030dd" providerId="LiveId" clId="{03266B73-F375-47EE-A515-AB0BBCD617A2}" dt="2026-01-27T15:02:57.301" v="1303" actId="478"/>
          <ac:spMkLst>
            <pc:docMk/>
            <pc:sldMk cId="1376228552" sldId="285"/>
            <ac:spMk id="47" creationId="{28CAEAE6-279C-40B1-80DA-D06390C85759}"/>
          </ac:spMkLst>
        </pc:spChg>
        <pc:spChg chg="del">
          <ac:chgData name="沛溪 中村" userId="4b6ad4d7a42030dd" providerId="LiveId" clId="{03266B73-F375-47EE-A515-AB0BBCD617A2}" dt="2026-01-27T15:02:58.392" v="1304" actId="478"/>
          <ac:spMkLst>
            <pc:docMk/>
            <pc:sldMk cId="1376228552" sldId="285"/>
            <ac:spMk id="48" creationId="{423A0851-B42D-45E3-A353-FDFD6F3DFC61}"/>
          </ac:spMkLst>
        </pc:spChg>
        <pc:spChg chg="del">
          <ac:chgData name="沛溪 中村" userId="4b6ad4d7a42030dd" providerId="LiveId" clId="{03266B73-F375-47EE-A515-AB0BBCD617A2}" dt="2026-01-27T15:02:59.850" v="1306" actId="478"/>
          <ac:spMkLst>
            <pc:docMk/>
            <pc:sldMk cId="1376228552" sldId="285"/>
            <ac:spMk id="49" creationId="{745EAEB5-DA17-4112-8010-90D24CE85EE1}"/>
          </ac:spMkLst>
        </pc:spChg>
        <pc:grpChg chg="del">
          <ac:chgData name="沛溪 中村" userId="4b6ad4d7a42030dd" providerId="LiveId" clId="{03266B73-F375-47EE-A515-AB0BBCD617A2}" dt="2026-01-27T15:02:54.925" v="1301" actId="478"/>
          <ac:grpSpMkLst>
            <pc:docMk/>
            <pc:sldMk cId="1376228552" sldId="285"/>
            <ac:grpSpMk id="43" creationId="{646040B4-20E1-4E2A-A468-0DF3F57EF7DF}"/>
          </ac:grpSpMkLst>
        </pc:grpChg>
        <pc:picChg chg="del">
          <ac:chgData name="沛溪 中村" userId="4b6ad4d7a42030dd" providerId="LiveId" clId="{03266B73-F375-47EE-A515-AB0BBCD617A2}" dt="2026-01-27T15:02:58.909" v="1305" actId="478"/>
          <ac:picMkLst>
            <pc:docMk/>
            <pc:sldMk cId="1376228552" sldId="285"/>
            <ac:picMk id="46" creationId="{7E3561E3-3AAD-46C9-9903-EE8CB0F6B75C}"/>
          </ac:picMkLst>
        </pc:picChg>
      </pc:sldChg>
      <pc:sldChg chg="addSp delSp modSp add mod">
        <pc:chgData name="沛溪 中村" userId="4b6ad4d7a42030dd" providerId="LiveId" clId="{03266B73-F375-47EE-A515-AB0BBCD617A2}" dt="2026-01-28T06:21:46.216" v="8443" actId="1076"/>
        <pc:sldMkLst>
          <pc:docMk/>
          <pc:sldMk cId="1220708829" sldId="286"/>
        </pc:sldMkLst>
        <pc:spChg chg="mod">
          <ac:chgData name="沛溪 中村" userId="4b6ad4d7a42030dd" providerId="LiveId" clId="{03266B73-F375-47EE-A515-AB0BBCD617A2}" dt="2026-01-27T15:16:52.147" v="2602" actId="20577"/>
          <ac:spMkLst>
            <pc:docMk/>
            <pc:sldMk cId="1220708829" sldId="286"/>
            <ac:spMk id="2" creationId="{529201A5-D1E3-46D0-BB18-C33BB318D456}"/>
          </ac:spMkLst>
        </pc:spChg>
        <pc:spChg chg="add mod">
          <ac:chgData name="沛溪 中村" userId="4b6ad4d7a42030dd" providerId="LiveId" clId="{03266B73-F375-47EE-A515-AB0BBCD617A2}" dt="2026-01-27T15:16:03.603" v="2497" actId="1076"/>
          <ac:spMkLst>
            <pc:docMk/>
            <pc:sldMk cId="1220708829" sldId="286"/>
            <ac:spMk id="6" creationId="{6137E7A7-9339-4830-A527-3486AA7A988C}"/>
          </ac:spMkLst>
        </pc:spChg>
        <pc:spChg chg="add mod ord">
          <ac:chgData name="沛溪 中村" userId="4b6ad4d7a42030dd" providerId="LiveId" clId="{03266B73-F375-47EE-A515-AB0BBCD617A2}" dt="2026-01-27T15:19:48.534" v="2729" actId="1076"/>
          <ac:spMkLst>
            <pc:docMk/>
            <pc:sldMk cId="1220708829" sldId="286"/>
            <ac:spMk id="7" creationId="{70FCF9E5-BEA7-4B96-8C69-3E779FBB30DE}"/>
          </ac:spMkLst>
        </pc:spChg>
        <pc:spChg chg="add mod ord">
          <ac:chgData name="沛溪 中村" userId="4b6ad4d7a42030dd" providerId="LiveId" clId="{03266B73-F375-47EE-A515-AB0BBCD617A2}" dt="2026-01-27T15:35:38.633" v="4228" actId="1076"/>
          <ac:spMkLst>
            <pc:docMk/>
            <pc:sldMk cId="1220708829" sldId="286"/>
            <ac:spMk id="8" creationId="{7F6F7235-B9F3-4F1E-8EE2-BA65241F26D3}"/>
          </ac:spMkLst>
        </pc:spChg>
        <pc:spChg chg="mod">
          <ac:chgData name="沛溪 中村" userId="4b6ad4d7a42030dd" providerId="LiveId" clId="{03266B73-F375-47EE-A515-AB0BBCD617A2}" dt="2026-01-27T15:12:44.361" v="2097" actId="1076"/>
          <ac:spMkLst>
            <pc:docMk/>
            <pc:sldMk cId="1220708829" sldId="286"/>
            <ac:spMk id="9" creationId="{D8A041A7-D9B2-4A18-9E46-BB93B861D099}"/>
          </ac:spMkLst>
        </pc:spChg>
        <pc:spChg chg="add mod">
          <ac:chgData name="沛溪 中村" userId="4b6ad4d7a42030dd" providerId="LiveId" clId="{03266B73-F375-47EE-A515-AB0BBCD617A2}" dt="2026-01-27T15:25:11.458" v="3022" actId="20577"/>
          <ac:spMkLst>
            <pc:docMk/>
            <pc:sldMk cId="1220708829" sldId="286"/>
            <ac:spMk id="10" creationId="{710D509C-535B-4339-A30A-2E55CFEE7648}"/>
          </ac:spMkLst>
        </pc:spChg>
        <pc:spChg chg="add mod">
          <ac:chgData name="沛溪 中村" userId="4b6ad4d7a42030dd" providerId="LiveId" clId="{03266B73-F375-47EE-A515-AB0BBCD617A2}" dt="2026-01-28T06:21:46.216" v="8443" actId="1076"/>
          <ac:spMkLst>
            <pc:docMk/>
            <pc:sldMk cId="1220708829" sldId="286"/>
            <ac:spMk id="11" creationId="{CFF420A1-CE0F-45DA-A385-BEDE52A82F9D}"/>
          </ac:spMkLst>
        </pc:spChg>
        <pc:spChg chg="add del mod">
          <ac:chgData name="沛溪 中村" userId="4b6ad4d7a42030dd" providerId="LiveId" clId="{03266B73-F375-47EE-A515-AB0BBCD617A2}" dt="2026-01-27T15:19:38.755" v="2726" actId="14861"/>
          <ac:spMkLst>
            <pc:docMk/>
            <pc:sldMk cId="1220708829" sldId="286"/>
            <ac:spMk id="12" creationId="{60DCC46C-74D7-43A4-872F-D875FF285F97}"/>
          </ac:spMkLst>
        </pc:spChg>
        <pc:spChg chg="del">
          <ac:chgData name="沛溪 中村" userId="4b6ad4d7a42030dd" providerId="LiveId" clId="{03266B73-F375-47EE-A515-AB0BBCD617A2}" dt="2026-01-27T15:09:29.206" v="1868" actId="478"/>
          <ac:spMkLst>
            <pc:docMk/>
            <pc:sldMk cId="1220708829" sldId="286"/>
            <ac:spMk id="19" creationId="{4538FFA4-3226-4D0A-850D-90CD023873AB}"/>
          </ac:spMkLst>
        </pc:spChg>
        <pc:spChg chg="del">
          <ac:chgData name="沛溪 中村" userId="4b6ad4d7a42030dd" providerId="LiveId" clId="{03266B73-F375-47EE-A515-AB0BBCD617A2}" dt="2026-01-27T15:09:30.113" v="1869" actId="478"/>
          <ac:spMkLst>
            <pc:docMk/>
            <pc:sldMk cId="1220708829" sldId="286"/>
            <ac:spMk id="21" creationId="{6C577FB3-54A6-43B0-932D-DBE6A9E116E1}"/>
          </ac:spMkLst>
        </pc:spChg>
      </pc:sldChg>
      <pc:sldChg chg="addSp delSp modSp add mod">
        <pc:chgData name="沛溪 中村" userId="4b6ad4d7a42030dd" providerId="LiveId" clId="{03266B73-F375-47EE-A515-AB0BBCD617A2}" dt="2026-01-28T06:05:12.199" v="8366" actId="403"/>
        <pc:sldMkLst>
          <pc:docMk/>
          <pc:sldMk cId="732145828" sldId="287"/>
        </pc:sldMkLst>
        <pc:spChg chg="mod">
          <ac:chgData name="沛溪 中村" userId="4b6ad4d7a42030dd" providerId="LiveId" clId="{03266B73-F375-47EE-A515-AB0BBCD617A2}" dt="2026-01-27T15:16:49.321" v="2600" actId="20577"/>
          <ac:spMkLst>
            <pc:docMk/>
            <pc:sldMk cId="732145828" sldId="287"/>
            <ac:spMk id="2" creationId="{529201A5-D1E3-46D0-BB18-C33BB318D456}"/>
          </ac:spMkLst>
        </pc:spChg>
        <pc:spChg chg="del">
          <ac:chgData name="沛溪 中村" userId="4b6ad4d7a42030dd" providerId="LiveId" clId="{03266B73-F375-47EE-A515-AB0BBCD617A2}" dt="2026-01-27T15:20:10.158" v="2741" actId="478"/>
          <ac:spMkLst>
            <pc:docMk/>
            <pc:sldMk cId="732145828" sldId="287"/>
            <ac:spMk id="6" creationId="{6137E7A7-9339-4830-A527-3486AA7A988C}"/>
          </ac:spMkLst>
        </pc:spChg>
        <pc:spChg chg="del">
          <ac:chgData name="沛溪 中村" userId="4b6ad4d7a42030dd" providerId="LiveId" clId="{03266B73-F375-47EE-A515-AB0BBCD617A2}" dt="2026-01-27T15:17:28.007" v="2603" actId="478"/>
          <ac:spMkLst>
            <pc:docMk/>
            <pc:sldMk cId="732145828" sldId="287"/>
            <ac:spMk id="7" creationId="{70FCF9E5-BEA7-4B96-8C69-3E779FBB30DE}"/>
          </ac:spMkLst>
        </pc:spChg>
        <pc:spChg chg="del">
          <ac:chgData name="沛溪 中村" userId="4b6ad4d7a42030dd" providerId="LiveId" clId="{03266B73-F375-47EE-A515-AB0BBCD617A2}" dt="2026-01-27T15:17:29.817" v="2604" actId="478"/>
          <ac:spMkLst>
            <pc:docMk/>
            <pc:sldMk cId="732145828" sldId="287"/>
            <ac:spMk id="8" creationId="{7F6F7235-B9F3-4F1E-8EE2-BA65241F26D3}"/>
          </ac:spMkLst>
        </pc:spChg>
        <pc:spChg chg="del">
          <ac:chgData name="沛溪 中村" userId="4b6ad4d7a42030dd" providerId="LiveId" clId="{03266B73-F375-47EE-A515-AB0BBCD617A2}" dt="2026-01-27T15:20:09.247" v="2740" actId="478"/>
          <ac:spMkLst>
            <pc:docMk/>
            <pc:sldMk cId="732145828" sldId="287"/>
            <ac:spMk id="10" creationId="{710D509C-535B-4339-A30A-2E55CFEE7648}"/>
          </ac:spMkLst>
        </pc:spChg>
        <pc:spChg chg="del">
          <ac:chgData name="沛溪 中村" userId="4b6ad4d7a42030dd" providerId="LiveId" clId="{03266B73-F375-47EE-A515-AB0BBCD617A2}" dt="2026-01-27T15:20:11.140" v="2742" actId="478"/>
          <ac:spMkLst>
            <pc:docMk/>
            <pc:sldMk cId="732145828" sldId="287"/>
            <ac:spMk id="11" creationId="{CFF420A1-CE0F-45DA-A385-BEDE52A82F9D}"/>
          </ac:spMkLst>
        </pc:spChg>
        <pc:spChg chg="add mod">
          <ac:chgData name="沛溪 中村" userId="4b6ad4d7a42030dd" providerId="LiveId" clId="{03266B73-F375-47EE-A515-AB0BBCD617A2}" dt="2026-01-28T06:05:12.199" v="8366" actId="403"/>
          <ac:spMkLst>
            <pc:docMk/>
            <pc:sldMk cId="732145828" sldId="287"/>
            <ac:spMk id="12" creationId="{5015E154-C7A2-4DE0-B8B5-751987F40EF0}"/>
          </ac:spMkLst>
        </pc:spChg>
        <pc:spChg chg="add mod">
          <ac:chgData name="沛溪 中村" userId="4b6ad4d7a42030dd" providerId="LiveId" clId="{03266B73-F375-47EE-A515-AB0BBCD617A2}" dt="2026-01-27T15:30:37.995" v="3499" actId="1076"/>
          <ac:spMkLst>
            <pc:docMk/>
            <pc:sldMk cId="732145828" sldId="287"/>
            <ac:spMk id="13" creationId="{962DBCAD-4A0F-4684-AD78-5F215016F564}"/>
          </ac:spMkLst>
        </pc:spChg>
        <pc:spChg chg="add del mod">
          <ac:chgData name="沛溪 中村" userId="4b6ad4d7a42030dd" providerId="LiveId" clId="{03266B73-F375-47EE-A515-AB0BBCD617A2}" dt="2026-01-27T15:25:20.320" v="3023" actId="478"/>
          <ac:spMkLst>
            <pc:docMk/>
            <pc:sldMk cId="732145828" sldId="287"/>
            <ac:spMk id="14" creationId="{4EF067DD-FE75-4090-9448-6461A7F460AE}"/>
          </ac:spMkLst>
        </pc:spChg>
        <pc:spChg chg="add del mod">
          <ac:chgData name="沛溪 中村" userId="4b6ad4d7a42030dd" providerId="LiveId" clId="{03266B73-F375-47EE-A515-AB0BBCD617A2}" dt="2026-01-27T15:28:36.469" v="3399" actId="478"/>
          <ac:spMkLst>
            <pc:docMk/>
            <pc:sldMk cId="732145828" sldId="287"/>
            <ac:spMk id="15" creationId="{CA853B44-25AB-4DFA-A68C-1F99C6B140B7}"/>
          </ac:spMkLst>
        </pc:spChg>
        <pc:spChg chg="add mod">
          <ac:chgData name="沛溪 中村" userId="4b6ad4d7a42030dd" providerId="LiveId" clId="{03266B73-F375-47EE-A515-AB0BBCD617A2}" dt="2026-01-27T15:33:39.793" v="4085" actId="1076"/>
          <ac:spMkLst>
            <pc:docMk/>
            <pc:sldMk cId="732145828" sldId="287"/>
            <ac:spMk id="16" creationId="{4411FE8F-6C06-4AC9-BD96-D7FA258DC84F}"/>
          </ac:spMkLst>
        </pc:spChg>
        <pc:spChg chg="add del mod">
          <ac:chgData name="沛溪 中村" userId="4b6ad4d7a42030dd" providerId="LiveId" clId="{03266B73-F375-47EE-A515-AB0BBCD617A2}" dt="2026-01-27T15:33:42.527" v="4087"/>
          <ac:spMkLst>
            <pc:docMk/>
            <pc:sldMk cId="732145828" sldId="287"/>
            <ac:spMk id="17" creationId="{01669D70-CC0B-4B96-ABBA-40BB484546F1}"/>
          </ac:spMkLst>
        </pc:spChg>
        <pc:picChg chg="add mod">
          <ac:chgData name="沛溪 中村" userId="4b6ad4d7a42030dd" providerId="LiveId" clId="{03266B73-F375-47EE-A515-AB0BBCD617A2}" dt="2026-01-27T15:30:44.961" v="3504" actId="1076"/>
          <ac:picMkLst>
            <pc:docMk/>
            <pc:sldMk cId="732145828" sldId="287"/>
            <ac:picMk id="4" creationId="{725D67F8-8191-44DA-8B25-9F6E69B84952}"/>
          </ac:picMkLst>
        </pc:picChg>
      </pc:sldChg>
      <pc:sldChg chg="addSp delSp modSp add del mod">
        <pc:chgData name="沛溪 中村" userId="4b6ad4d7a42030dd" providerId="LiveId" clId="{03266B73-F375-47EE-A515-AB0BBCD617A2}" dt="2026-01-27T15:30:28.926" v="3492"/>
        <pc:sldMkLst>
          <pc:docMk/>
          <pc:sldMk cId="1917421214" sldId="288"/>
        </pc:sldMkLst>
        <pc:spChg chg="add del mod">
          <ac:chgData name="沛溪 中村" userId="4b6ad4d7a42030dd" providerId="LiveId" clId="{03266B73-F375-47EE-A515-AB0BBCD617A2}" dt="2026-01-27T15:30:28.200" v="3491" actId="1076"/>
          <ac:spMkLst>
            <pc:docMk/>
            <pc:sldMk cId="1917421214" sldId="288"/>
            <ac:spMk id="12" creationId="{5015E154-C7A2-4DE0-B8B5-751987F40EF0}"/>
          </ac:spMkLst>
        </pc:spChg>
        <pc:spChg chg="add del">
          <ac:chgData name="沛溪 中村" userId="4b6ad4d7a42030dd" providerId="LiveId" clId="{03266B73-F375-47EE-A515-AB0BBCD617A2}" dt="2026-01-27T15:30:27.917" v="3490" actId="478"/>
          <ac:spMkLst>
            <pc:docMk/>
            <pc:sldMk cId="1917421214" sldId="288"/>
            <ac:spMk id="13" creationId="{962DBCAD-4A0F-4684-AD78-5F215016F564}"/>
          </ac:spMkLst>
        </pc:spChg>
        <pc:picChg chg="add del">
          <ac:chgData name="沛溪 中村" userId="4b6ad4d7a42030dd" providerId="LiveId" clId="{03266B73-F375-47EE-A515-AB0BBCD617A2}" dt="2026-01-27T15:30:27.352" v="3489" actId="478"/>
          <ac:picMkLst>
            <pc:docMk/>
            <pc:sldMk cId="1917421214" sldId="288"/>
            <ac:picMk id="4" creationId="{725D67F8-8191-44DA-8B25-9F6E69B84952}"/>
          </ac:picMkLst>
        </pc:picChg>
      </pc:sldChg>
      <pc:sldChg chg="addSp delSp modSp add mod">
        <pc:chgData name="沛溪 中村" userId="4b6ad4d7a42030dd" providerId="LiveId" clId="{03266B73-F375-47EE-A515-AB0BBCD617A2}" dt="2026-01-28T06:05:32.497" v="8368" actId="113"/>
        <pc:sldMkLst>
          <pc:docMk/>
          <pc:sldMk cId="3699191277" sldId="288"/>
        </pc:sldMkLst>
        <pc:spChg chg="add mod">
          <ac:chgData name="沛溪 中村" userId="4b6ad4d7a42030dd" providerId="LiveId" clId="{03266B73-F375-47EE-A515-AB0BBCD617A2}" dt="2026-01-27T15:36:13.404" v="4265" actId="14100"/>
          <ac:spMkLst>
            <pc:docMk/>
            <pc:sldMk cId="3699191277" sldId="288"/>
            <ac:spMk id="8" creationId="{E3B1FA01-671F-4AAA-AF03-D291FD05AD28}"/>
          </ac:spMkLst>
        </pc:spChg>
        <pc:spChg chg="mod">
          <ac:chgData name="沛溪 中村" userId="4b6ad4d7a42030dd" providerId="LiveId" clId="{03266B73-F375-47EE-A515-AB0BBCD617A2}" dt="2026-01-27T15:36:05.423" v="4264" actId="1076"/>
          <ac:spMkLst>
            <pc:docMk/>
            <pc:sldMk cId="3699191277" sldId="288"/>
            <ac:spMk id="9" creationId="{D8A041A7-D9B2-4A18-9E46-BB93B861D099}"/>
          </ac:spMkLst>
        </pc:spChg>
        <pc:spChg chg="add mod">
          <ac:chgData name="沛溪 中村" userId="4b6ad4d7a42030dd" providerId="LiveId" clId="{03266B73-F375-47EE-A515-AB0BBCD617A2}" dt="2026-01-27T15:36:36.409" v="4270" actId="1076"/>
          <ac:spMkLst>
            <pc:docMk/>
            <pc:sldMk cId="3699191277" sldId="288"/>
            <ac:spMk id="10" creationId="{3E5F3266-8444-4FE6-81E1-10E2183B982B}"/>
          </ac:spMkLst>
        </pc:spChg>
        <pc:spChg chg="add mod">
          <ac:chgData name="沛溪 中村" userId="4b6ad4d7a42030dd" providerId="LiveId" clId="{03266B73-F375-47EE-A515-AB0BBCD617A2}" dt="2026-01-27T15:36:16.799" v="4267" actId="1076"/>
          <ac:spMkLst>
            <pc:docMk/>
            <pc:sldMk cId="3699191277" sldId="288"/>
            <ac:spMk id="11" creationId="{4BB46180-5EA2-4D63-965A-64A6D7A88470}"/>
          </ac:spMkLst>
        </pc:spChg>
        <pc:spChg chg="mod">
          <ac:chgData name="沛溪 中村" userId="4b6ad4d7a42030dd" providerId="LiveId" clId="{03266B73-F375-47EE-A515-AB0BBCD617A2}" dt="2026-01-28T06:05:32.497" v="8368" actId="113"/>
          <ac:spMkLst>
            <pc:docMk/>
            <pc:sldMk cId="3699191277" sldId="288"/>
            <ac:spMk id="12" creationId="{5015E154-C7A2-4DE0-B8B5-751987F40EF0}"/>
          </ac:spMkLst>
        </pc:spChg>
        <pc:spChg chg="del">
          <ac:chgData name="沛溪 中村" userId="4b6ad4d7a42030dd" providerId="LiveId" clId="{03266B73-F375-47EE-A515-AB0BBCD617A2}" dt="2026-01-27T15:33:47.246" v="4090" actId="478"/>
          <ac:spMkLst>
            <pc:docMk/>
            <pc:sldMk cId="3699191277" sldId="288"/>
            <ac:spMk id="13" creationId="{962DBCAD-4A0F-4684-AD78-5F215016F564}"/>
          </ac:spMkLst>
        </pc:spChg>
        <pc:spChg chg="del">
          <ac:chgData name="沛溪 中村" userId="4b6ad4d7a42030dd" providerId="LiveId" clId="{03266B73-F375-47EE-A515-AB0BBCD617A2}" dt="2026-01-27T15:33:48.440" v="4091" actId="478"/>
          <ac:spMkLst>
            <pc:docMk/>
            <pc:sldMk cId="3699191277" sldId="288"/>
            <ac:spMk id="16" creationId="{4411FE8F-6C06-4AC9-BD96-D7FA258DC84F}"/>
          </ac:spMkLst>
        </pc:spChg>
        <pc:picChg chg="del">
          <ac:chgData name="沛溪 中村" userId="4b6ad4d7a42030dd" providerId="LiveId" clId="{03266B73-F375-47EE-A515-AB0BBCD617A2}" dt="2026-01-27T15:33:46.356" v="4089" actId="478"/>
          <ac:picMkLst>
            <pc:docMk/>
            <pc:sldMk cId="3699191277" sldId="288"/>
            <ac:picMk id="4" creationId="{725D67F8-8191-44DA-8B25-9F6E69B84952}"/>
          </ac:picMkLst>
        </pc:picChg>
      </pc:sldChg>
      <pc:sldChg chg="addSp delSp modSp add mod">
        <pc:chgData name="沛溪 中村" userId="4b6ad4d7a42030dd" providerId="LiveId" clId="{03266B73-F375-47EE-A515-AB0BBCD617A2}" dt="2026-01-28T06:05:08.100" v="8364" actId="113"/>
        <pc:sldMkLst>
          <pc:docMk/>
          <pc:sldMk cId="2037661293" sldId="289"/>
        </pc:sldMkLst>
        <pc:spChg chg="del">
          <ac:chgData name="沛溪 中村" userId="4b6ad4d7a42030dd" providerId="LiveId" clId="{03266B73-F375-47EE-A515-AB0BBCD617A2}" dt="2026-01-27T15:36:44.752" v="4272" actId="478"/>
          <ac:spMkLst>
            <pc:docMk/>
            <pc:sldMk cId="2037661293" sldId="289"/>
            <ac:spMk id="8" creationId="{E3B1FA01-671F-4AAA-AF03-D291FD05AD28}"/>
          </ac:spMkLst>
        </pc:spChg>
        <pc:spChg chg="mod">
          <ac:chgData name="沛溪 中村" userId="4b6ad4d7a42030dd" providerId="LiveId" clId="{03266B73-F375-47EE-A515-AB0BBCD617A2}" dt="2026-01-27T15:37:46.250" v="4290" actId="1076"/>
          <ac:spMkLst>
            <pc:docMk/>
            <pc:sldMk cId="2037661293" sldId="289"/>
            <ac:spMk id="9" creationId="{D8A041A7-D9B2-4A18-9E46-BB93B861D099}"/>
          </ac:spMkLst>
        </pc:spChg>
        <pc:spChg chg="del">
          <ac:chgData name="沛溪 中村" userId="4b6ad4d7a42030dd" providerId="LiveId" clId="{03266B73-F375-47EE-A515-AB0BBCD617A2}" dt="2026-01-27T15:36:46.122" v="4273" actId="478"/>
          <ac:spMkLst>
            <pc:docMk/>
            <pc:sldMk cId="2037661293" sldId="289"/>
            <ac:spMk id="10" creationId="{3E5F3266-8444-4FE6-81E1-10E2183B982B}"/>
          </ac:spMkLst>
        </pc:spChg>
        <pc:spChg chg="del">
          <ac:chgData name="沛溪 中村" userId="4b6ad4d7a42030dd" providerId="LiveId" clId="{03266B73-F375-47EE-A515-AB0BBCD617A2}" dt="2026-01-27T15:36:48.638" v="4274" actId="478"/>
          <ac:spMkLst>
            <pc:docMk/>
            <pc:sldMk cId="2037661293" sldId="289"/>
            <ac:spMk id="11" creationId="{4BB46180-5EA2-4D63-965A-64A6D7A88470}"/>
          </ac:spMkLst>
        </pc:spChg>
        <pc:spChg chg="mod">
          <ac:chgData name="沛溪 中村" userId="4b6ad4d7a42030dd" providerId="LiveId" clId="{03266B73-F375-47EE-A515-AB0BBCD617A2}" dt="2026-01-28T06:05:08.100" v="8364" actId="113"/>
          <ac:spMkLst>
            <pc:docMk/>
            <pc:sldMk cId="2037661293" sldId="289"/>
            <ac:spMk id="12" creationId="{5015E154-C7A2-4DE0-B8B5-751987F40EF0}"/>
          </ac:spMkLst>
        </pc:spChg>
        <pc:spChg chg="add mod">
          <ac:chgData name="沛溪 中村" userId="4b6ad4d7a42030dd" providerId="LiveId" clId="{03266B73-F375-47EE-A515-AB0BBCD617A2}" dt="2026-01-27T15:37:12.413" v="4275"/>
          <ac:spMkLst>
            <pc:docMk/>
            <pc:sldMk cId="2037661293" sldId="289"/>
            <ac:spMk id="13" creationId="{41D525AB-46F4-442B-A571-343A3C8D370E}"/>
          </ac:spMkLst>
        </pc:spChg>
        <pc:spChg chg="add mod">
          <ac:chgData name="沛溪 中村" userId="4b6ad4d7a42030dd" providerId="LiveId" clId="{03266B73-F375-47EE-A515-AB0BBCD617A2}" dt="2026-01-27T15:42:38.243" v="4771" actId="207"/>
          <ac:spMkLst>
            <pc:docMk/>
            <pc:sldMk cId="2037661293" sldId="289"/>
            <ac:spMk id="14" creationId="{703C82E9-BBEF-4C4E-9AAB-C90DB6279F7C}"/>
          </ac:spMkLst>
        </pc:spChg>
        <pc:spChg chg="add mod">
          <ac:chgData name="沛溪 中村" userId="4b6ad4d7a42030dd" providerId="LiveId" clId="{03266B73-F375-47EE-A515-AB0BBCD617A2}" dt="2026-01-27T15:37:34.572" v="4285" actId="1076"/>
          <ac:spMkLst>
            <pc:docMk/>
            <pc:sldMk cId="2037661293" sldId="289"/>
            <ac:spMk id="15" creationId="{B9EDA1A2-347F-4947-8432-EDADAE2F60F2}"/>
          </ac:spMkLst>
        </pc:spChg>
        <pc:spChg chg="add mod">
          <ac:chgData name="沛溪 中村" userId="4b6ad4d7a42030dd" providerId="LiveId" clId="{03266B73-F375-47EE-A515-AB0BBCD617A2}" dt="2026-01-27T15:43:28.188" v="4930" actId="1076"/>
          <ac:spMkLst>
            <pc:docMk/>
            <pc:sldMk cId="2037661293" sldId="289"/>
            <ac:spMk id="16" creationId="{6D1D353B-BA89-49A2-A0CA-2B8106C2CB9F}"/>
          </ac:spMkLst>
        </pc:spChg>
        <pc:spChg chg="add mod">
          <ac:chgData name="沛溪 中村" userId="4b6ad4d7a42030dd" providerId="LiveId" clId="{03266B73-F375-47EE-A515-AB0BBCD617A2}" dt="2026-01-27T15:43:24.701" v="4929" actId="1076"/>
          <ac:spMkLst>
            <pc:docMk/>
            <pc:sldMk cId="2037661293" sldId="289"/>
            <ac:spMk id="17" creationId="{CD6D0C10-1746-4472-812D-74A6DFCD9F7F}"/>
          </ac:spMkLst>
        </pc:spChg>
      </pc:sldChg>
      <pc:sldChg chg="addSp delSp modSp add del mod">
        <pc:chgData name="沛溪 中村" userId="4b6ad4d7a42030dd" providerId="LiveId" clId="{03266B73-F375-47EE-A515-AB0BBCD617A2}" dt="2026-01-27T16:08:14.063" v="5594" actId="47"/>
        <pc:sldMkLst>
          <pc:docMk/>
          <pc:sldMk cId="2415308239" sldId="290"/>
        </pc:sldMkLst>
        <pc:spChg chg="mod">
          <ac:chgData name="沛溪 中村" userId="4b6ad4d7a42030dd" providerId="LiveId" clId="{03266B73-F375-47EE-A515-AB0BBCD617A2}" dt="2026-01-27T15:45:40.350" v="5060" actId="20577"/>
          <ac:spMkLst>
            <pc:docMk/>
            <pc:sldMk cId="2415308239" sldId="290"/>
            <ac:spMk id="2" creationId="{529201A5-D1E3-46D0-BB18-C33BB318D456}"/>
          </ac:spMkLst>
        </pc:spChg>
        <pc:spChg chg="add del">
          <ac:chgData name="沛溪 中村" userId="4b6ad4d7a42030dd" providerId="LiveId" clId="{03266B73-F375-47EE-A515-AB0BBCD617A2}" dt="2026-01-27T15:43:55.479" v="4936" actId="478"/>
          <ac:spMkLst>
            <pc:docMk/>
            <pc:sldMk cId="2415308239" sldId="290"/>
            <ac:spMk id="9" creationId="{D8A041A7-D9B2-4A18-9E46-BB93B861D099}"/>
          </ac:spMkLst>
        </pc:spChg>
        <pc:spChg chg="add mod">
          <ac:chgData name="沛溪 中村" userId="4b6ad4d7a42030dd" providerId="LiveId" clId="{03266B73-F375-47EE-A515-AB0BBCD617A2}" dt="2026-01-27T15:45:38.841" v="5059" actId="1076"/>
          <ac:spMkLst>
            <pc:docMk/>
            <pc:sldMk cId="2415308239" sldId="290"/>
            <ac:spMk id="11" creationId="{352B23EF-8CCA-4688-B139-FA66FB7CC665}"/>
          </ac:spMkLst>
        </pc:spChg>
        <pc:spChg chg="del">
          <ac:chgData name="沛溪 中村" userId="4b6ad4d7a42030dd" providerId="LiveId" clId="{03266B73-F375-47EE-A515-AB0BBCD617A2}" dt="2026-01-27T15:43:56.616" v="4937" actId="478"/>
          <ac:spMkLst>
            <pc:docMk/>
            <pc:sldMk cId="2415308239" sldId="290"/>
            <ac:spMk id="12" creationId="{5015E154-C7A2-4DE0-B8B5-751987F40EF0}"/>
          </ac:spMkLst>
        </pc:spChg>
        <pc:spChg chg="del">
          <ac:chgData name="沛溪 中村" userId="4b6ad4d7a42030dd" providerId="LiveId" clId="{03266B73-F375-47EE-A515-AB0BBCD617A2}" dt="2026-01-27T15:43:50.066" v="4932" actId="478"/>
          <ac:spMkLst>
            <pc:docMk/>
            <pc:sldMk cId="2415308239" sldId="290"/>
            <ac:spMk id="13" creationId="{41D525AB-46F4-442B-A571-343A3C8D370E}"/>
          </ac:spMkLst>
        </pc:spChg>
        <pc:spChg chg="del">
          <ac:chgData name="沛溪 中村" userId="4b6ad4d7a42030dd" providerId="LiveId" clId="{03266B73-F375-47EE-A515-AB0BBCD617A2}" dt="2026-01-27T15:43:51.639" v="4933" actId="478"/>
          <ac:spMkLst>
            <pc:docMk/>
            <pc:sldMk cId="2415308239" sldId="290"/>
            <ac:spMk id="14" creationId="{703C82E9-BBEF-4C4E-9AAB-C90DB6279F7C}"/>
          </ac:spMkLst>
        </pc:spChg>
        <pc:spChg chg="del">
          <ac:chgData name="沛溪 中村" userId="4b6ad4d7a42030dd" providerId="LiveId" clId="{03266B73-F375-47EE-A515-AB0BBCD617A2}" dt="2026-01-27T15:43:52.773" v="4934" actId="478"/>
          <ac:spMkLst>
            <pc:docMk/>
            <pc:sldMk cId="2415308239" sldId="290"/>
            <ac:spMk id="15" creationId="{B9EDA1A2-347F-4947-8432-EDADAE2F60F2}"/>
          </ac:spMkLst>
        </pc:spChg>
        <pc:spChg chg="del">
          <ac:chgData name="沛溪 中村" userId="4b6ad4d7a42030dd" providerId="LiveId" clId="{03266B73-F375-47EE-A515-AB0BBCD617A2}" dt="2026-01-27T15:43:58.004" v="4938" actId="478"/>
          <ac:spMkLst>
            <pc:docMk/>
            <pc:sldMk cId="2415308239" sldId="290"/>
            <ac:spMk id="16" creationId="{6D1D353B-BA89-49A2-A0CA-2B8106C2CB9F}"/>
          </ac:spMkLst>
        </pc:spChg>
        <pc:spChg chg="del">
          <ac:chgData name="沛溪 中村" userId="4b6ad4d7a42030dd" providerId="LiveId" clId="{03266B73-F375-47EE-A515-AB0BBCD617A2}" dt="2026-01-27T15:43:59.065" v="4939" actId="478"/>
          <ac:spMkLst>
            <pc:docMk/>
            <pc:sldMk cId="2415308239" sldId="290"/>
            <ac:spMk id="17" creationId="{CD6D0C10-1746-4472-812D-74A6DFCD9F7F}"/>
          </ac:spMkLst>
        </pc:spChg>
        <pc:spChg chg="add mod">
          <ac:chgData name="沛溪 中村" userId="4b6ad4d7a42030dd" providerId="LiveId" clId="{03266B73-F375-47EE-A515-AB0BBCD617A2}" dt="2026-01-27T15:48:40.357" v="5582" actId="1076"/>
          <ac:spMkLst>
            <pc:docMk/>
            <pc:sldMk cId="2415308239" sldId="290"/>
            <ac:spMk id="18" creationId="{EC003A3A-773B-4379-98A6-EAFDBD490545}"/>
          </ac:spMkLst>
        </pc:spChg>
      </pc:sldChg>
      <pc:sldChg chg="addSp delSp modSp add mod">
        <pc:chgData name="沛溪 中村" userId="4b6ad4d7a42030dd" providerId="LiveId" clId="{03266B73-F375-47EE-A515-AB0BBCD617A2}" dt="2026-01-28T05:42:09.277" v="7398" actId="403"/>
        <pc:sldMkLst>
          <pc:docMk/>
          <pc:sldMk cId="845185960" sldId="291"/>
        </pc:sldMkLst>
        <pc:spChg chg="mod">
          <ac:chgData name="沛溪 中村" userId="4b6ad4d7a42030dd" providerId="LiveId" clId="{03266B73-F375-47EE-A515-AB0BBCD617A2}" dt="2026-01-27T16:08:13.225" v="5593"/>
          <ac:spMkLst>
            <pc:docMk/>
            <pc:sldMk cId="845185960" sldId="291"/>
            <ac:spMk id="2" creationId="{529201A5-D1E3-46D0-BB18-C33BB318D456}"/>
          </ac:spMkLst>
        </pc:spChg>
        <pc:spChg chg="mod">
          <ac:chgData name="沛溪 中村" userId="4b6ad4d7a42030dd" providerId="LiveId" clId="{03266B73-F375-47EE-A515-AB0BBCD617A2}" dt="2026-01-27T16:25:15.259" v="6395" actId="1076"/>
          <ac:spMkLst>
            <pc:docMk/>
            <pc:sldMk cId="845185960" sldId="291"/>
            <ac:spMk id="11" creationId="{352B23EF-8CCA-4688-B139-FA66FB7CC665}"/>
          </ac:spMkLst>
        </pc:spChg>
        <pc:spChg chg="mod">
          <ac:chgData name="沛溪 中村" userId="4b6ad4d7a42030dd" providerId="LiveId" clId="{03266B73-F375-47EE-A515-AB0BBCD617A2}" dt="2026-01-28T05:42:09.277" v="7398" actId="403"/>
          <ac:spMkLst>
            <pc:docMk/>
            <pc:sldMk cId="845185960" sldId="291"/>
            <ac:spMk id="18" creationId="{EC003A3A-773B-4379-98A6-EAFDBD490545}"/>
          </ac:spMkLst>
        </pc:spChg>
        <pc:picChg chg="add del mod">
          <ac:chgData name="沛溪 中村" userId="4b6ad4d7a42030dd" providerId="LiveId" clId="{03266B73-F375-47EE-A515-AB0BBCD617A2}" dt="2026-01-27T16:12:17.709" v="6192" actId="478"/>
          <ac:picMkLst>
            <pc:docMk/>
            <pc:sldMk cId="845185960" sldId="291"/>
            <ac:picMk id="4" creationId="{B485CD63-7D5B-4D88-81B0-2BCF122160F4}"/>
          </ac:picMkLst>
        </pc:picChg>
        <pc:picChg chg="add mod">
          <ac:chgData name="沛溪 中村" userId="4b6ad4d7a42030dd" providerId="LiveId" clId="{03266B73-F375-47EE-A515-AB0BBCD617A2}" dt="2026-01-27T16:12:36.943" v="6205" actId="1076"/>
          <ac:picMkLst>
            <pc:docMk/>
            <pc:sldMk cId="845185960" sldId="291"/>
            <ac:picMk id="6" creationId="{4734DBB5-2789-4343-9108-DE971ED07EF0}"/>
          </ac:picMkLst>
        </pc:picChg>
      </pc:sldChg>
      <pc:sldChg chg="addSp delSp modSp add mod">
        <pc:chgData name="沛溪 中村" userId="4b6ad4d7a42030dd" providerId="LiveId" clId="{03266B73-F375-47EE-A515-AB0BBCD617A2}" dt="2026-01-28T06:27:22.148" v="8464" actId="1076"/>
        <pc:sldMkLst>
          <pc:docMk/>
          <pc:sldMk cId="3812386372" sldId="292"/>
        </pc:sldMkLst>
        <pc:spChg chg="mod">
          <ac:chgData name="沛溪 中村" userId="4b6ad4d7a42030dd" providerId="LiveId" clId="{03266B73-F375-47EE-A515-AB0BBCD617A2}" dt="2026-01-27T16:09:01.996" v="5720" actId="20577"/>
          <ac:spMkLst>
            <pc:docMk/>
            <pc:sldMk cId="3812386372" sldId="292"/>
            <ac:spMk id="2" creationId="{529201A5-D1E3-46D0-BB18-C33BB318D456}"/>
          </ac:spMkLst>
        </pc:spChg>
        <pc:spChg chg="mod">
          <ac:chgData name="沛溪 中村" userId="4b6ad4d7a42030dd" providerId="LiveId" clId="{03266B73-F375-47EE-A515-AB0BBCD617A2}" dt="2026-01-28T05:31:50.288" v="7301" actId="1076"/>
          <ac:spMkLst>
            <pc:docMk/>
            <pc:sldMk cId="3812386372" sldId="292"/>
            <ac:spMk id="9" creationId="{D8A041A7-D9B2-4A18-9E46-BB93B861D099}"/>
          </ac:spMkLst>
        </pc:spChg>
        <pc:spChg chg="add mod">
          <ac:chgData name="沛溪 中村" userId="4b6ad4d7a42030dd" providerId="LiveId" clId="{03266B73-F375-47EE-A515-AB0BBCD617A2}" dt="2026-01-28T06:27:17.183" v="8462" actId="1076"/>
          <ac:spMkLst>
            <pc:docMk/>
            <pc:sldMk cId="3812386372" sldId="292"/>
            <ac:spMk id="10" creationId="{DF358E55-AA53-4BD3-95F7-EA8E90D786FF}"/>
          </ac:spMkLst>
        </pc:spChg>
        <pc:spChg chg="del mod">
          <ac:chgData name="沛溪 中村" userId="4b6ad4d7a42030dd" providerId="LiveId" clId="{03266B73-F375-47EE-A515-AB0BBCD617A2}" dt="2026-01-27T16:10:41.372" v="6033"/>
          <ac:spMkLst>
            <pc:docMk/>
            <pc:sldMk cId="3812386372" sldId="292"/>
            <ac:spMk id="11" creationId="{352B23EF-8CCA-4688-B139-FA66FB7CC665}"/>
          </ac:spMkLst>
        </pc:spChg>
        <pc:spChg chg="add mod">
          <ac:chgData name="沛溪 中村" userId="4b6ad4d7a42030dd" providerId="LiveId" clId="{03266B73-F375-47EE-A515-AB0BBCD617A2}" dt="2026-01-28T06:05:39.743" v="8369" actId="1076"/>
          <ac:spMkLst>
            <pc:docMk/>
            <pc:sldMk cId="3812386372" sldId="292"/>
            <ac:spMk id="15" creationId="{C18FDA06-199B-4260-897D-6F3E62BC1924}"/>
          </ac:spMkLst>
        </pc:spChg>
        <pc:spChg chg="mod">
          <ac:chgData name="沛溪 中村" userId="4b6ad4d7a42030dd" providerId="LiveId" clId="{03266B73-F375-47EE-A515-AB0BBCD617A2}" dt="2026-01-28T05:31:43.976" v="7297" actId="113"/>
          <ac:spMkLst>
            <pc:docMk/>
            <pc:sldMk cId="3812386372" sldId="292"/>
            <ac:spMk id="18" creationId="{EC003A3A-773B-4379-98A6-EAFDBD490545}"/>
          </ac:spMkLst>
        </pc:spChg>
        <pc:picChg chg="add mod">
          <ac:chgData name="沛溪 中村" userId="4b6ad4d7a42030dd" providerId="LiveId" clId="{03266B73-F375-47EE-A515-AB0BBCD617A2}" dt="2026-01-27T18:08:35.857" v="6902" actId="1076"/>
          <ac:picMkLst>
            <pc:docMk/>
            <pc:sldMk cId="3812386372" sldId="292"/>
            <ac:picMk id="4" creationId="{9756BD0E-5DE0-4150-BD08-BE9C9DA65E8B}"/>
          </ac:picMkLst>
        </pc:picChg>
        <pc:picChg chg="add del">
          <ac:chgData name="沛溪 中村" userId="4b6ad4d7a42030dd" providerId="LiveId" clId="{03266B73-F375-47EE-A515-AB0BBCD617A2}" dt="2026-01-28T05:24:10.569" v="6913" actId="22"/>
          <ac:picMkLst>
            <pc:docMk/>
            <pc:sldMk cId="3812386372" sldId="292"/>
            <ac:picMk id="5" creationId="{D071429E-7D24-40E1-88F0-4D14CB754BA6}"/>
          </ac:picMkLst>
        </pc:picChg>
        <pc:picChg chg="add mod">
          <ac:chgData name="沛溪 中村" userId="4b6ad4d7a42030dd" providerId="LiveId" clId="{03266B73-F375-47EE-A515-AB0BBCD617A2}" dt="2026-01-28T06:27:19.922" v="8463" actId="1076"/>
          <ac:picMkLst>
            <pc:docMk/>
            <pc:sldMk cId="3812386372" sldId="292"/>
            <ac:picMk id="7" creationId="{42DE12CC-1A9E-4D68-A7CB-9255EA3838BC}"/>
          </ac:picMkLst>
        </pc:picChg>
        <pc:picChg chg="add mod">
          <ac:chgData name="沛溪 中村" userId="4b6ad4d7a42030dd" providerId="LiveId" clId="{03266B73-F375-47EE-A515-AB0BBCD617A2}" dt="2026-01-28T06:27:22.148" v="8464" actId="1076"/>
          <ac:picMkLst>
            <pc:docMk/>
            <pc:sldMk cId="3812386372" sldId="292"/>
            <ac:picMk id="12" creationId="{60A804F4-0582-42AF-846D-51A2454FFD44}"/>
          </ac:picMkLst>
        </pc:picChg>
        <pc:cxnChg chg="add del mod">
          <ac:chgData name="沛溪 中村" userId="4b6ad4d7a42030dd" providerId="LiveId" clId="{03266B73-F375-47EE-A515-AB0BBCD617A2}" dt="2026-01-27T16:45:24.658" v="6503" actId="478"/>
          <ac:cxnSpMkLst>
            <pc:docMk/>
            <pc:sldMk cId="3812386372" sldId="292"/>
            <ac:cxnSpMk id="16" creationId="{8D7D3118-C759-49F6-B171-C3A1B760CDBA}"/>
          </ac:cxnSpMkLst>
        </pc:cxnChg>
      </pc:sldChg>
      <pc:sldChg chg="addSp delSp modSp add del mod">
        <pc:chgData name="沛溪 中村" userId="4b6ad4d7a42030dd" providerId="LiveId" clId="{03266B73-F375-47EE-A515-AB0BBCD617A2}" dt="2026-01-28T05:42:20.087" v="7399" actId="47"/>
        <pc:sldMkLst>
          <pc:docMk/>
          <pc:sldMk cId="2933297503" sldId="293"/>
        </pc:sldMkLst>
        <pc:spChg chg="mod">
          <ac:chgData name="沛溪 中村" userId="4b6ad4d7a42030dd" providerId="LiveId" clId="{03266B73-F375-47EE-A515-AB0BBCD617A2}" dt="2026-01-27T17:10:33.650" v="6837" actId="20577"/>
          <ac:spMkLst>
            <pc:docMk/>
            <pc:sldMk cId="2933297503" sldId="293"/>
            <ac:spMk id="2" creationId="{529201A5-D1E3-46D0-BB18-C33BB318D456}"/>
          </ac:spMkLst>
        </pc:spChg>
        <pc:spChg chg="add del mod">
          <ac:chgData name="沛溪 中村" userId="4b6ad4d7a42030dd" providerId="LiveId" clId="{03266B73-F375-47EE-A515-AB0BBCD617A2}" dt="2026-01-28T05:39:24.221" v="7336" actId="478"/>
          <ac:spMkLst>
            <pc:docMk/>
            <pc:sldMk cId="2933297503" sldId="293"/>
            <ac:spMk id="3" creationId="{3042EF22-19C7-4E83-827F-20D7704B4462}"/>
          </ac:spMkLst>
        </pc:spChg>
        <pc:spChg chg="mod">
          <ac:chgData name="沛溪 中村" userId="4b6ad4d7a42030dd" providerId="LiveId" clId="{03266B73-F375-47EE-A515-AB0BBCD617A2}" dt="2026-01-27T17:09:04.280" v="6818" actId="1076"/>
          <ac:spMkLst>
            <pc:docMk/>
            <pc:sldMk cId="2933297503" sldId="293"/>
            <ac:spMk id="9" creationId="{D8A041A7-D9B2-4A18-9E46-BB93B861D099}"/>
          </ac:spMkLst>
        </pc:spChg>
        <pc:spChg chg="del">
          <ac:chgData name="沛溪 中村" userId="4b6ad4d7a42030dd" providerId="LiveId" clId="{03266B73-F375-47EE-A515-AB0BBCD617A2}" dt="2026-01-27T17:07:10.754" v="6562" actId="478"/>
          <ac:spMkLst>
            <pc:docMk/>
            <pc:sldMk cId="2933297503" sldId="293"/>
            <ac:spMk id="10" creationId="{DF358E55-AA53-4BD3-95F7-EA8E90D786FF}"/>
          </ac:spMkLst>
        </pc:spChg>
        <pc:spChg chg="del mod">
          <ac:chgData name="沛溪 中村" userId="4b6ad4d7a42030dd" providerId="LiveId" clId="{03266B73-F375-47EE-A515-AB0BBCD617A2}" dt="2026-01-27T17:07:09.117" v="6561" actId="478"/>
          <ac:spMkLst>
            <pc:docMk/>
            <pc:sldMk cId="2933297503" sldId="293"/>
            <ac:spMk id="15" creationId="{C18FDA06-199B-4260-897D-6F3E62BC1924}"/>
          </ac:spMkLst>
        </pc:spChg>
        <pc:spChg chg="mod">
          <ac:chgData name="沛溪 中村" userId="4b6ad4d7a42030dd" providerId="LiveId" clId="{03266B73-F375-47EE-A515-AB0BBCD617A2}" dt="2026-01-28T05:41:37.973" v="7394" actId="20577"/>
          <ac:spMkLst>
            <pc:docMk/>
            <pc:sldMk cId="2933297503" sldId="293"/>
            <ac:spMk id="18" creationId="{EC003A3A-773B-4379-98A6-EAFDBD490545}"/>
          </ac:spMkLst>
        </pc:spChg>
        <pc:picChg chg="del">
          <ac:chgData name="沛溪 中村" userId="4b6ad4d7a42030dd" providerId="LiveId" clId="{03266B73-F375-47EE-A515-AB0BBCD617A2}" dt="2026-01-27T17:07:04.650" v="6559" actId="478"/>
          <ac:picMkLst>
            <pc:docMk/>
            <pc:sldMk cId="2933297503" sldId="293"/>
            <ac:picMk id="4" creationId="{9756BD0E-5DE0-4150-BD08-BE9C9DA65E8B}"/>
          </ac:picMkLst>
        </pc:picChg>
        <pc:picChg chg="add mod">
          <ac:chgData name="沛溪 中村" userId="4b6ad4d7a42030dd" providerId="LiveId" clId="{03266B73-F375-47EE-A515-AB0BBCD617A2}" dt="2026-01-27T18:21:25.501" v="6910" actId="1076"/>
          <ac:picMkLst>
            <pc:docMk/>
            <pc:sldMk cId="2933297503" sldId="293"/>
            <ac:picMk id="5" creationId="{F7FB74BB-988F-467B-9AAC-14B321DE7E7F}"/>
          </ac:picMkLst>
        </pc:picChg>
        <pc:picChg chg="del">
          <ac:chgData name="沛溪 中村" userId="4b6ad4d7a42030dd" providerId="LiveId" clId="{03266B73-F375-47EE-A515-AB0BBCD617A2}" dt="2026-01-27T17:07:03.609" v="6557" actId="478"/>
          <ac:picMkLst>
            <pc:docMk/>
            <pc:sldMk cId="2933297503" sldId="293"/>
            <ac:picMk id="7" creationId="{42DE12CC-1A9E-4D68-A7CB-9255EA3838BC}"/>
          </ac:picMkLst>
        </pc:picChg>
        <pc:picChg chg="del">
          <ac:chgData name="沛溪 中村" userId="4b6ad4d7a42030dd" providerId="LiveId" clId="{03266B73-F375-47EE-A515-AB0BBCD617A2}" dt="2026-01-27T17:07:03.988" v="6558" actId="478"/>
          <ac:picMkLst>
            <pc:docMk/>
            <pc:sldMk cId="2933297503" sldId="293"/>
            <ac:picMk id="12" creationId="{60A804F4-0582-42AF-846D-51A2454FFD44}"/>
          </ac:picMkLst>
        </pc:picChg>
        <pc:cxnChg chg="add del mod">
          <ac:chgData name="沛溪 中村" userId="4b6ad4d7a42030dd" providerId="LiveId" clId="{03266B73-F375-47EE-A515-AB0BBCD617A2}" dt="2026-01-28T05:40:29.202" v="7346" actId="11529"/>
          <ac:cxnSpMkLst>
            <pc:docMk/>
            <pc:sldMk cId="2933297503" sldId="293"/>
            <ac:cxnSpMk id="6" creationId="{2F06941F-28F0-4152-834E-B2F3CE578EE8}"/>
          </ac:cxnSpMkLst>
        </pc:cxnChg>
        <pc:cxnChg chg="add mod">
          <ac:chgData name="沛溪 中村" userId="4b6ad4d7a42030dd" providerId="LiveId" clId="{03266B73-F375-47EE-A515-AB0BBCD617A2}" dt="2026-01-28T05:40:51.262" v="7349" actId="1582"/>
          <ac:cxnSpMkLst>
            <pc:docMk/>
            <pc:sldMk cId="2933297503" sldId="293"/>
            <ac:cxnSpMk id="8" creationId="{33E48027-EA23-439A-9B59-8FE503080C78}"/>
          </ac:cxnSpMkLst>
        </pc:cxnChg>
        <pc:cxnChg chg="add del mod">
          <ac:chgData name="沛溪 中村" userId="4b6ad4d7a42030dd" providerId="LiveId" clId="{03266B73-F375-47EE-A515-AB0BBCD617A2}" dt="2026-01-28T05:40:23.335" v="7343"/>
          <ac:cxnSpMkLst>
            <pc:docMk/>
            <pc:sldMk cId="2933297503" sldId="293"/>
            <ac:cxnSpMk id="10" creationId="{B4B55173-7D90-461B-B14B-7242785BEBA2}"/>
          </ac:cxnSpMkLst>
        </pc:cxnChg>
        <pc:cxnChg chg="add mod">
          <ac:chgData name="沛溪 中村" userId="4b6ad4d7a42030dd" providerId="LiveId" clId="{03266B73-F375-47EE-A515-AB0BBCD617A2}" dt="2026-01-28T05:40:55.902" v="7352" actId="14100"/>
          <ac:cxnSpMkLst>
            <pc:docMk/>
            <pc:sldMk cId="2933297503" sldId="293"/>
            <ac:cxnSpMk id="12" creationId="{BE973FE7-6C49-4F82-82F4-C9DE58D7EE45}"/>
          </ac:cxnSpMkLst>
        </pc:cxnChg>
        <pc:cxnChg chg="add mod">
          <ac:chgData name="沛溪 中村" userId="4b6ad4d7a42030dd" providerId="LiveId" clId="{03266B73-F375-47EE-A515-AB0BBCD617A2}" dt="2026-01-28T05:41:00.188" v="7355" actId="14100"/>
          <ac:cxnSpMkLst>
            <pc:docMk/>
            <pc:sldMk cId="2933297503" sldId="293"/>
            <ac:cxnSpMk id="14" creationId="{AC31735C-9A65-42E4-8E78-7D47C220C697}"/>
          </ac:cxnSpMkLst>
        </pc:cxnChg>
        <pc:cxnChg chg="add mod">
          <ac:chgData name="沛溪 中村" userId="4b6ad4d7a42030dd" providerId="LiveId" clId="{03266B73-F375-47EE-A515-AB0BBCD617A2}" dt="2026-01-28T05:41:07.763" v="7358" actId="14100"/>
          <ac:cxnSpMkLst>
            <pc:docMk/>
            <pc:sldMk cId="2933297503" sldId="293"/>
            <ac:cxnSpMk id="16" creationId="{735B374F-79A5-43B4-9CD7-72A324ECC335}"/>
          </ac:cxnSpMkLst>
        </pc:cxnChg>
        <pc:cxnChg chg="add mod">
          <ac:chgData name="沛溪 中村" userId="4b6ad4d7a42030dd" providerId="LiveId" clId="{03266B73-F375-47EE-A515-AB0BBCD617A2}" dt="2026-01-28T05:41:13.764" v="7361" actId="14100"/>
          <ac:cxnSpMkLst>
            <pc:docMk/>
            <pc:sldMk cId="2933297503" sldId="293"/>
            <ac:cxnSpMk id="19" creationId="{6AE0420D-E1BF-4381-8A55-2C8A686284E4}"/>
          </ac:cxnSpMkLst>
        </pc:cxnChg>
        <pc:cxnChg chg="add mod">
          <ac:chgData name="沛溪 中村" userId="4b6ad4d7a42030dd" providerId="LiveId" clId="{03266B73-F375-47EE-A515-AB0BBCD617A2}" dt="2026-01-28T05:41:18.182" v="7364" actId="14100"/>
          <ac:cxnSpMkLst>
            <pc:docMk/>
            <pc:sldMk cId="2933297503" sldId="293"/>
            <ac:cxnSpMk id="20" creationId="{F649C333-D46F-4978-AF0B-4358360186ED}"/>
          </ac:cxnSpMkLst>
        </pc:cxnChg>
        <pc:cxnChg chg="add mod">
          <ac:chgData name="沛溪 中村" userId="4b6ad4d7a42030dd" providerId="LiveId" clId="{03266B73-F375-47EE-A515-AB0BBCD617A2}" dt="2026-01-28T05:41:23.426" v="7367" actId="14100"/>
          <ac:cxnSpMkLst>
            <pc:docMk/>
            <pc:sldMk cId="2933297503" sldId="293"/>
            <ac:cxnSpMk id="22" creationId="{A455BB0F-A305-4B29-AEA4-EA5123DECE38}"/>
          </ac:cxnSpMkLst>
        </pc:cxnChg>
      </pc:sldChg>
      <pc:sldChg chg="addSp delSp modSp add mod">
        <pc:chgData name="沛溪 中村" userId="4b6ad4d7a42030dd" providerId="LiveId" clId="{03266B73-F375-47EE-A515-AB0BBCD617A2}" dt="2026-01-28T06:24:38.030" v="8461" actId="14100"/>
        <pc:sldMkLst>
          <pc:docMk/>
          <pc:sldMk cId="3396499159" sldId="294"/>
        </pc:sldMkLst>
        <pc:spChg chg="mod">
          <ac:chgData name="沛溪 中村" userId="4b6ad4d7a42030dd" providerId="LiveId" clId="{03266B73-F375-47EE-A515-AB0BBCD617A2}" dt="2026-01-28T05:26:38.957" v="7192" actId="1076"/>
          <ac:spMkLst>
            <pc:docMk/>
            <pc:sldMk cId="3396499159" sldId="294"/>
            <ac:spMk id="9" creationId="{D8A041A7-D9B2-4A18-9E46-BB93B861D099}"/>
          </ac:spMkLst>
        </pc:spChg>
        <pc:spChg chg="mod">
          <ac:chgData name="沛溪 中村" userId="4b6ad4d7a42030dd" providerId="LiveId" clId="{03266B73-F375-47EE-A515-AB0BBCD617A2}" dt="2026-01-28T06:24:38.030" v="8461" actId="14100"/>
          <ac:spMkLst>
            <pc:docMk/>
            <pc:sldMk cId="3396499159" sldId="294"/>
            <ac:spMk id="10" creationId="{DF358E55-AA53-4BD3-95F7-EA8E90D786FF}"/>
          </ac:spMkLst>
        </pc:spChg>
        <pc:spChg chg="add del">
          <ac:chgData name="沛溪 中村" userId="4b6ad4d7a42030dd" providerId="LiveId" clId="{03266B73-F375-47EE-A515-AB0BBCD617A2}" dt="2026-01-28T05:24:18.284" v="6916" actId="478"/>
          <ac:spMkLst>
            <pc:docMk/>
            <pc:sldMk cId="3396499159" sldId="294"/>
            <ac:spMk id="15" creationId="{C18FDA06-199B-4260-897D-6F3E62BC1924}"/>
          </ac:spMkLst>
        </pc:spChg>
        <pc:spChg chg="del">
          <ac:chgData name="沛溪 中村" userId="4b6ad4d7a42030dd" providerId="LiveId" clId="{03266B73-F375-47EE-A515-AB0BBCD617A2}" dt="2026-01-28T05:24:19.314" v="6917" actId="478"/>
          <ac:spMkLst>
            <pc:docMk/>
            <pc:sldMk cId="3396499159" sldId="294"/>
            <ac:spMk id="18" creationId="{EC003A3A-773B-4379-98A6-EAFDBD490545}"/>
          </ac:spMkLst>
        </pc:spChg>
        <pc:spChg chg="add del mod">
          <ac:chgData name="沛溪 中村" userId="4b6ad4d7a42030dd" providerId="LiveId" clId="{03266B73-F375-47EE-A515-AB0BBCD617A2}" dt="2026-01-28T05:27:12.479" v="7200" actId="478"/>
          <ac:spMkLst>
            <pc:docMk/>
            <pc:sldMk cId="3396499159" sldId="294"/>
            <ac:spMk id="20" creationId="{47D132CD-56A5-40E5-BEF7-2FC301A3A2CB}"/>
          </ac:spMkLst>
        </pc:spChg>
        <pc:spChg chg="add mod">
          <ac:chgData name="沛溪 中村" userId="4b6ad4d7a42030dd" providerId="LiveId" clId="{03266B73-F375-47EE-A515-AB0BBCD617A2}" dt="2026-01-28T05:28:54.812" v="7286" actId="208"/>
          <ac:spMkLst>
            <pc:docMk/>
            <pc:sldMk cId="3396499159" sldId="294"/>
            <ac:spMk id="21" creationId="{5B0F3F55-68A5-40CF-9731-FEDD3DAA0EC7}"/>
          </ac:spMkLst>
        </pc:spChg>
        <pc:spChg chg="add mod">
          <ac:chgData name="沛溪 中村" userId="4b6ad4d7a42030dd" providerId="LiveId" clId="{03266B73-F375-47EE-A515-AB0BBCD617A2}" dt="2026-01-28T05:59:49.925" v="8112" actId="1076"/>
          <ac:spMkLst>
            <pc:docMk/>
            <pc:sldMk cId="3396499159" sldId="294"/>
            <ac:spMk id="27" creationId="{EF169FBF-24CD-46F0-95EF-F8776456C25C}"/>
          </ac:spMkLst>
        </pc:spChg>
        <pc:picChg chg="del">
          <ac:chgData name="沛溪 中村" userId="4b6ad4d7a42030dd" providerId="LiveId" clId="{03266B73-F375-47EE-A515-AB0BBCD617A2}" dt="2026-01-28T05:25:29.759" v="7176" actId="478"/>
          <ac:picMkLst>
            <pc:docMk/>
            <pc:sldMk cId="3396499159" sldId="294"/>
            <ac:picMk id="4" creationId="{9756BD0E-5DE0-4150-BD08-BE9C9DA65E8B}"/>
          </ac:picMkLst>
        </pc:picChg>
        <pc:picChg chg="add del mod">
          <ac:chgData name="沛溪 中村" userId="4b6ad4d7a42030dd" providerId="LiveId" clId="{03266B73-F375-47EE-A515-AB0BBCD617A2}" dt="2026-01-28T05:25:39.639" v="7182" actId="478"/>
          <ac:picMkLst>
            <pc:docMk/>
            <pc:sldMk cId="3396499159" sldId="294"/>
            <ac:picMk id="5" creationId="{D4FEC5C3-15FA-4898-A713-2CF138F15C14}"/>
          </ac:picMkLst>
        </pc:picChg>
        <pc:picChg chg="del">
          <ac:chgData name="沛溪 中村" userId="4b6ad4d7a42030dd" providerId="LiveId" clId="{03266B73-F375-47EE-A515-AB0BBCD617A2}" dt="2026-01-28T05:25:30.230" v="7177" actId="478"/>
          <ac:picMkLst>
            <pc:docMk/>
            <pc:sldMk cId="3396499159" sldId="294"/>
            <ac:picMk id="7" creationId="{42DE12CC-1A9E-4D68-A7CB-9255EA3838BC}"/>
          </ac:picMkLst>
        </pc:picChg>
        <pc:picChg chg="add del mod">
          <ac:chgData name="沛溪 中村" userId="4b6ad4d7a42030dd" providerId="LiveId" clId="{03266B73-F375-47EE-A515-AB0BBCD617A2}" dt="2026-01-28T05:26:28.410" v="7187" actId="478"/>
          <ac:picMkLst>
            <pc:docMk/>
            <pc:sldMk cId="3396499159" sldId="294"/>
            <ac:picMk id="8" creationId="{1762B0A2-F244-4615-A731-476D1A0249CE}"/>
          </ac:picMkLst>
        </pc:picChg>
        <pc:picChg chg="del mod">
          <ac:chgData name="沛溪 中村" userId="4b6ad4d7a42030dd" providerId="LiveId" clId="{03266B73-F375-47EE-A515-AB0BBCD617A2}" dt="2026-01-28T05:25:30.680" v="7179" actId="478"/>
          <ac:picMkLst>
            <pc:docMk/>
            <pc:sldMk cId="3396499159" sldId="294"/>
            <ac:picMk id="12" creationId="{60A804F4-0582-42AF-846D-51A2454FFD44}"/>
          </ac:picMkLst>
        </pc:picChg>
        <pc:picChg chg="add del">
          <ac:chgData name="沛溪 中村" userId="4b6ad4d7a42030dd" providerId="LiveId" clId="{03266B73-F375-47EE-A515-AB0BBCD617A2}" dt="2026-01-28T05:26:31.280" v="7189" actId="478"/>
          <ac:picMkLst>
            <pc:docMk/>
            <pc:sldMk cId="3396499159" sldId="294"/>
            <ac:picMk id="13" creationId="{C0C88E30-7A2A-41E0-B192-3B43AC16AB87}"/>
          </ac:picMkLst>
        </pc:picChg>
        <pc:picChg chg="add del">
          <ac:chgData name="沛溪 中村" userId="4b6ad4d7a42030dd" providerId="LiveId" clId="{03266B73-F375-47EE-A515-AB0BBCD617A2}" dt="2026-01-28T05:26:39.328" v="7193" actId="22"/>
          <ac:picMkLst>
            <pc:docMk/>
            <pc:sldMk cId="3396499159" sldId="294"/>
            <ac:picMk id="16" creationId="{A0DC3417-E535-4FC3-B305-EEE0E3D74BB1}"/>
          </ac:picMkLst>
        </pc:picChg>
        <pc:picChg chg="add mod">
          <ac:chgData name="沛溪 中村" userId="4b6ad4d7a42030dd" providerId="LiveId" clId="{03266B73-F375-47EE-A515-AB0BBCD617A2}" dt="2026-01-28T06:07:44.273" v="8422" actId="14861"/>
          <ac:picMkLst>
            <pc:docMk/>
            <pc:sldMk cId="3396499159" sldId="294"/>
            <ac:picMk id="19" creationId="{70ADC6BE-85B7-4E41-A8B4-15215A7831A9}"/>
          </ac:picMkLst>
        </pc:picChg>
        <pc:cxnChg chg="add mod">
          <ac:chgData name="沛溪 中村" userId="4b6ad4d7a42030dd" providerId="LiveId" clId="{03266B73-F375-47EE-A515-AB0BBCD617A2}" dt="2026-01-28T05:59:46.841" v="8111" actId="14100"/>
          <ac:cxnSpMkLst>
            <pc:docMk/>
            <pc:sldMk cId="3396499159" sldId="294"/>
            <ac:cxnSpMk id="4" creationId="{9BDFE3AC-63DB-4B3B-8AB2-B11EBC15E3AB}"/>
          </ac:cxnSpMkLst>
        </pc:cxnChg>
        <pc:cxnChg chg="add mod">
          <ac:chgData name="沛溪 中村" userId="4b6ad4d7a42030dd" providerId="LiveId" clId="{03266B73-F375-47EE-A515-AB0BBCD617A2}" dt="2026-01-28T05:29:02.905" v="7288" actId="14100"/>
          <ac:cxnSpMkLst>
            <pc:docMk/>
            <pc:sldMk cId="3396499159" sldId="294"/>
            <ac:cxnSpMk id="23" creationId="{9BAF945C-5C6A-45F6-8966-15CBAE67F236}"/>
          </ac:cxnSpMkLst>
        </pc:cxnChg>
      </pc:sldChg>
      <pc:sldChg chg="modSp add mod modAnim">
        <pc:chgData name="沛溪 中村" userId="4b6ad4d7a42030dd" providerId="LiveId" clId="{03266B73-F375-47EE-A515-AB0BBCD617A2}" dt="2026-01-28T05:56:47.203" v="7964"/>
        <pc:sldMkLst>
          <pc:docMk/>
          <pc:sldMk cId="55493423" sldId="295"/>
        </pc:sldMkLst>
        <pc:spChg chg="mod">
          <ac:chgData name="沛溪 中村" userId="4b6ad4d7a42030dd" providerId="LiveId" clId="{03266B73-F375-47EE-A515-AB0BBCD617A2}" dt="2026-01-28T05:53:22.055" v="7835" actId="1076"/>
          <ac:spMkLst>
            <pc:docMk/>
            <pc:sldMk cId="55493423" sldId="295"/>
            <ac:spMk id="18" creationId="{EC003A3A-773B-4379-98A6-EAFDBD490545}"/>
          </ac:spMkLst>
        </pc:spChg>
        <pc:cxnChg chg="mod">
          <ac:chgData name="沛溪 中村" userId="4b6ad4d7a42030dd" providerId="LiveId" clId="{03266B73-F375-47EE-A515-AB0BBCD617A2}" dt="2026-01-28T05:53:03.322" v="7826" actId="1076"/>
          <ac:cxnSpMkLst>
            <pc:docMk/>
            <pc:sldMk cId="55493423" sldId="295"/>
            <ac:cxnSpMk id="19" creationId="{6AE0420D-E1BF-4381-8A55-2C8A686284E4}"/>
          </ac:cxnSpMkLst>
        </pc:cxnChg>
      </pc:sldChg>
      <pc:sldChg chg="addSp delSp modSp add mod">
        <pc:chgData name="沛溪 中村" userId="4b6ad4d7a42030dd" providerId="LiveId" clId="{03266B73-F375-47EE-A515-AB0BBCD617A2}" dt="2026-01-28T06:24:12.108" v="8452" actId="1076"/>
        <pc:sldMkLst>
          <pc:docMk/>
          <pc:sldMk cId="1398509736" sldId="296"/>
        </pc:sldMkLst>
        <pc:spChg chg="add mod">
          <ac:chgData name="沛溪 中村" userId="4b6ad4d7a42030dd" providerId="LiveId" clId="{03266B73-F375-47EE-A515-AB0BBCD617A2}" dt="2026-01-28T06:23:57.368" v="8447" actId="1076"/>
          <ac:spMkLst>
            <pc:docMk/>
            <pc:sldMk cId="1398509736" sldId="296"/>
            <ac:spMk id="6" creationId="{29D0297A-23E4-498D-ACCC-FC2C9B1FF011}"/>
          </ac:spMkLst>
        </pc:spChg>
        <pc:spChg chg="mod">
          <ac:chgData name="沛溪 中村" userId="4b6ad4d7a42030dd" providerId="LiveId" clId="{03266B73-F375-47EE-A515-AB0BBCD617A2}" dt="2026-01-28T05:49:59.670" v="7502" actId="1076"/>
          <ac:spMkLst>
            <pc:docMk/>
            <pc:sldMk cId="1398509736" sldId="296"/>
            <ac:spMk id="9" creationId="{D8A041A7-D9B2-4A18-9E46-BB93B861D099}"/>
          </ac:spMkLst>
        </pc:spChg>
        <pc:spChg chg="add mod">
          <ac:chgData name="沛溪 中村" userId="4b6ad4d7a42030dd" providerId="LiveId" clId="{03266B73-F375-47EE-A515-AB0BBCD617A2}" dt="2026-01-28T06:23:51.165" v="8445" actId="1076"/>
          <ac:spMkLst>
            <pc:docMk/>
            <pc:sldMk cId="1398509736" sldId="296"/>
            <ac:spMk id="13" creationId="{D4E1877F-989A-477A-A345-ECE9899B7D0C}"/>
          </ac:spMkLst>
        </pc:spChg>
        <pc:spChg chg="mod">
          <ac:chgData name="沛溪 中村" userId="4b6ad4d7a42030dd" providerId="LiveId" clId="{03266B73-F375-47EE-A515-AB0BBCD617A2}" dt="2026-01-28T06:23:48.473" v="8444" actId="20577"/>
          <ac:spMkLst>
            <pc:docMk/>
            <pc:sldMk cId="1398509736" sldId="296"/>
            <ac:spMk id="18" creationId="{EC003A3A-773B-4379-98A6-EAFDBD490545}"/>
          </ac:spMkLst>
        </pc:spChg>
        <pc:spChg chg="add mod">
          <ac:chgData name="沛溪 中村" userId="4b6ad4d7a42030dd" providerId="LiveId" clId="{03266B73-F375-47EE-A515-AB0BBCD617A2}" dt="2026-01-28T06:24:04.354" v="8450" actId="1076"/>
          <ac:spMkLst>
            <pc:docMk/>
            <pc:sldMk cId="1398509736" sldId="296"/>
            <ac:spMk id="27" creationId="{E822833D-3549-4B79-B8C1-78B452DA7FE0}"/>
          </ac:spMkLst>
        </pc:spChg>
        <pc:picChg chg="add mod">
          <ac:chgData name="沛溪 中村" userId="4b6ad4d7a42030dd" providerId="LiveId" clId="{03266B73-F375-47EE-A515-AB0BBCD617A2}" dt="2026-01-28T06:23:55.308" v="8446" actId="1076"/>
          <ac:picMkLst>
            <pc:docMk/>
            <pc:sldMk cId="1398509736" sldId="296"/>
            <ac:picMk id="4" creationId="{1AF9AEF3-2928-4B34-BEB8-7DCB580F04F5}"/>
          </ac:picMkLst>
        </pc:picChg>
        <pc:picChg chg="del">
          <ac:chgData name="沛溪 中村" userId="4b6ad4d7a42030dd" providerId="LiveId" clId="{03266B73-F375-47EE-A515-AB0BBCD617A2}" dt="2026-01-28T05:44:42.514" v="7401" actId="478"/>
          <ac:picMkLst>
            <pc:docMk/>
            <pc:sldMk cId="1398509736" sldId="296"/>
            <ac:picMk id="5" creationId="{F7FB74BB-988F-467B-9AAC-14B321DE7E7F}"/>
          </ac:picMkLst>
        </pc:picChg>
        <pc:cxnChg chg="del">
          <ac:chgData name="沛溪 中村" userId="4b6ad4d7a42030dd" providerId="LiveId" clId="{03266B73-F375-47EE-A515-AB0BBCD617A2}" dt="2026-01-28T05:44:49.355" v="7404" actId="478"/>
          <ac:cxnSpMkLst>
            <pc:docMk/>
            <pc:sldMk cId="1398509736" sldId="296"/>
            <ac:cxnSpMk id="8" creationId="{33E48027-EA23-439A-9B59-8FE503080C78}"/>
          </ac:cxnSpMkLst>
        </pc:cxnChg>
        <pc:cxnChg chg="add mod">
          <ac:chgData name="沛溪 中村" userId="4b6ad4d7a42030dd" providerId="LiveId" clId="{03266B73-F375-47EE-A515-AB0BBCD617A2}" dt="2026-01-28T06:24:12.108" v="8452" actId="1076"/>
          <ac:cxnSpMkLst>
            <pc:docMk/>
            <pc:sldMk cId="1398509736" sldId="296"/>
            <ac:cxnSpMk id="10" creationId="{CEF059A5-5110-4F06-AFCB-560C021D5C93}"/>
          </ac:cxnSpMkLst>
        </pc:cxnChg>
        <pc:cxnChg chg="del">
          <ac:chgData name="沛溪 中村" userId="4b6ad4d7a42030dd" providerId="LiveId" clId="{03266B73-F375-47EE-A515-AB0BBCD617A2}" dt="2026-01-28T05:44:49.355" v="7404" actId="478"/>
          <ac:cxnSpMkLst>
            <pc:docMk/>
            <pc:sldMk cId="1398509736" sldId="296"/>
            <ac:cxnSpMk id="12" creationId="{BE973FE7-6C49-4F82-82F4-C9DE58D7EE45}"/>
          </ac:cxnSpMkLst>
        </pc:cxnChg>
        <pc:cxnChg chg="del">
          <ac:chgData name="沛溪 中村" userId="4b6ad4d7a42030dd" providerId="LiveId" clId="{03266B73-F375-47EE-A515-AB0BBCD617A2}" dt="2026-01-28T05:44:49.355" v="7404" actId="478"/>
          <ac:cxnSpMkLst>
            <pc:docMk/>
            <pc:sldMk cId="1398509736" sldId="296"/>
            <ac:cxnSpMk id="14" creationId="{AC31735C-9A65-42E4-8E78-7D47C220C697}"/>
          </ac:cxnSpMkLst>
        </pc:cxnChg>
        <pc:cxnChg chg="del">
          <ac:chgData name="沛溪 中村" userId="4b6ad4d7a42030dd" providerId="LiveId" clId="{03266B73-F375-47EE-A515-AB0BBCD617A2}" dt="2026-01-28T05:44:49.355" v="7404" actId="478"/>
          <ac:cxnSpMkLst>
            <pc:docMk/>
            <pc:sldMk cId="1398509736" sldId="296"/>
            <ac:cxnSpMk id="16" creationId="{735B374F-79A5-43B4-9CD7-72A324ECC335}"/>
          </ac:cxnSpMkLst>
        </pc:cxnChg>
        <pc:cxnChg chg="del">
          <ac:chgData name="沛溪 中村" userId="4b6ad4d7a42030dd" providerId="LiveId" clId="{03266B73-F375-47EE-A515-AB0BBCD617A2}" dt="2026-01-28T05:44:49.355" v="7404" actId="478"/>
          <ac:cxnSpMkLst>
            <pc:docMk/>
            <pc:sldMk cId="1398509736" sldId="296"/>
            <ac:cxnSpMk id="19" creationId="{6AE0420D-E1BF-4381-8A55-2C8A686284E4}"/>
          </ac:cxnSpMkLst>
        </pc:cxnChg>
        <pc:cxnChg chg="del">
          <ac:chgData name="沛溪 中村" userId="4b6ad4d7a42030dd" providerId="LiveId" clId="{03266B73-F375-47EE-A515-AB0BBCD617A2}" dt="2026-01-28T05:44:49.355" v="7404" actId="478"/>
          <ac:cxnSpMkLst>
            <pc:docMk/>
            <pc:sldMk cId="1398509736" sldId="296"/>
            <ac:cxnSpMk id="20" creationId="{F649C333-D46F-4978-AF0B-4358360186ED}"/>
          </ac:cxnSpMkLst>
        </pc:cxnChg>
        <pc:cxnChg chg="del">
          <ac:chgData name="沛溪 中村" userId="4b6ad4d7a42030dd" providerId="LiveId" clId="{03266B73-F375-47EE-A515-AB0BBCD617A2}" dt="2026-01-28T05:44:49.355" v="7404" actId="478"/>
          <ac:cxnSpMkLst>
            <pc:docMk/>
            <pc:sldMk cId="1398509736" sldId="296"/>
            <ac:cxnSpMk id="22" creationId="{A455BB0F-A305-4B29-AEA4-EA5123DECE38}"/>
          </ac:cxnSpMkLst>
        </pc:cxnChg>
        <pc:cxnChg chg="add mod">
          <ac:chgData name="沛溪 中村" userId="4b6ad4d7a42030dd" providerId="LiveId" clId="{03266B73-F375-47EE-A515-AB0BBCD617A2}" dt="2026-01-28T06:24:00.364" v="8449" actId="14100"/>
          <ac:cxnSpMkLst>
            <pc:docMk/>
            <pc:sldMk cId="1398509736" sldId="296"/>
            <ac:cxnSpMk id="25" creationId="{854FE343-C326-4318-A687-6B96C36E8479}"/>
          </ac:cxnSpMkLst>
        </pc:cxnChg>
      </pc:sldChg>
      <pc:sldChg chg="addSp delSp modSp add mod">
        <pc:chgData name="沛溪 中村" userId="4b6ad4d7a42030dd" providerId="LiveId" clId="{03266B73-F375-47EE-A515-AB0BBCD617A2}" dt="2026-01-28T06:06:48.003" v="8404" actId="1076"/>
        <pc:sldMkLst>
          <pc:docMk/>
          <pc:sldMk cId="3143237963" sldId="297"/>
        </pc:sldMkLst>
        <pc:spChg chg="del">
          <ac:chgData name="沛溪 中村" userId="4b6ad4d7a42030dd" providerId="LiveId" clId="{03266B73-F375-47EE-A515-AB0BBCD617A2}" dt="2026-01-28T05:59:02.497" v="8093" actId="478"/>
          <ac:spMkLst>
            <pc:docMk/>
            <pc:sldMk cId="3143237963" sldId="297"/>
            <ac:spMk id="10" creationId="{DF358E55-AA53-4BD3-95F7-EA8E90D786FF}"/>
          </ac:spMkLst>
        </pc:spChg>
        <pc:spChg chg="mod">
          <ac:chgData name="沛溪 中村" userId="4b6ad4d7a42030dd" providerId="LiveId" clId="{03266B73-F375-47EE-A515-AB0BBCD617A2}" dt="2026-01-28T05:59:00.926" v="8092" actId="20577"/>
          <ac:spMkLst>
            <pc:docMk/>
            <pc:sldMk cId="3143237963" sldId="297"/>
            <ac:spMk id="15" creationId="{C18FDA06-199B-4260-897D-6F3E62BC1924}"/>
          </ac:spMkLst>
        </pc:spChg>
        <pc:spChg chg="add mod">
          <ac:chgData name="沛溪 中村" userId="4b6ad4d7a42030dd" providerId="LiveId" clId="{03266B73-F375-47EE-A515-AB0BBCD617A2}" dt="2026-01-28T06:02:45.651" v="8362" actId="1076"/>
          <ac:spMkLst>
            <pc:docMk/>
            <pc:sldMk cId="3143237963" sldId="297"/>
            <ac:spMk id="16" creationId="{B7C7A255-01AE-487F-99F1-FBE9EE1AD53A}"/>
          </ac:spMkLst>
        </pc:spChg>
        <pc:spChg chg="add mod">
          <ac:chgData name="沛溪 中村" userId="4b6ad4d7a42030dd" providerId="LiveId" clId="{03266B73-F375-47EE-A515-AB0BBCD617A2}" dt="2026-01-28T06:06:48.003" v="8404" actId="1076"/>
          <ac:spMkLst>
            <pc:docMk/>
            <pc:sldMk cId="3143237963" sldId="297"/>
            <ac:spMk id="17" creationId="{F4D7376E-8A5D-48CF-88C8-807E4AB2F6E7}"/>
          </ac:spMkLst>
        </pc:spChg>
        <pc:spChg chg="del">
          <ac:chgData name="沛溪 中村" userId="4b6ad4d7a42030dd" providerId="LiveId" clId="{03266B73-F375-47EE-A515-AB0BBCD617A2}" dt="2026-01-28T05:59:06.828" v="8097" actId="478"/>
          <ac:spMkLst>
            <pc:docMk/>
            <pc:sldMk cId="3143237963" sldId="297"/>
            <ac:spMk id="21" creationId="{5B0F3F55-68A5-40CF-9731-FEDD3DAA0EC7}"/>
          </ac:spMkLst>
        </pc:spChg>
        <pc:spChg chg="del">
          <ac:chgData name="沛溪 中村" userId="4b6ad4d7a42030dd" providerId="LiveId" clId="{03266B73-F375-47EE-A515-AB0BBCD617A2}" dt="2026-01-28T05:59:05.613" v="8095" actId="478"/>
          <ac:spMkLst>
            <pc:docMk/>
            <pc:sldMk cId="3143237963" sldId="297"/>
            <ac:spMk id="27" creationId="{EF169FBF-24CD-46F0-95EF-F8776456C25C}"/>
          </ac:spMkLst>
        </pc:spChg>
        <pc:picChg chg="add del mod">
          <ac:chgData name="沛溪 中村" userId="4b6ad4d7a42030dd" providerId="LiveId" clId="{03266B73-F375-47EE-A515-AB0BBCD617A2}" dt="2026-01-28T06:00:11.914" v="8116" actId="478"/>
          <ac:picMkLst>
            <pc:docMk/>
            <pc:sldMk cId="3143237963" sldId="297"/>
            <ac:picMk id="4" creationId="{BC373E4C-B9B6-4598-AEFC-482FE884042A}"/>
          </ac:picMkLst>
        </pc:picChg>
        <pc:picChg chg="add mod">
          <ac:chgData name="沛溪 中村" userId="4b6ad4d7a42030dd" providerId="LiveId" clId="{03266B73-F375-47EE-A515-AB0BBCD617A2}" dt="2026-01-28T06:01:19.161" v="8144" actId="14861"/>
          <ac:picMkLst>
            <pc:docMk/>
            <pc:sldMk cId="3143237963" sldId="297"/>
            <ac:picMk id="6" creationId="{39871F11-99DB-4079-9C53-F3C27A432291}"/>
          </ac:picMkLst>
        </pc:picChg>
        <pc:picChg chg="add mod">
          <ac:chgData name="沛溪 中村" userId="4b6ad4d7a42030dd" providerId="LiveId" clId="{03266B73-F375-47EE-A515-AB0BBCD617A2}" dt="2026-01-28T06:01:11.378" v="8136" actId="14861"/>
          <ac:picMkLst>
            <pc:docMk/>
            <pc:sldMk cId="3143237963" sldId="297"/>
            <ac:picMk id="8" creationId="{808C45B3-9969-4A39-833B-9F1EAAB2B44F}"/>
          </ac:picMkLst>
        </pc:picChg>
        <pc:picChg chg="del">
          <ac:chgData name="沛溪 中村" userId="4b6ad4d7a42030dd" providerId="LiveId" clId="{03266B73-F375-47EE-A515-AB0BBCD617A2}" dt="2026-01-28T05:59:04.513" v="8094" actId="478"/>
          <ac:picMkLst>
            <pc:docMk/>
            <pc:sldMk cId="3143237963" sldId="297"/>
            <ac:picMk id="19" creationId="{70ADC6BE-85B7-4E41-A8B4-15215A7831A9}"/>
          </ac:picMkLst>
        </pc:picChg>
        <pc:cxnChg chg="del">
          <ac:chgData name="沛溪 中村" userId="4b6ad4d7a42030dd" providerId="LiveId" clId="{03266B73-F375-47EE-A515-AB0BBCD617A2}" dt="2026-01-28T05:59:06.168" v="8096" actId="478"/>
          <ac:cxnSpMkLst>
            <pc:docMk/>
            <pc:sldMk cId="3143237963" sldId="297"/>
            <ac:cxnSpMk id="23" creationId="{9BAF945C-5C6A-45F6-8966-15CBAE67F23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BB6DF-7862-4499-9A4E-FA298D009F1E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3B161-B07A-4030-8F77-E7C5DB0292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01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3B161-B07A-4030-8F77-E7C5DB02923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702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3B161-B07A-4030-8F77-E7C5DB02923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402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3B161-B07A-4030-8F77-E7C5DB02923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274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37ECC-EB78-4981-970F-E2E4B01E5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CEB204-96B7-4762-8976-C2159E9F7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489651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750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1.png"/><Relationship Id="rId7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5.png"/><Relationship Id="rId5" Type="http://schemas.openxmlformats.org/officeDocument/2006/relationships/image" Target="../media/image23.png"/><Relationship Id="rId10" Type="http://schemas.openxmlformats.org/officeDocument/2006/relationships/image" Target="../media/image12.png"/><Relationship Id="rId4" Type="http://schemas.openxmlformats.org/officeDocument/2006/relationships/image" Target="../media/image22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1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9.pn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33.png"/><Relationship Id="rId5" Type="http://schemas.openxmlformats.org/officeDocument/2006/relationships/image" Target="../media/image11.png"/><Relationship Id="rId10" Type="http://schemas.openxmlformats.org/officeDocument/2006/relationships/image" Target="../media/image32.png"/><Relationship Id="rId4" Type="http://schemas.openxmlformats.org/officeDocument/2006/relationships/image" Target="../media/image10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9.pn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33.png"/><Relationship Id="rId5" Type="http://schemas.openxmlformats.org/officeDocument/2006/relationships/image" Target="../media/image11.png"/><Relationship Id="rId10" Type="http://schemas.openxmlformats.org/officeDocument/2006/relationships/image" Target="../media/image32.png"/><Relationship Id="rId4" Type="http://schemas.openxmlformats.org/officeDocument/2006/relationships/image" Target="../media/image10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12.png"/><Relationship Id="rId10" Type="http://schemas.openxmlformats.org/officeDocument/2006/relationships/image" Target="../media/image31.png"/><Relationship Id="rId4" Type="http://schemas.openxmlformats.org/officeDocument/2006/relationships/image" Target="../media/image11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0.png"/><Relationship Id="rId7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12.png"/><Relationship Id="rId10" Type="http://schemas.openxmlformats.org/officeDocument/2006/relationships/image" Target="../media/image29.png"/><Relationship Id="rId4" Type="http://schemas.openxmlformats.org/officeDocument/2006/relationships/image" Target="../media/image11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0.png"/><Relationship Id="rId7" Type="http://schemas.openxmlformats.org/officeDocument/2006/relationships/image" Target="../media/image33.png"/><Relationship Id="rId12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12.png"/><Relationship Id="rId10" Type="http://schemas.openxmlformats.org/officeDocument/2006/relationships/image" Target="../media/image31.png"/><Relationship Id="rId4" Type="http://schemas.openxmlformats.org/officeDocument/2006/relationships/image" Target="../media/image11.png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12.png"/><Relationship Id="rId10" Type="http://schemas.openxmlformats.org/officeDocument/2006/relationships/image" Target="../media/image32.png"/><Relationship Id="rId4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1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图片 80">
            <a:extLst>
              <a:ext uri="{FF2B5EF4-FFF2-40B4-BE49-F238E27FC236}">
                <a16:creationId xmlns:a16="http://schemas.microsoft.com/office/drawing/2014/main" id="{8A99B690-B783-4349-82D3-94BDF972466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601483">
            <a:off x="3099923" y="-6294067"/>
            <a:ext cx="17490331" cy="17490331"/>
          </a:xfrm>
          <a:prstGeom prst="rect">
            <a:avLst/>
          </a:prstGeom>
          <a:noFill/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CA61AAC4-1505-4CB5-8149-D61E36A5174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964" y="1464676"/>
            <a:ext cx="9818288" cy="6858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DD1921F9-E56B-447E-976E-75B5EBCCDDD3}"/>
              </a:ext>
            </a:extLst>
          </p:cNvPr>
          <p:cNvSpPr/>
          <p:nvPr/>
        </p:nvSpPr>
        <p:spPr>
          <a:xfrm>
            <a:off x="-84666" y="5071533"/>
            <a:ext cx="6445202" cy="178646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任意多边形: 形状 319">
            <a:extLst>
              <a:ext uri="{FF2B5EF4-FFF2-40B4-BE49-F238E27FC236}">
                <a16:creationId xmlns:a16="http://schemas.microsoft.com/office/drawing/2014/main" id="{BD73D30B-1C48-4C85-A39B-D83834246ABA}"/>
              </a:ext>
            </a:extLst>
          </p:cNvPr>
          <p:cNvSpPr/>
          <p:nvPr/>
        </p:nvSpPr>
        <p:spPr>
          <a:xfrm>
            <a:off x="5305284" y="5071533"/>
            <a:ext cx="1055252" cy="1786467"/>
          </a:xfrm>
          <a:custGeom>
            <a:avLst/>
            <a:gdLst>
              <a:gd name="connsiteX0" fmla="*/ 0 w 1055252"/>
              <a:gd name="connsiteY0" fmla="*/ 0 h 1786467"/>
              <a:gd name="connsiteX1" fmla="*/ 766954 w 1055252"/>
              <a:gd name="connsiteY1" fmla="*/ 0 h 1786467"/>
              <a:gd name="connsiteX2" fmla="*/ 1055252 w 1055252"/>
              <a:gd name="connsiteY2" fmla="*/ 639492 h 1786467"/>
              <a:gd name="connsiteX3" fmla="*/ 1055252 w 1055252"/>
              <a:gd name="connsiteY3" fmla="*/ 1786467 h 1786467"/>
              <a:gd name="connsiteX4" fmla="*/ 0 w 1055252"/>
              <a:gd name="connsiteY4" fmla="*/ 1786467 h 178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5252" h="1786467">
                <a:moveTo>
                  <a:pt x="0" y="0"/>
                </a:moveTo>
                <a:lnTo>
                  <a:pt x="766954" y="0"/>
                </a:lnTo>
                <a:lnTo>
                  <a:pt x="1055252" y="639492"/>
                </a:lnTo>
                <a:lnTo>
                  <a:pt x="1055252" y="1786467"/>
                </a:lnTo>
                <a:lnTo>
                  <a:pt x="0" y="17864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9D9BE0E-D9B2-4F34-B994-B7DBAA094572}"/>
              </a:ext>
            </a:extLst>
          </p:cNvPr>
          <p:cNvGrpSpPr/>
          <p:nvPr/>
        </p:nvGrpSpPr>
        <p:grpSpPr>
          <a:xfrm>
            <a:off x="-1" y="1"/>
            <a:ext cx="7789470" cy="2176194"/>
            <a:chOff x="-1" y="1"/>
            <a:chExt cx="7789470" cy="2176194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954B7F4-BA24-4D2E-AE93-B0CD461E0EFA}"/>
                </a:ext>
              </a:extLst>
            </p:cNvPr>
            <p:cNvSpPr/>
            <p:nvPr/>
          </p:nvSpPr>
          <p:spPr>
            <a:xfrm>
              <a:off x="-1" y="1"/>
              <a:ext cx="7044268" cy="2176194"/>
            </a:xfrm>
            <a:prstGeom prst="rect">
              <a:avLst/>
            </a:prstGeom>
            <a:solidFill>
              <a:srgbClr val="0099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D7DB904-17D4-4A2C-B665-6E8E0E4B486C}"/>
                </a:ext>
              </a:extLst>
            </p:cNvPr>
            <p:cNvSpPr/>
            <p:nvPr/>
          </p:nvSpPr>
          <p:spPr>
            <a:xfrm>
              <a:off x="7044267" y="1"/>
              <a:ext cx="745202" cy="21761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0" name="矩形 69">
            <a:extLst>
              <a:ext uri="{FF2B5EF4-FFF2-40B4-BE49-F238E27FC236}">
                <a16:creationId xmlns:a16="http://schemas.microsoft.com/office/drawing/2014/main" id="{37816DC1-75E6-40B1-988B-9BBFC78220A6}"/>
              </a:ext>
            </a:extLst>
          </p:cNvPr>
          <p:cNvSpPr/>
          <p:nvPr/>
        </p:nvSpPr>
        <p:spPr>
          <a:xfrm>
            <a:off x="7512517" y="5053912"/>
            <a:ext cx="4622043" cy="178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5D36654-8959-47E1-9069-EF51AD670E14}"/>
              </a:ext>
            </a:extLst>
          </p:cNvPr>
          <p:cNvSpPr/>
          <p:nvPr/>
        </p:nvSpPr>
        <p:spPr>
          <a:xfrm>
            <a:off x="346912" y="3870107"/>
            <a:ext cx="1847349" cy="66105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87A1524-5FC3-4116-A6AB-4E2B0FBEE389}"/>
              </a:ext>
            </a:extLst>
          </p:cNvPr>
          <p:cNvSpPr/>
          <p:nvPr/>
        </p:nvSpPr>
        <p:spPr>
          <a:xfrm>
            <a:off x="-1" y="4871919"/>
            <a:ext cx="6096000" cy="1968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B870E4-AFA2-4381-B016-E62A516F7C42}"/>
              </a:ext>
            </a:extLst>
          </p:cNvPr>
          <p:cNvSpPr txBox="1"/>
          <p:nvPr/>
        </p:nvSpPr>
        <p:spPr>
          <a:xfrm>
            <a:off x="280323" y="2876624"/>
            <a:ext cx="52073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论文题目：面向多感官调制的非联想学习忆阻神经形态电路设计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7F6DBD-D2D3-497C-AB94-617808ED62E3}"/>
              </a:ext>
            </a:extLst>
          </p:cNvPr>
          <p:cNvSpPr txBox="1"/>
          <p:nvPr/>
        </p:nvSpPr>
        <p:spPr>
          <a:xfrm>
            <a:off x="454303" y="5602192"/>
            <a:ext cx="36087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汇报人：蒋彦熙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943EB9-EBD7-4A9A-83A8-3A2C5B91BCDC}"/>
              </a:ext>
            </a:extLst>
          </p:cNvPr>
          <p:cNvSpPr txBox="1"/>
          <p:nvPr/>
        </p:nvSpPr>
        <p:spPr>
          <a:xfrm>
            <a:off x="77773" y="124688"/>
            <a:ext cx="629073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中期进度报告</a:t>
            </a:r>
            <a:endParaRPr lang="zh-CN" altLang="en-US" sz="6600" dirty="0">
              <a:solidFill>
                <a:schemeClr val="accent2">
                  <a:lumMod val="20000"/>
                  <a:lumOff val="80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475B00-4C4C-4C46-A969-0C234C0D7A03}"/>
              </a:ext>
            </a:extLst>
          </p:cNvPr>
          <p:cNvSpPr txBox="1"/>
          <p:nvPr/>
        </p:nvSpPr>
        <p:spPr>
          <a:xfrm flipH="1">
            <a:off x="76489" y="1357371"/>
            <a:ext cx="5207347" cy="769441"/>
          </a:xfrm>
          <a:prstGeom prst="rect">
            <a:avLst/>
          </a:prstGeom>
          <a:solidFill>
            <a:schemeClr val="bg1"/>
          </a:solidFill>
          <a:effectLst>
            <a:glow rad="863600">
              <a:srgbClr val="0099FF">
                <a:alpha val="25000"/>
              </a:srgbClr>
            </a:glow>
            <a:outerShdw blurRad="50800" dist="38100" dir="16200000" rotWithShape="0">
              <a:srgbClr val="0099FF">
                <a:alpha val="82000"/>
              </a:srgbClr>
            </a:outerShdw>
            <a:reflection blurRad="6350" stA="52000" endA="300" endPos="35000" dir="5400000" sy="-100000" algn="bl" rotWithShape="0"/>
            <a:softEdge rad="1244600"/>
          </a:effectLst>
        </p:spPr>
        <p:txBody>
          <a:bodyPr vert="horz" wrap="square" anchor="ctr">
            <a:spAutoFit/>
          </a:bodyPr>
          <a:lstStyle/>
          <a:p>
            <a:r>
              <a:rPr lang="en-US" altLang="zh-CN" sz="4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/ / </a:t>
            </a:r>
            <a:r>
              <a:rPr lang="en-US" altLang="zh-CN" sz="440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Mid-Term Report</a:t>
            </a:r>
            <a:endParaRPr lang="zh-CN" altLang="en-US" sz="440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直角三角形 27">
            <a:extLst>
              <a:ext uri="{FF2B5EF4-FFF2-40B4-BE49-F238E27FC236}">
                <a16:creationId xmlns:a16="http://schemas.microsoft.com/office/drawing/2014/main" id="{1A13BC81-22F0-4530-B76B-3D0325E9098D}"/>
              </a:ext>
            </a:extLst>
          </p:cNvPr>
          <p:cNvSpPr/>
          <p:nvPr/>
        </p:nvSpPr>
        <p:spPr>
          <a:xfrm rot="2820000">
            <a:off x="5618173" y="442466"/>
            <a:ext cx="688524" cy="649590"/>
          </a:xfrm>
          <a:prstGeom prst="rt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0DF74B0-4526-4ADD-8037-25DF45A61353}"/>
              </a:ext>
            </a:extLst>
          </p:cNvPr>
          <p:cNvGrpSpPr/>
          <p:nvPr/>
        </p:nvGrpSpPr>
        <p:grpSpPr>
          <a:xfrm>
            <a:off x="8635251" y="5073643"/>
            <a:ext cx="4777609" cy="1560052"/>
            <a:chOff x="3509327" y="-952467"/>
            <a:chExt cx="4777609" cy="1560052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125D484-8EF3-4744-8DB4-6AC4DC1E9BFF}"/>
                </a:ext>
              </a:extLst>
            </p:cNvPr>
            <p:cNvSpPr txBox="1"/>
            <p:nvPr/>
          </p:nvSpPr>
          <p:spPr>
            <a:xfrm>
              <a:off x="3509327" y="-38746"/>
              <a:ext cx="40517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OCR A Extended" panose="02010509020102010303" pitchFamily="50" charset="0"/>
                </a:rPr>
                <a:t>FEBR/04/2026</a:t>
              </a:r>
              <a:endParaRPr lang="zh-CN" altLang="en-US" sz="3600" b="1" dirty="0">
                <a:solidFill>
                  <a:schemeClr val="bg1"/>
                </a:solidFill>
                <a:latin typeface="OCR A Extended" panose="02010509020102010303" pitchFamily="50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1FFC770-4F84-41E7-81EC-C07101026A75}"/>
                </a:ext>
              </a:extLst>
            </p:cNvPr>
            <p:cNvSpPr txBox="1"/>
            <p:nvPr/>
          </p:nvSpPr>
          <p:spPr>
            <a:xfrm>
              <a:off x="4380826" y="-952467"/>
              <a:ext cx="390611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4400" b="1" dirty="0">
                  <a:solidFill>
                    <a:schemeClr val="bg1"/>
                  </a:solidFill>
                  <a:latin typeface="OCR A Extended" panose="02010509020102010303" pitchFamily="50" charset="0"/>
                </a:rPr>
                <a:t>2:30 PM</a:t>
              </a:r>
              <a:endParaRPr lang="zh-CN" altLang="en-US" sz="4400" b="1" dirty="0">
                <a:solidFill>
                  <a:schemeClr val="bg1"/>
                </a:solidFill>
                <a:latin typeface="OCR A Extended" panose="02010509020102010303" pitchFamily="50" charset="0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09E8BCCD-D425-4D50-A0DC-DBEFC38C1D36}"/>
              </a:ext>
            </a:extLst>
          </p:cNvPr>
          <p:cNvGrpSpPr/>
          <p:nvPr/>
        </p:nvGrpSpPr>
        <p:grpSpPr>
          <a:xfrm>
            <a:off x="154323" y="4320000"/>
            <a:ext cx="5382783" cy="252000"/>
            <a:chOff x="154323" y="4320000"/>
            <a:chExt cx="5382783" cy="252000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22CDFE80-B602-4D31-9DDD-7CAC5C67E32B}"/>
                </a:ext>
              </a:extLst>
            </p:cNvPr>
            <p:cNvGrpSpPr/>
            <p:nvPr/>
          </p:nvGrpSpPr>
          <p:grpSpPr>
            <a:xfrm rot="10800000">
              <a:off x="5285106" y="4320000"/>
              <a:ext cx="252000" cy="252000"/>
              <a:chOff x="654518" y="2791326"/>
              <a:chExt cx="360000" cy="360000"/>
            </a:xfrm>
          </p:grpSpPr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A3AA85F6-E205-49A7-A78D-AE866217A5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4518" y="2791326"/>
                <a:ext cx="0" cy="3600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E8B226E5-57FC-484C-A1E7-25D5758444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4518" y="2791326"/>
                <a:ext cx="360000" cy="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662C1A9E-6A20-4E8F-AC63-CD633D207FBF}"/>
                </a:ext>
              </a:extLst>
            </p:cNvPr>
            <p:cNvGrpSpPr/>
            <p:nvPr/>
          </p:nvGrpSpPr>
          <p:grpSpPr>
            <a:xfrm rot="16200000">
              <a:off x="154323" y="4320000"/>
              <a:ext cx="252000" cy="252000"/>
              <a:chOff x="654518" y="2791326"/>
              <a:chExt cx="360000" cy="360000"/>
            </a:xfrm>
          </p:grpSpPr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5E69475E-68E1-498F-8334-91328754C8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4518" y="2791326"/>
                <a:ext cx="0" cy="3600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579F1F31-A6B3-41F2-83F4-C1DEC29255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4518" y="2791326"/>
                <a:ext cx="360000" cy="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CACD65FD-FAEA-4D14-9224-73C99792263A}"/>
              </a:ext>
            </a:extLst>
          </p:cNvPr>
          <p:cNvSpPr txBox="1"/>
          <p:nvPr/>
        </p:nvSpPr>
        <p:spPr>
          <a:xfrm>
            <a:off x="652384" y="4151270"/>
            <a:ext cx="16782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MAY/2025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" name="直角三角形 54">
            <a:extLst>
              <a:ext uri="{FF2B5EF4-FFF2-40B4-BE49-F238E27FC236}">
                <a16:creationId xmlns:a16="http://schemas.microsoft.com/office/drawing/2014/main" id="{C725F6F1-7C0F-49B2-A078-B43BA430527B}"/>
              </a:ext>
            </a:extLst>
          </p:cNvPr>
          <p:cNvSpPr/>
          <p:nvPr/>
        </p:nvSpPr>
        <p:spPr>
          <a:xfrm rot="13500000">
            <a:off x="358354" y="4090591"/>
            <a:ext cx="216000" cy="216000"/>
          </a:xfrm>
          <a:prstGeom prst="rt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AD8CBD0-E9B3-47C5-A75D-4765E5CAA5DB}"/>
              </a:ext>
            </a:extLst>
          </p:cNvPr>
          <p:cNvSpPr txBox="1"/>
          <p:nvPr/>
        </p:nvSpPr>
        <p:spPr>
          <a:xfrm>
            <a:off x="652384" y="3815022"/>
            <a:ext cx="16782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IEEE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A8AB3AB-711E-4F6E-8F38-2DF6719BBCA8}"/>
              </a:ext>
            </a:extLst>
          </p:cNvPr>
          <p:cNvSpPr txBox="1"/>
          <p:nvPr/>
        </p:nvSpPr>
        <p:spPr>
          <a:xfrm>
            <a:off x="2297513" y="3886399"/>
            <a:ext cx="3215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Bio-Inspired Neuromorphic Circuit Design of Non-associative Learning for Multisensory Enhancement and Depression</a:t>
            </a: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32930A19-CB89-4287-AAD2-285C1E3AFC95}"/>
              </a:ext>
            </a:extLst>
          </p:cNvPr>
          <p:cNvCxnSpPr>
            <a:cxnSpLocks/>
          </p:cNvCxnSpPr>
          <p:nvPr/>
        </p:nvCxnSpPr>
        <p:spPr>
          <a:xfrm>
            <a:off x="2297513" y="3870107"/>
            <a:ext cx="0" cy="661053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6ADDA9DA-8106-4BD2-BC18-1E887B219E89}"/>
              </a:ext>
            </a:extLst>
          </p:cNvPr>
          <p:cNvSpPr txBox="1"/>
          <p:nvPr/>
        </p:nvSpPr>
        <p:spPr>
          <a:xfrm rot="5400000">
            <a:off x="4998931" y="5564738"/>
            <a:ext cx="17082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REPOTT</a:t>
            </a:r>
          </a:p>
          <a:p>
            <a:pPr algn="ctr"/>
            <a:r>
              <a:rPr lang="en-US" altLang="zh-CN" sz="2400" b="1" dirty="0"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DUTY</a:t>
            </a:r>
            <a:endParaRPr lang="zh-CN" altLang="en-US" sz="2400" b="1" dirty="0"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47EAC330-BBE9-4C4C-96B6-6C3C6394A4E7}"/>
              </a:ext>
            </a:extLst>
          </p:cNvPr>
          <p:cNvCxnSpPr>
            <a:cxnSpLocks/>
          </p:cNvCxnSpPr>
          <p:nvPr/>
        </p:nvCxnSpPr>
        <p:spPr>
          <a:xfrm flipH="1">
            <a:off x="5838601" y="5689723"/>
            <a:ext cx="15715" cy="939797"/>
          </a:xfrm>
          <a:prstGeom prst="line">
            <a:avLst/>
          </a:prstGeom>
          <a:ln w="3492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91CE3800-C915-40CB-AB25-CD96C93D1257}"/>
              </a:ext>
            </a:extLst>
          </p:cNvPr>
          <p:cNvGrpSpPr/>
          <p:nvPr/>
        </p:nvGrpSpPr>
        <p:grpSpPr>
          <a:xfrm>
            <a:off x="8116376" y="228480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9B65A44F-1D39-448E-BEBA-A69D7EB018BF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FD12AC31-EEAB-4595-9162-E29304A6C44E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03" name="椭圆 102">
                  <a:extLst>
                    <a:ext uri="{FF2B5EF4-FFF2-40B4-BE49-F238E27FC236}">
                      <a16:creationId xmlns:a16="http://schemas.microsoft.com/office/drawing/2014/main" id="{9E9599BC-DC9B-4DCF-88BD-B20D63FE603B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椭圆 103">
                  <a:extLst>
                    <a:ext uri="{FF2B5EF4-FFF2-40B4-BE49-F238E27FC236}">
                      <a16:creationId xmlns:a16="http://schemas.microsoft.com/office/drawing/2014/main" id="{F08C4168-1749-42C1-B5CE-B256253C0614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5" name="椭圆 104">
                  <a:extLst>
                    <a:ext uri="{FF2B5EF4-FFF2-40B4-BE49-F238E27FC236}">
                      <a16:creationId xmlns:a16="http://schemas.microsoft.com/office/drawing/2014/main" id="{D0DAFB26-58B5-4292-A156-EC3D875F2ADD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" name="椭圆 105">
                  <a:extLst>
                    <a:ext uri="{FF2B5EF4-FFF2-40B4-BE49-F238E27FC236}">
                      <a16:creationId xmlns:a16="http://schemas.microsoft.com/office/drawing/2014/main" id="{4836500D-2B62-4B96-83F3-F40E60431CBB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8" name="组合 107">
                <a:extLst>
                  <a:ext uri="{FF2B5EF4-FFF2-40B4-BE49-F238E27FC236}">
                    <a16:creationId xmlns:a16="http://schemas.microsoft.com/office/drawing/2014/main" id="{9626D951-43A5-4FA7-BA09-E96C213F0BDA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09" name="椭圆 108">
                  <a:extLst>
                    <a:ext uri="{FF2B5EF4-FFF2-40B4-BE49-F238E27FC236}">
                      <a16:creationId xmlns:a16="http://schemas.microsoft.com/office/drawing/2014/main" id="{DAAD2C36-A462-46D1-8DBD-2F793A21829A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" name="椭圆 109">
                  <a:extLst>
                    <a:ext uri="{FF2B5EF4-FFF2-40B4-BE49-F238E27FC236}">
                      <a16:creationId xmlns:a16="http://schemas.microsoft.com/office/drawing/2014/main" id="{FBDAF471-88EA-400D-B3F8-C8C65F9935EB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" name="椭圆 110">
                  <a:extLst>
                    <a:ext uri="{FF2B5EF4-FFF2-40B4-BE49-F238E27FC236}">
                      <a16:creationId xmlns:a16="http://schemas.microsoft.com/office/drawing/2014/main" id="{FF14BA52-78DB-448B-BBE5-9435DA8FDF34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2" name="椭圆 111">
                  <a:extLst>
                    <a:ext uri="{FF2B5EF4-FFF2-40B4-BE49-F238E27FC236}">
                      <a16:creationId xmlns:a16="http://schemas.microsoft.com/office/drawing/2014/main" id="{06F655EC-7465-4829-8FDE-42109F1A60FD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4726476B-FF4B-4AEB-AC32-BB211C029599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15" name="组合 114">
                <a:extLst>
                  <a:ext uri="{FF2B5EF4-FFF2-40B4-BE49-F238E27FC236}">
                    <a16:creationId xmlns:a16="http://schemas.microsoft.com/office/drawing/2014/main" id="{78EC6F9E-B092-4A4D-A1CD-E9A53A059318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21" name="椭圆 120">
                  <a:extLst>
                    <a:ext uri="{FF2B5EF4-FFF2-40B4-BE49-F238E27FC236}">
                      <a16:creationId xmlns:a16="http://schemas.microsoft.com/office/drawing/2014/main" id="{0046EF37-BD72-4167-8088-479D755D3C8F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椭圆 121">
                  <a:extLst>
                    <a:ext uri="{FF2B5EF4-FFF2-40B4-BE49-F238E27FC236}">
                      <a16:creationId xmlns:a16="http://schemas.microsoft.com/office/drawing/2014/main" id="{AC8DDC78-FEA4-490F-8C6A-DECD49DAB62D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椭圆 122">
                  <a:extLst>
                    <a:ext uri="{FF2B5EF4-FFF2-40B4-BE49-F238E27FC236}">
                      <a16:creationId xmlns:a16="http://schemas.microsoft.com/office/drawing/2014/main" id="{507B8EFE-4E2E-4827-8F36-C12254A9BA3F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椭圆 123">
                  <a:extLst>
                    <a:ext uri="{FF2B5EF4-FFF2-40B4-BE49-F238E27FC236}">
                      <a16:creationId xmlns:a16="http://schemas.microsoft.com/office/drawing/2014/main" id="{2E399502-8E50-4807-8695-69C39FD2BC4B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" name="组合 115">
                <a:extLst>
                  <a:ext uri="{FF2B5EF4-FFF2-40B4-BE49-F238E27FC236}">
                    <a16:creationId xmlns:a16="http://schemas.microsoft.com/office/drawing/2014/main" id="{65D9E493-8454-400A-96B9-89F6359A77B6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17" name="椭圆 116">
                  <a:extLst>
                    <a:ext uri="{FF2B5EF4-FFF2-40B4-BE49-F238E27FC236}">
                      <a16:creationId xmlns:a16="http://schemas.microsoft.com/office/drawing/2014/main" id="{DFB2E57F-63C7-4A45-8F9B-774A53321FF1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椭圆 117">
                  <a:extLst>
                    <a:ext uri="{FF2B5EF4-FFF2-40B4-BE49-F238E27FC236}">
                      <a16:creationId xmlns:a16="http://schemas.microsoft.com/office/drawing/2014/main" id="{79D8F727-E3F2-4229-A97A-25FA0F1E20D4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椭圆 118">
                  <a:extLst>
                    <a:ext uri="{FF2B5EF4-FFF2-40B4-BE49-F238E27FC236}">
                      <a16:creationId xmlns:a16="http://schemas.microsoft.com/office/drawing/2014/main" id="{F9ABE4F6-D0F5-4249-8F4C-716751EC4E35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椭圆 119">
                  <a:extLst>
                    <a:ext uri="{FF2B5EF4-FFF2-40B4-BE49-F238E27FC236}">
                      <a16:creationId xmlns:a16="http://schemas.microsoft.com/office/drawing/2014/main" id="{7E6B2F69-D980-4FDA-956B-0C8E5FE8B73A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E26EEC3F-00C2-4C47-A065-4BFE66730A30}"/>
              </a:ext>
            </a:extLst>
          </p:cNvPr>
          <p:cNvGrpSpPr/>
          <p:nvPr/>
        </p:nvGrpSpPr>
        <p:grpSpPr>
          <a:xfrm>
            <a:off x="9725868" y="228480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993CF8B2-6E5F-435D-BE83-3E143D82E2A7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39" name="组合 138">
                <a:extLst>
                  <a:ext uri="{FF2B5EF4-FFF2-40B4-BE49-F238E27FC236}">
                    <a16:creationId xmlns:a16="http://schemas.microsoft.com/office/drawing/2014/main" id="{3EEC1D91-011C-4267-8120-5A53F5B712C8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45" name="椭圆 144">
                  <a:extLst>
                    <a:ext uri="{FF2B5EF4-FFF2-40B4-BE49-F238E27FC236}">
                      <a16:creationId xmlns:a16="http://schemas.microsoft.com/office/drawing/2014/main" id="{11DDB2A3-3B67-4E1D-8F63-4F3FE839EBC6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" name="椭圆 145">
                  <a:extLst>
                    <a:ext uri="{FF2B5EF4-FFF2-40B4-BE49-F238E27FC236}">
                      <a16:creationId xmlns:a16="http://schemas.microsoft.com/office/drawing/2014/main" id="{760C7AEC-8491-4852-BBA9-E366427CEEA2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7" name="椭圆 146">
                  <a:extLst>
                    <a:ext uri="{FF2B5EF4-FFF2-40B4-BE49-F238E27FC236}">
                      <a16:creationId xmlns:a16="http://schemas.microsoft.com/office/drawing/2014/main" id="{004E8452-F7DA-4DBF-98E6-C4E6E64533E9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8" name="椭圆 147">
                  <a:extLst>
                    <a:ext uri="{FF2B5EF4-FFF2-40B4-BE49-F238E27FC236}">
                      <a16:creationId xmlns:a16="http://schemas.microsoft.com/office/drawing/2014/main" id="{7400A195-9E5E-4476-BAEE-A50EADC72623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0" name="组合 139">
                <a:extLst>
                  <a:ext uri="{FF2B5EF4-FFF2-40B4-BE49-F238E27FC236}">
                    <a16:creationId xmlns:a16="http://schemas.microsoft.com/office/drawing/2014/main" id="{1482C3D8-FE70-465A-B5E4-F674FDCEF06E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41" name="椭圆 140">
                  <a:extLst>
                    <a:ext uri="{FF2B5EF4-FFF2-40B4-BE49-F238E27FC236}">
                      <a16:creationId xmlns:a16="http://schemas.microsoft.com/office/drawing/2014/main" id="{11111731-CCF5-468D-AFBB-C9FE5904EF24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2" name="椭圆 141">
                  <a:extLst>
                    <a:ext uri="{FF2B5EF4-FFF2-40B4-BE49-F238E27FC236}">
                      <a16:creationId xmlns:a16="http://schemas.microsoft.com/office/drawing/2014/main" id="{D1ACE776-1F69-475B-92DA-C728EA4C52E8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椭圆 142">
                  <a:extLst>
                    <a:ext uri="{FF2B5EF4-FFF2-40B4-BE49-F238E27FC236}">
                      <a16:creationId xmlns:a16="http://schemas.microsoft.com/office/drawing/2014/main" id="{6AD2FECD-3F59-4FE3-A57D-5F1FA45D58EA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" name="椭圆 143">
                  <a:extLst>
                    <a:ext uri="{FF2B5EF4-FFF2-40B4-BE49-F238E27FC236}">
                      <a16:creationId xmlns:a16="http://schemas.microsoft.com/office/drawing/2014/main" id="{DA79669A-756C-4E3D-8A37-5EF05DB19345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49FD6783-BCF3-43A7-A6FC-897AC7492CB9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29" name="组合 128">
                <a:extLst>
                  <a:ext uri="{FF2B5EF4-FFF2-40B4-BE49-F238E27FC236}">
                    <a16:creationId xmlns:a16="http://schemas.microsoft.com/office/drawing/2014/main" id="{B675E84B-57E9-4A22-AFBC-EF4AD05DA08C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35" name="椭圆 134">
                  <a:extLst>
                    <a:ext uri="{FF2B5EF4-FFF2-40B4-BE49-F238E27FC236}">
                      <a16:creationId xmlns:a16="http://schemas.microsoft.com/office/drawing/2014/main" id="{1E72663D-E095-4907-8E2B-611757647A97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" name="椭圆 135">
                  <a:extLst>
                    <a:ext uri="{FF2B5EF4-FFF2-40B4-BE49-F238E27FC236}">
                      <a16:creationId xmlns:a16="http://schemas.microsoft.com/office/drawing/2014/main" id="{FEB05639-8982-48AC-B5A6-2B16270E9044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7" name="椭圆 136">
                  <a:extLst>
                    <a:ext uri="{FF2B5EF4-FFF2-40B4-BE49-F238E27FC236}">
                      <a16:creationId xmlns:a16="http://schemas.microsoft.com/office/drawing/2014/main" id="{852680AD-26C9-4DE5-AE7C-7B7673A48701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8" name="椭圆 137">
                  <a:extLst>
                    <a:ext uri="{FF2B5EF4-FFF2-40B4-BE49-F238E27FC236}">
                      <a16:creationId xmlns:a16="http://schemas.microsoft.com/office/drawing/2014/main" id="{574A42AA-6326-4176-A0AB-283A57B3100C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0" name="组合 129">
                <a:extLst>
                  <a:ext uri="{FF2B5EF4-FFF2-40B4-BE49-F238E27FC236}">
                    <a16:creationId xmlns:a16="http://schemas.microsoft.com/office/drawing/2014/main" id="{96E779A9-9857-4127-B6B7-303744A91842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31" name="椭圆 130">
                  <a:extLst>
                    <a:ext uri="{FF2B5EF4-FFF2-40B4-BE49-F238E27FC236}">
                      <a16:creationId xmlns:a16="http://schemas.microsoft.com/office/drawing/2014/main" id="{841BEB4D-5FB2-400F-924E-C1058364695C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" name="椭圆 131">
                  <a:extLst>
                    <a:ext uri="{FF2B5EF4-FFF2-40B4-BE49-F238E27FC236}">
                      <a16:creationId xmlns:a16="http://schemas.microsoft.com/office/drawing/2014/main" id="{4E687793-0FF6-4F7F-A0C7-5C93187A5A5F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3" name="椭圆 132">
                  <a:extLst>
                    <a:ext uri="{FF2B5EF4-FFF2-40B4-BE49-F238E27FC236}">
                      <a16:creationId xmlns:a16="http://schemas.microsoft.com/office/drawing/2014/main" id="{7F3E9EF6-AC54-4A9B-8FAB-2409A3AFB062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4" name="椭圆 133">
                  <a:extLst>
                    <a:ext uri="{FF2B5EF4-FFF2-40B4-BE49-F238E27FC236}">
                      <a16:creationId xmlns:a16="http://schemas.microsoft.com/office/drawing/2014/main" id="{C0018EFA-CCC5-484A-82F7-10F547C2CA9E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8A483A09-4BA0-4629-901B-FBA0EE633FA9}"/>
              </a:ext>
            </a:extLst>
          </p:cNvPr>
          <p:cNvGrpSpPr/>
          <p:nvPr/>
        </p:nvGrpSpPr>
        <p:grpSpPr>
          <a:xfrm>
            <a:off x="9725868" y="1910047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22BF6060-28DE-4071-B465-5E3DE2C899E2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62" name="组合 161">
                <a:extLst>
                  <a:ext uri="{FF2B5EF4-FFF2-40B4-BE49-F238E27FC236}">
                    <a16:creationId xmlns:a16="http://schemas.microsoft.com/office/drawing/2014/main" id="{F17A75DB-9207-4DF5-973E-4002957B373D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68" name="椭圆 167">
                  <a:extLst>
                    <a:ext uri="{FF2B5EF4-FFF2-40B4-BE49-F238E27FC236}">
                      <a16:creationId xmlns:a16="http://schemas.microsoft.com/office/drawing/2014/main" id="{A383E67B-97E7-4D07-B19C-F8DCD6D8B991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9" name="椭圆 168">
                  <a:extLst>
                    <a:ext uri="{FF2B5EF4-FFF2-40B4-BE49-F238E27FC236}">
                      <a16:creationId xmlns:a16="http://schemas.microsoft.com/office/drawing/2014/main" id="{E73E3CA0-A8E2-43E5-A89E-B0448681BED5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0" name="椭圆 169">
                  <a:extLst>
                    <a:ext uri="{FF2B5EF4-FFF2-40B4-BE49-F238E27FC236}">
                      <a16:creationId xmlns:a16="http://schemas.microsoft.com/office/drawing/2014/main" id="{E21243A5-81F6-4012-A855-181F495FC39B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1" name="椭圆 170">
                  <a:extLst>
                    <a:ext uri="{FF2B5EF4-FFF2-40B4-BE49-F238E27FC236}">
                      <a16:creationId xmlns:a16="http://schemas.microsoft.com/office/drawing/2014/main" id="{0A05D313-3C6B-44DF-8772-EC2CF3109E7B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63" name="组合 162">
                <a:extLst>
                  <a:ext uri="{FF2B5EF4-FFF2-40B4-BE49-F238E27FC236}">
                    <a16:creationId xmlns:a16="http://schemas.microsoft.com/office/drawing/2014/main" id="{5FCBEBD2-250B-4102-A9D0-B08C031CCA85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64" name="椭圆 163">
                  <a:extLst>
                    <a:ext uri="{FF2B5EF4-FFF2-40B4-BE49-F238E27FC236}">
                      <a16:creationId xmlns:a16="http://schemas.microsoft.com/office/drawing/2014/main" id="{F58BCE8E-F4C3-4F34-8D53-B62401629F9D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5" name="椭圆 164">
                  <a:extLst>
                    <a:ext uri="{FF2B5EF4-FFF2-40B4-BE49-F238E27FC236}">
                      <a16:creationId xmlns:a16="http://schemas.microsoft.com/office/drawing/2014/main" id="{1A6B7F97-1FC7-4AFF-A521-B9018DD7C13B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6" name="椭圆 165">
                  <a:extLst>
                    <a:ext uri="{FF2B5EF4-FFF2-40B4-BE49-F238E27FC236}">
                      <a16:creationId xmlns:a16="http://schemas.microsoft.com/office/drawing/2014/main" id="{63EAB991-EAB4-469B-BC30-A478CCAD3EE5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7" name="椭圆 166">
                  <a:extLst>
                    <a:ext uri="{FF2B5EF4-FFF2-40B4-BE49-F238E27FC236}">
                      <a16:creationId xmlns:a16="http://schemas.microsoft.com/office/drawing/2014/main" id="{F8EA5345-2911-4457-8A1A-07CD0834DD28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51" name="组合 150">
              <a:extLst>
                <a:ext uri="{FF2B5EF4-FFF2-40B4-BE49-F238E27FC236}">
                  <a16:creationId xmlns:a16="http://schemas.microsoft.com/office/drawing/2014/main" id="{E780897C-BC5B-451F-BA31-C3726F2409DD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52" name="组合 151">
                <a:extLst>
                  <a:ext uri="{FF2B5EF4-FFF2-40B4-BE49-F238E27FC236}">
                    <a16:creationId xmlns:a16="http://schemas.microsoft.com/office/drawing/2014/main" id="{B01FFFF7-8558-4E19-B496-FA3561D0019F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58" name="椭圆 157">
                  <a:extLst>
                    <a:ext uri="{FF2B5EF4-FFF2-40B4-BE49-F238E27FC236}">
                      <a16:creationId xmlns:a16="http://schemas.microsoft.com/office/drawing/2014/main" id="{462B69EA-578E-4BC8-B137-1241482073F4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9" name="椭圆 158">
                  <a:extLst>
                    <a:ext uri="{FF2B5EF4-FFF2-40B4-BE49-F238E27FC236}">
                      <a16:creationId xmlns:a16="http://schemas.microsoft.com/office/drawing/2014/main" id="{8076F063-F686-4C48-A9FF-EBCEDD7636FB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0" name="椭圆 159">
                  <a:extLst>
                    <a:ext uri="{FF2B5EF4-FFF2-40B4-BE49-F238E27FC236}">
                      <a16:creationId xmlns:a16="http://schemas.microsoft.com/office/drawing/2014/main" id="{49494BB9-BF91-43FB-BAF9-55989656A664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1" name="椭圆 160">
                  <a:extLst>
                    <a:ext uri="{FF2B5EF4-FFF2-40B4-BE49-F238E27FC236}">
                      <a16:creationId xmlns:a16="http://schemas.microsoft.com/office/drawing/2014/main" id="{265F5C09-0350-4BCD-80C5-B8F104290E6F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53" name="组合 152">
                <a:extLst>
                  <a:ext uri="{FF2B5EF4-FFF2-40B4-BE49-F238E27FC236}">
                    <a16:creationId xmlns:a16="http://schemas.microsoft.com/office/drawing/2014/main" id="{16F3A856-A7B9-4B17-96B4-F0E7E91906F2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54" name="椭圆 153">
                  <a:extLst>
                    <a:ext uri="{FF2B5EF4-FFF2-40B4-BE49-F238E27FC236}">
                      <a16:creationId xmlns:a16="http://schemas.microsoft.com/office/drawing/2014/main" id="{9183C372-DEA0-4065-9461-E7A52BB654D6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5" name="椭圆 154">
                  <a:extLst>
                    <a:ext uri="{FF2B5EF4-FFF2-40B4-BE49-F238E27FC236}">
                      <a16:creationId xmlns:a16="http://schemas.microsoft.com/office/drawing/2014/main" id="{6AFFB5EE-3540-499D-835A-592B84E8D633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6" name="椭圆 155">
                  <a:extLst>
                    <a:ext uri="{FF2B5EF4-FFF2-40B4-BE49-F238E27FC236}">
                      <a16:creationId xmlns:a16="http://schemas.microsoft.com/office/drawing/2014/main" id="{2338B6BB-BD48-4838-B3FA-40901CCC2950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7" name="椭圆 156">
                  <a:extLst>
                    <a:ext uri="{FF2B5EF4-FFF2-40B4-BE49-F238E27FC236}">
                      <a16:creationId xmlns:a16="http://schemas.microsoft.com/office/drawing/2014/main" id="{B3FA59B5-A653-45CA-8F00-3228C2FE309D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0183A08B-E6DF-4FC2-95A1-01805FD0673A}"/>
              </a:ext>
            </a:extLst>
          </p:cNvPr>
          <p:cNvGrpSpPr/>
          <p:nvPr/>
        </p:nvGrpSpPr>
        <p:grpSpPr>
          <a:xfrm>
            <a:off x="8116376" y="1885304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7DBBCCF2-3324-4C7E-90A1-A69E8188C468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85" name="组合 184">
                <a:extLst>
                  <a:ext uri="{FF2B5EF4-FFF2-40B4-BE49-F238E27FC236}">
                    <a16:creationId xmlns:a16="http://schemas.microsoft.com/office/drawing/2014/main" id="{3B048C5E-9A74-42BF-80B4-666B21E79898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91" name="椭圆 190">
                  <a:extLst>
                    <a:ext uri="{FF2B5EF4-FFF2-40B4-BE49-F238E27FC236}">
                      <a16:creationId xmlns:a16="http://schemas.microsoft.com/office/drawing/2014/main" id="{7DEFF6BC-FACF-4A12-BC0F-2CB8D640BD3A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2" name="椭圆 191">
                  <a:extLst>
                    <a:ext uri="{FF2B5EF4-FFF2-40B4-BE49-F238E27FC236}">
                      <a16:creationId xmlns:a16="http://schemas.microsoft.com/office/drawing/2014/main" id="{338E706B-9BE7-4AE5-B95E-8C325215C25D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3" name="椭圆 192">
                  <a:extLst>
                    <a:ext uri="{FF2B5EF4-FFF2-40B4-BE49-F238E27FC236}">
                      <a16:creationId xmlns:a16="http://schemas.microsoft.com/office/drawing/2014/main" id="{006A400B-CE78-491C-AE02-97DAEB591794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4" name="椭圆 193">
                  <a:extLst>
                    <a:ext uri="{FF2B5EF4-FFF2-40B4-BE49-F238E27FC236}">
                      <a16:creationId xmlns:a16="http://schemas.microsoft.com/office/drawing/2014/main" id="{F7FF7CB8-916C-41FA-9726-4B302D8DB129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86" name="组合 185">
                <a:extLst>
                  <a:ext uri="{FF2B5EF4-FFF2-40B4-BE49-F238E27FC236}">
                    <a16:creationId xmlns:a16="http://schemas.microsoft.com/office/drawing/2014/main" id="{E98FDEBA-E1C9-41DF-A89E-0CF649EE370B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87" name="椭圆 186">
                  <a:extLst>
                    <a:ext uri="{FF2B5EF4-FFF2-40B4-BE49-F238E27FC236}">
                      <a16:creationId xmlns:a16="http://schemas.microsoft.com/office/drawing/2014/main" id="{E0B4C5EC-83BF-48B8-8EA7-0C2811CDFBFC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8" name="椭圆 187">
                  <a:extLst>
                    <a:ext uri="{FF2B5EF4-FFF2-40B4-BE49-F238E27FC236}">
                      <a16:creationId xmlns:a16="http://schemas.microsoft.com/office/drawing/2014/main" id="{45BA7F8B-0650-40AF-8B67-3DC8E1A830B8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9" name="椭圆 188">
                  <a:extLst>
                    <a:ext uri="{FF2B5EF4-FFF2-40B4-BE49-F238E27FC236}">
                      <a16:creationId xmlns:a16="http://schemas.microsoft.com/office/drawing/2014/main" id="{1C42D39A-5E43-4125-B749-A69FD9BB0628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0" name="椭圆 189">
                  <a:extLst>
                    <a:ext uri="{FF2B5EF4-FFF2-40B4-BE49-F238E27FC236}">
                      <a16:creationId xmlns:a16="http://schemas.microsoft.com/office/drawing/2014/main" id="{7BE57AFE-984D-4E37-B01A-D79C92C7B7B0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B23BD053-72AC-4FE0-BD99-B544F81EF416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75" name="组合 174">
                <a:extLst>
                  <a:ext uri="{FF2B5EF4-FFF2-40B4-BE49-F238E27FC236}">
                    <a16:creationId xmlns:a16="http://schemas.microsoft.com/office/drawing/2014/main" id="{C15A2B7C-1EA2-436A-B3CC-8F14DD54355F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81" name="椭圆 180">
                  <a:extLst>
                    <a:ext uri="{FF2B5EF4-FFF2-40B4-BE49-F238E27FC236}">
                      <a16:creationId xmlns:a16="http://schemas.microsoft.com/office/drawing/2014/main" id="{12D19F35-9939-4900-8537-F0B640514627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2" name="椭圆 181">
                  <a:extLst>
                    <a:ext uri="{FF2B5EF4-FFF2-40B4-BE49-F238E27FC236}">
                      <a16:creationId xmlns:a16="http://schemas.microsoft.com/office/drawing/2014/main" id="{72E1BBB0-E67B-4E7C-AE91-3C1C7FC887EE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3" name="椭圆 182">
                  <a:extLst>
                    <a:ext uri="{FF2B5EF4-FFF2-40B4-BE49-F238E27FC236}">
                      <a16:creationId xmlns:a16="http://schemas.microsoft.com/office/drawing/2014/main" id="{558FB48A-F721-45B1-B568-10641B2CE1B1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4" name="椭圆 183">
                  <a:extLst>
                    <a:ext uri="{FF2B5EF4-FFF2-40B4-BE49-F238E27FC236}">
                      <a16:creationId xmlns:a16="http://schemas.microsoft.com/office/drawing/2014/main" id="{FA29BE9F-299D-4E3A-AA85-C3CE40ACFA58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76" name="组合 175">
                <a:extLst>
                  <a:ext uri="{FF2B5EF4-FFF2-40B4-BE49-F238E27FC236}">
                    <a16:creationId xmlns:a16="http://schemas.microsoft.com/office/drawing/2014/main" id="{CEFA3BBC-805A-4892-A76E-D6CCDBEE67D4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77" name="椭圆 176">
                  <a:extLst>
                    <a:ext uri="{FF2B5EF4-FFF2-40B4-BE49-F238E27FC236}">
                      <a16:creationId xmlns:a16="http://schemas.microsoft.com/office/drawing/2014/main" id="{F94DD024-83FB-4B0A-92C6-80BC8C6B6C9F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8" name="椭圆 177">
                  <a:extLst>
                    <a:ext uri="{FF2B5EF4-FFF2-40B4-BE49-F238E27FC236}">
                      <a16:creationId xmlns:a16="http://schemas.microsoft.com/office/drawing/2014/main" id="{AF746E92-C310-4889-8E76-55A324FD060F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9" name="椭圆 178">
                  <a:extLst>
                    <a:ext uri="{FF2B5EF4-FFF2-40B4-BE49-F238E27FC236}">
                      <a16:creationId xmlns:a16="http://schemas.microsoft.com/office/drawing/2014/main" id="{32D77F44-2ADF-4F13-8D1F-38433D99B4D9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0" name="椭圆 179">
                  <a:extLst>
                    <a:ext uri="{FF2B5EF4-FFF2-40B4-BE49-F238E27FC236}">
                      <a16:creationId xmlns:a16="http://schemas.microsoft.com/office/drawing/2014/main" id="{59E70692-AAA3-433F-A7B2-2AA7170AAE3A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582B4614-BFB8-4A42-9709-15C12C7AC4F5}"/>
              </a:ext>
            </a:extLst>
          </p:cNvPr>
          <p:cNvGrpSpPr/>
          <p:nvPr/>
        </p:nvGrpSpPr>
        <p:grpSpPr>
          <a:xfrm>
            <a:off x="8113090" y="3550636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196" name="组合 195">
              <a:extLst>
                <a:ext uri="{FF2B5EF4-FFF2-40B4-BE49-F238E27FC236}">
                  <a16:creationId xmlns:a16="http://schemas.microsoft.com/office/drawing/2014/main" id="{24CE8BFF-EE0D-472B-8F1D-A347BE34903C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208" name="组合 207">
                <a:extLst>
                  <a:ext uri="{FF2B5EF4-FFF2-40B4-BE49-F238E27FC236}">
                    <a16:creationId xmlns:a16="http://schemas.microsoft.com/office/drawing/2014/main" id="{0629A0F3-0EC0-42E0-AC34-1E12D0688E07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14" name="椭圆 213">
                  <a:extLst>
                    <a:ext uri="{FF2B5EF4-FFF2-40B4-BE49-F238E27FC236}">
                      <a16:creationId xmlns:a16="http://schemas.microsoft.com/office/drawing/2014/main" id="{9BB875CE-5487-49EA-9330-2E14426EBD20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5" name="椭圆 214">
                  <a:extLst>
                    <a:ext uri="{FF2B5EF4-FFF2-40B4-BE49-F238E27FC236}">
                      <a16:creationId xmlns:a16="http://schemas.microsoft.com/office/drawing/2014/main" id="{056D2BDC-E1DC-4938-B06D-CCFEE9AAFF2C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6" name="椭圆 215">
                  <a:extLst>
                    <a:ext uri="{FF2B5EF4-FFF2-40B4-BE49-F238E27FC236}">
                      <a16:creationId xmlns:a16="http://schemas.microsoft.com/office/drawing/2014/main" id="{181BD20B-A908-4ADE-97DF-9D7A45ADC2CB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7" name="椭圆 216">
                  <a:extLst>
                    <a:ext uri="{FF2B5EF4-FFF2-40B4-BE49-F238E27FC236}">
                      <a16:creationId xmlns:a16="http://schemas.microsoft.com/office/drawing/2014/main" id="{B6184B35-59A4-4D9F-B9F0-7003E7146FD5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09" name="组合 208">
                <a:extLst>
                  <a:ext uri="{FF2B5EF4-FFF2-40B4-BE49-F238E27FC236}">
                    <a16:creationId xmlns:a16="http://schemas.microsoft.com/office/drawing/2014/main" id="{49ED5199-6879-4D20-8E1D-72DBA9EC9231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10" name="椭圆 209">
                  <a:extLst>
                    <a:ext uri="{FF2B5EF4-FFF2-40B4-BE49-F238E27FC236}">
                      <a16:creationId xmlns:a16="http://schemas.microsoft.com/office/drawing/2014/main" id="{A7030990-C42D-4B27-8EE9-786C9CCD0F8D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1" name="椭圆 210">
                  <a:extLst>
                    <a:ext uri="{FF2B5EF4-FFF2-40B4-BE49-F238E27FC236}">
                      <a16:creationId xmlns:a16="http://schemas.microsoft.com/office/drawing/2014/main" id="{C32A7566-E236-46F6-A305-FAC530E0F5F3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2" name="椭圆 211">
                  <a:extLst>
                    <a:ext uri="{FF2B5EF4-FFF2-40B4-BE49-F238E27FC236}">
                      <a16:creationId xmlns:a16="http://schemas.microsoft.com/office/drawing/2014/main" id="{00997B03-BB41-4561-9466-62F88D82708A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椭圆 212">
                  <a:extLst>
                    <a:ext uri="{FF2B5EF4-FFF2-40B4-BE49-F238E27FC236}">
                      <a16:creationId xmlns:a16="http://schemas.microsoft.com/office/drawing/2014/main" id="{B7F3CEEB-368C-4104-A0FA-B91178D2970D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97" name="组合 196">
              <a:extLst>
                <a:ext uri="{FF2B5EF4-FFF2-40B4-BE49-F238E27FC236}">
                  <a16:creationId xmlns:a16="http://schemas.microsoft.com/office/drawing/2014/main" id="{45F4931A-CE65-4D0D-AF84-74D45387EDC6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98" name="组合 197">
                <a:extLst>
                  <a:ext uri="{FF2B5EF4-FFF2-40B4-BE49-F238E27FC236}">
                    <a16:creationId xmlns:a16="http://schemas.microsoft.com/office/drawing/2014/main" id="{255090DF-400D-4584-AF26-E2C5693E4224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04" name="椭圆 203">
                  <a:extLst>
                    <a:ext uri="{FF2B5EF4-FFF2-40B4-BE49-F238E27FC236}">
                      <a16:creationId xmlns:a16="http://schemas.microsoft.com/office/drawing/2014/main" id="{F04891F3-93EE-4188-A1B0-EAA68C4B659B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5" name="椭圆 204">
                  <a:extLst>
                    <a:ext uri="{FF2B5EF4-FFF2-40B4-BE49-F238E27FC236}">
                      <a16:creationId xmlns:a16="http://schemas.microsoft.com/office/drawing/2014/main" id="{1FFAE427-B03E-4B20-8032-B5B9F4F5DD22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6" name="椭圆 205">
                  <a:extLst>
                    <a:ext uri="{FF2B5EF4-FFF2-40B4-BE49-F238E27FC236}">
                      <a16:creationId xmlns:a16="http://schemas.microsoft.com/office/drawing/2014/main" id="{48585D74-4FB8-437C-95BE-996D9A2D2FE4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7" name="椭圆 206">
                  <a:extLst>
                    <a:ext uri="{FF2B5EF4-FFF2-40B4-BE49-F238E27FC236}">
                      <a16:creationId xmlns:a16="http://schemas.microsoft.com/office/drawing/2014/main" id="{C67C75A8-EF90-4357-A837-C83421C4029E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99" name="组合 198">
                <a:extLst>
                  <a:ext uri="{FF2B5EF4-FFF2-40B4-BE49-F238E27FC236}">
                    <a16:creationId xmlns:a16="http://schemas.microsoft.com/office/drawing/2014/main" id="{CF6748E8-872E-445B-9781-032BF5BB0066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00" name="椭圆 199">
                  <a:extLst>
                    <a:ext uri="{FF2B5EF4-FFF2-40B4-BE49-F238E27FC236}">
                      <a16:creationId xmlns:a16="http://schemas.microsoft.com/office/drawing/2014/main" id="{26834FCD-C463-4986-934C-2CB8C06A57A4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1" name="椭圆 200">
                  <a:extLst>
                    <a:ext uri="{FF2B5EF4-FFF2-40B4-BE49-F238E27FC236}">
                      <a16:creationId xmlns:a16="http://schemas.microsoft.com/office/drawing/2014/main" id="{844CBF54-3CD8-44E4-8007-93DDBC033ADC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2" name="椭圆 201">
                  <a:extLst>
                    <a:ext uri="{FF2B5EF4-FFF2-40B4-BE49-F238E27FC236}">
                      <a16:creationId xmlns:a16="http://schemas.microsoft.com/office/drawing/2014/main" id="{F73CAA3F-5768-4ECE-BCFE-6E7678FCBC92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3" name="椭圆 202">
                  <a:extLst>
                    <a:ext uri="{FF2B5EF4-FFF2-40B4-BE49-F238E27FC236}">
                      <a16:creationId xmlns:a16="http://schemas.microsoft.com/office/drawing/2014/main" id="{5C424729-0A68-483A-B13D-1860DABE8237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218" name="组合 217">
            <a:extLst>
              <a:ext uri="{FF2B5EF4-FFF2-40B4-BE49-F238E27FC236}">
                <a16:creationId xmlns:a16="http://schemas.microsoft.com/office/drawing/2014/main" id="{A89553D9-6D2D-4FEF-8B2D-6CB040AB4F38}"/>
              </a:ext>
            </a:extLst>
          </p:cNvPr>
          <p:cNvGrpSpPr/>
          <p:nvPr/>
        </p:nvGrpSpPr>
        <p:grpSpPr>
          <a:xfrm>
            <a:off x="9738058" y="3568636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219" name="组合 218">
              <a:extLst>
                <a:ext uri="{FF2B5EF4-FFF2-40B4-BE49-F238E27FC236}">
                  <a16:creationId xmlns:a16="http://schemas.microsoft.com/office/drawing/2014/main" id="{8D6DCF21-D245-4264-A8A1-AFEC92D4FF19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231" name="组合 230">
                <a:extLst>
                  <a:ext uri="{FF2B5EF4-FFF2-40B4-BE49-F238E27FC236}">
                    <a16:creationId xmlns:a16="http://schemas.microsoft.com/office/drawing/2014/main" id="{37160673-A699-42EC-8B92-61274B84FCB9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37" name="椭圆 236">
                  <a:extLst>
                    <a:ext uri="{FF2B5EF4-FFF2-40B4-BE49-F238E27FC236}">
                      <a16:creationId xmlns:a16="http://schemas.microsoft.com/office/drawing/2014/main" id="{52A466F3-C568-4C25-9474-266A9F424F81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8" name="椭圆 237">
                  <a:extLst>
                    <a:ext uri="{FF2B5EF4-FFF2-40B4-BE49-F238E27FC236}">
                      <a16:creationId xmlns:a16="http://schemas.microsoft.com/office/drawing/2014/main" id="{BC3878F3-203B-4720-9D73-5E1F0BFF2750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9" name="椭圆 238">
                  <a:extLst>
                    <a:ext uri="{FF2B5EF4-FFF2-40B4-BE49-F238E27FC236}">
                      <a16:creationId xmlns:a16="http://schemas.microsoft.com/office/drawing/2014/main" id="{23603F3B-30F2-4D60-AE4F-4EB034616CAD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0" name="椭圆 239">
                  <a:extLst>
                    <a:ext uri="{FF2B5EF4-FFF2-40B4-BE49-F238E27FC236}">
                      <a16:creationId xmlns:a16="http://schemas.microsoft.com/office/drawing/2014/main" id="{A6A1FEF6-E43E-4B9A-9361-7CAC3FBF5D3B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32" name="组合 231">
                <a:extLst>
                  <a:ext uri="{FF2B5EF4-FFF2-40B4-BE49-F238E27FC236}">
                    <a16:creationId xmlns:a16="http://schemas.microsoft.com/office/drawing/2014/main" id="{B3F9E2B9-4C3C-4189-B74E-B955801D121A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33" name="椭圆 232">
                  <a:extLst>
                    <a:ext uri="{FF2B5EF4-FFF2-40B4-BE49-F238E27FC236}">
                      <a16:creationId xmlns:a16="http://schemas.microsoft.com/office/drawing/2014/main" id="{5BE36D75-23E9-4C9D-B70D-E616B0E3B7D7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4" name="椭圆 233">
                  <a:extLst>
                    <a:ext uri="{FF2B5EF4-FFF2-40B4-BE49-F238E27FC236}">
                      <a16:creationId xmlns:a16="http://schemas.microsoft.com/office/drawing/2014/main" id="{2FEAA0C8-FB97-44D9-BCB8-9900DC683D08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5" name="椭圆 234">
                  <a:extLst>
                    <a:ext uri="{FF2B5EF4-FFF2-40B4-BE49-F238E27FC236}">
                      <a16:creationId xmlns:a16="http://schemas.microsoft.com/office/drawing/2014/main" id="{60CF9A73-5E1B-42AB-97F8-15A17D943093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6" name="椭圆 235">
                  <a:extLst>
                    <a:ext uri="{FF2B5EF4-FFF2-40B4-BE49-F238E27FC236}">
                      <a16:creationId xmlns:a16="http://schemas.microsoft.com/office/drawing/2014/main" id="{B2867CB6-1A92-4E28-A945-16864B01A161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20" name="组合 219">
              <a:extLst>
                <a:ext uri="{FF2B5EF4-FFF2-40B4-BE49-F238E27FC236}">
                  <a16:creationId xmlns:a16="http://schemas.microsoft.com/office/drawing/2014/main" id="{DCC5D46B-4990-4E35-893B-9428C2D3BF52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221" name="组合 220">
                <a:extLst>
                  <a:ext uri="{FF2B5EF4-FFF2-40B4-BE49-F238E27FC236}">
                    <a16:creationId xmlns:a16="http://schemas.microsoft.com/office/drawing/2014/main" id="{309CD011-5BF6-46A3-BABC-087E641700EA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27" name="椭圆 226">
                  <a:extLst>
                    <a:ext uri="{FF2B5EF4-FFF2-40B4-BE49-F238E27FC236}">
                      <a16:creationId xmlns:a16="http://schemas.microsoft.com/office/drawing/2014/main" id="{37966831-8425-4CA9-BC74-A6A32AAF5D6B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8" name="椭圆 227">
                  <a:extLst>
                    <a:ext uri="{FF2B5EF4-FFF2-40B4-BE49-F238E27FC236}">
                      <a16:creationId xmlns:a16="http://schemas.microsoft.com/office/drawing/2014/main" id="{96B179E1-3556-4E40-B897-2F872DDD3424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9" name="椭圆 228">
                  <a:extLst>
                    <a:ext uri="{FF2B5EF4-FFF2-40B4-BE49-F238E27FC236}">
                      <a16:creationId xmlns:a16="http://schemas.microsoft.com/office/drawing/2014/main" id="{D0829B94-0DF3-4051-97AA-B32546215F36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0" name="椭圆 229">
                  <a:extLst>
                    <a:ext uri="{FF2B5EF4-FFF2-40B4-BE49-F238E27FC236}">
                      <a16:creationId xmlns:a16="http://schemas.microsoft.com/office/drawing/2014/main" id="{F41F95A5-B214-40E3-B469-6F3F21E3E4B4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22" name="组合 221">
                <a:extLst>
                  <a:ext uri="{FF2B5EF4-FFF2-40B4-BE49-F238E27FC236}">
                    <a16:creationId xmlns:a16="http://schemas.microsoft.com/office/drawing/2014/main" id="{DDE9D557-0A03-45D7-BF5B-2D7776954854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23" name="椭圆 222">
                  <a:extLst>
                    <a:ext uri="{FF2B5EF4-FFF2-40B4-BE49-F238E27FC236}">
                      <a16:creationId xmlns:a16="http://schemas.microsoft.com/office/drawing/2014/main" id="{B5686553-0486-40E8-878A-C0CF1791FCC4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4" name="椭圆 223">
                  <a:extLst>
                    <a:ext uri="{FF2B5EF4-FFF2-40B4-BE49-F238E27FC236}">
                      <a16:creationId xmlns:a16="http://schemas.microsoft.com/office/drawing/2014/main" id="{C761D4BD-2403-489B-80CA-9DFDB0F32E96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5" name="椭圆 224">
                  <a:extLst>
                    <a:ext uri="{FF2B5EF4-FFF2-40B4-BE49-F238E27FC236}">
                      <a16:creationId xmlns:a16="http://schemas.microsoft.com/office/drawing/2014/main" id="{BA541F7A-C363-40E3-8A45-9EC1A922E9A4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6" name="椭圆 225">
                  <a:extLst>
                    <a:ext uri="{FF2B5EF4-FFF2-40B4-BE49-F238E27FC236}">
                      <a16:creationId xmlns:a16="http://schemas.microsoft.com/office/drawing/2014/main" id="{EAC89B57-983D-48E4-B2DC-E7E3D81E697C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CF4BBCA2-34B1-4495-8ACE-D27AAFB8D66C}"/>
              </a:ext>
            </a:extLst>
          </p:cNvPr>
          <p:cNvGrpSpPr/>
          <p:nvPr/>
        </p:nvGrpSpPr>
        <p:grpSpPr>
          <a:xfrm>
            <a:off x="11370496" y="3565223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242" name="组合 241">
              <a:extLst>
                <a:ext uri="{FF2B5EF4-FFF2-40B4-BE49-F238E27FC236}">
                  <a16:creationId xmlns:a16="http://schemas.microsoft.com/office/drawing/2014/main" id="{46456FEB-E8E2-406F-9A87-23F4F6EA334A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254" name="组合 253">
                <a:extLst>
                  <a:ext uri="{FF2B5EF4-FFF2-40B4-BE49-F238E27FC236}">
                    <a16:creationId xmlns:a16="http://schemas.microsoft.com/office/drawing/2014/main" id="{78482FA5-00DB-47A4-BA18-7B19E23F81F0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60" name="椭圆 259">
                  <a:extLst>
                    <a:ext uri="{FF2B5EF4-FFF2-40B4-BE49-F238E27FC236}">
                      <a16:creationId xmlns:a16="http://schemas.microsoft.com/office/drawing/2014/main" id="{DF018348-C38E-4C1D-BAC4-9C9950D2270A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1" name="椭圆 260">
                  <a:extLst>
                    <a:ext uri="{FF2B5EF4-FFF2-40B4-BE49-F238E27FC236}">
                      <a16:creationId xmlns:a16="http://schemas.microsoft.com/office/drawing/2014/main" id="{DAB452BD-0986-41C3-95D7-5DC3FF02C09B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2" name="椭圆 261">
                  <a:extLst>
                    <a:ext uri="{FF2B5EF4-FFF2-40B4-BE49-F238E27FC236}">
                      <a16:creationId xmlns:a16="http://schemas.microsoft.com/office/drawing/2014/main" id="{B0A17521-F6AA-4FF7-82DB-C5F99CD6E42E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3" name="椭圆 262">
                  <a:extLst>
                    <a:ext uri="{FF2B5EF4-FFF2-40B4-BE49-F238E27FC236}">
                      <a16:creationId xmlns:a16="http://schemas.microsoft.com/office/drawing/2014/main" id="{358D23DF-E742-42E6-B12D-B510F98BE092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55" name="组合 254">
                <a:extLst>
                  <a:ext uri="{FF2B5EF4-FFF2-40B4-BE49-F238E27FC236}">
                    <a16:creationId xmlns:a16="http://schemas.microsoft.com/office/drawing/2014/main" id="{712D2332-D0B9-4C70-8970-873B3971D5A8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56" name="椭圆 255">
                  <a:extLst>
                    <a:ext uri="{FF2B5EF4-FFF2-40B4-BE49-F238E27FC236}">
                      <a16:creationId xmlns:a16="http://schemas.microsoft.com/office/drawing/2014/main" id="{375B18A8-67DB-44BA-AAC6-308E0BA9D61D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7" name="椭圆 256">
                  <a:extLst>
                    <a:ext uri="{FF2B5EF4-FFF2-40B4-BE49-F238E27FC236}">
                      <a16:creationId xmlns:a16="http://schemas.microsoft.com/office/drawing/2014/main" id="{82DB7792-E23D-4CAB-9065-ED486C66AC6F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8" name="椭圆 257">
                  <a:extLst>
                    <a:ext uri="{FF2B5EF4-FFF2-40B4-BE49-F238E27FC236}">
                      <a16:creationId xmlns:a16="http://schemas.microsoft.com/office/drawing/2014/main" id="{A81C7C0B-BEA6-458C-BDDB-F0ADBC73CEBA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9" name="椭圆 258">
                  <a:extLst>
                    <a:ext uri="{FF2B5EF4-FFF2-40B4-BE49-F238E27FC236}">
                      <a16:creationId xmlns:a16="http://schemas.microsoft.com/office/drawing/2014/main" id="{EFE28A71-BEDD-4564-BB5E-C107F759456C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BE722FB4-1379-429D-AC73-B5E59DFC115E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244" name="组合 243">
                <a:extLst>
                  <a:ext uri="{FF2B5EF4-FFF2-40B4-BE49-F238E27FC236}">
                    <a16:creationId xmlns:a16="http://schemas.microsoft.com/office/drawing/2014/main" id="{2A5D9892-397B-4BE7-B460-6F1D1B6D00E8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50" name="椭圆 249">
                  <a:extLst>
                    <a:ext uri="{FF2B5EF4-FFF2-40B4-BE49-F238E27FC236}">
                      <a16:creationId xmlns:a16="http://schemas.microsoft.com/office/drawing/2014/main" id="{C7CD6479-1DF7-4BFC-83DF-996042A0B85C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1" name="椭圆 250">
                  <a:extLst>
                    <a:ext uri="{FF2B5EF4-FFF2-40B4-BE49-F238E27FC236}">
                      <a16:creationId xmlns:a16="http://schemas.microsoft.com/office/drawing/2014/main" id="{FB468947-6BBB-4A45-A1E1-A1D3C1A2EA50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2" name="椭圆 251">
                  <a:extLst>
                    <a:ext uri="{FF2B5EF4-FFF2-40B4-BE49-F238E27FC236}">
                      <a16:creationId xmlns:a16="http://schemas.microsoft.com/office/drawing/2014/main" id="{4B8E14D7-72FC-4453-A2A5-24491AABCEF0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3" name="椭圆 252">
                  <a:extLst>
                    <a:ext uri="{FF2B5EF4-FFF2-40B4-BE49-F238E27FC236}">
                      <a16:creationId xmlns:a16="http://schemas.microsoft.com/office/drawing/2014/main" id="{27DBB93D-3F1B-4AA6-82C8-5CEA4CBE9053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45" name="组合 244">
                <a:extLst>
                  <a:ext uri="{FF2B5EF4-FFF2-40B4-BE49-F238E27FC236}">
                    <a16:creationId xmlns:a16="http://schemas.microsoft.com/office/drawing/2014/main" id="{249F9B0B-2734-485D-958C-F68B101B9E52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46" name="椭圆 245">
                  <a:extLst>
                    <a:ext uri="{FF2B5EF4-FFF2-40B4-BE49-F238E27FC236}">
                      <a16:creationId xmlns:a16="http://schemas.microsoft.com/office/drawing/2014/main" id="{7DD74C4F-8582-4F56-AD5B-AEFBC24B3AA4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7" name="椭圆 246">
                  <a:extLst>
                    <a:ext uri="{FF2B5EF4-FFF2-40B4-BE49-F238E27FC236}">
                      <a16:creationId xmlns:a16="http://schemas.microsoft.com/office/drawing/2014/main" id="{1BC78019-EECD-4BCE-AE28-814F95448588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8" name="椭圆 247">
                  <a:extLst>
                    <a:ext uri="{FF2B5EF4-FFF2-40B4-BE49-F238E27FC236}">
                      <a16:creationId xmlns:a16="http://schemas.microsoft.com/office/drawing/2014/main" id="{E5047232-B2DE-477C-84B4-E186CCA2A681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9" name="椭圆 248">
                  <a:extLst>
                    <a:ext uri="{FF2B5EF4-FFF2-40B4-BE49-F238E27FC236}">
                      <a16:creationId xmlns:a16="http://schemas.microsoft.com/office/drawing/2014/main" id="{64453EA2-EAE6-41C6-9138-0D20B4ED2120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264" name="组合 263">
            <a:extLst>
              <a:ext uri="{FF2B5EF4-FFF2-40B4-BE49-F238E27FC236}">
                <a16:creationId xmlns:a16="http://schemas.microsoft.com/office/drawing/2014/main" id="{DD6A6394-D5FE-4FE3-AAD4-02C86FCCE145}"/>
              </a:ext>
            </a:extLst>
          </p:cNvPr>
          <p:cNvGrpSpPr/>
          <p:nvPr/>
        </p:nvGrpSpPr>
        <p:grpSpPr>
          <a:xfrm>
            <a:off x="11370496" y="1921304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265" name="组合 264">
              <a:extLst>
                <a:ext uri="{FF2B5EF4-FFF2-40B4-BE49-F238E27FC236}">
                  <a16:creationId xmlns:a16="http://schemas.microsoft.com/office/drawing/2014/main" id="{1F512CD8-7F13-4A1F-83CC-9AFC51734269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277" name="组合 276">
                <a:extLst>
                  <a:ext uri="{FF2B5EF4-FFF2-40B4-BE49-F238E27FC236}">
                    <a16:creationId xmlns:a16="http://schemas.microsoft.com/office/drawing/2014/main" id="{EAD9B4C0-B115-4990-A28B-03664567C46B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83" name="椭圆 282">
                  <a:extLst>
                    <a:ext uri="{FF2B5EF4-FFF2-40B4-BE49-F238E27FC236}">
                      <a16:creationId xmlns:a16="http://schemas.microsoft.com/office/drawing/2014/main" id="{6E8476E3-1135-41EB-AE3F-B77E722281AD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4" name="椭圆 283">
                  <a:extLst>
                    <a:ext uri="{FF2B5EF4-FFF2-40B4-BE49-F238E27FC236}">
                      <a16:creationId xmlns:a16="http://schemas.microsoft.com/office/drawing/2014/main" id="{7DBE936B-0B88-4314-B63F-BE30189D0CA3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5" name="椭圆 284">
                  <a:extLst>
                    <a:ext uri="{FF2B5EF4-FFF2-40B4-BE49-F238E27FC236}">
                      <a16:creationId xmlns:a16="http://schemas.microsoft.com/office/drawing/2014/main" id="{D9C42B7D-D2F7-423A-8952-1F8A1674805A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6" name="椭圆 285">
                  <a:extLst>
                    <a:ext uri="{FF2B5EF4-FFF2-40B4-BE49-F238E27FC236}">
                      <a16:creationId xmlns:a16="http://schemas.microsoft.com/office/drawing/2014/main" id="{AB664421-DC5D-4ADE-8203-9DBB1F326D15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78" name="组合 277">
                <a:extLst>
                  <a:ext uri="{FF2B5EF4-FFF2-40B4-BE49-F238E27FC236}">
                    <a16:creationId xmlns:a16="http://schemas.microsoft.com/office/drawing/2014/main" id="{F10CA6D8-D79F-48E4-AAF5-A6D07960EEDD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79" name="椭圆 278">
                  <a:extLst>
                    <a:ext uri="{FF2B5EF4-FFF2-40B4-BE49-F238E27FC236}">
                      <a16:creationId xmlns:a16="http://schemas.microsoft.com/office/drawing/2014/main" id="{97509BC0-A086-40A8-9AF6-094CB01444B3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0" name="椭圆 279">
                  <a:extLst>
                    <a:ext uri="{FF2B5EF4-FFF2-40B4-BE49-F238E27FC236}">
                      <a16:creationId xmlns:a16="http://schemas.microsoft.com/office/drawing/2014/main" id="{F43C1268-81C1-4A34-BA62-A9A0459C0147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1" name="椭圆 280">
                  <a:extLst>
                    <a:ext uri="{FF2B5EF4-FFF2-40B4-BE49-F238E27FC236}">
                      <a16:creationId xmlns:a16="http://schemas.microsoft.com/office/drawing/2014/main" id="{E655F18A-3B31-4FC4-AA52-10569E414FF2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2" name="椭圆 281">
                  <a:extLst>
                    <a:ext uri="{FF2B5EF4-FFF2-40B4-BE49-F238E27FC236}">
                      <a16:creationId xmlns:a16="http://schemas.microsoft.com/office/drawing/2014/main" id="{12C4727C-7822-4198-A9B4-C6637BC1A3FE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66" name="组合 265">
              <a:extLst>
                <a:ext uri="{FF2B5EF4-FFF2-40B4-BE49-F238E27FC236}">
                  <a16:creationId xmlns:a16="http://schemas.microsoft.com/office/drawing/2014/main" id="{F0CFF279-B4F9-40D4-AF5E-8E76A6673946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267" name="组合 266">
                <a:extLst>
                  <a:ext uri="{FF2B5EF4-FFF2-40B4-BE49-F238E27FC236}">
                    <a16:creationId xmlns:a16="http://schemas.microsoft.com/office/drawing/2014/main" id="{308C6780-2A29-495B-AD74-47DE3CDD0D9C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73" name="椭圆 272">
                  <a:extLst>
                    <a:ext uri="{FF2B5EF4-FFF2-40B4-BE49-F238E27FC236}">
                      <a16:creationId xmlns:a16="http://schemas.microsoft.com/office/drawing/2014/main" id="{BC8D6C6A-E09B-464F-82A5-9CF84318EECA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4" name="椭圆 273">
                  <a:extLst>
                    <a:ext uri="{FF2B5EF4-FFF2-40B4-BE49-F238E27FC236}">
                      <a16:creationId xmlns:a16="http://schemas.microsoft.com/office/drawing/2014/main" id="{15508A71-E163-41AB-8909-A99D6510F420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5" name="椭圆 274">
                  <a:extLst>
                    <a:ext uri="{FF2B5EF4-FFF2-40B4-BE49-F238E27FC236}">
                      <a16:creationId xmlns:a16="http://schemas.microsoft.com/office/drawing/2014/main" id="{29AF2A66-229F-4C49-9788-91B0DFA10B08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6" name="椭圆 275">
                  <a:extLst>
                    <a:ext uri="{FF2B5EF4-FFF2-40B4-BE49-F238E27FC236}">
                      <a16:creationId xmlns:a16="http://schemas.microsoft.com/office/drawing/2014/main" id="{D98E131C-047C-4813-9750-3FEAA116E554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68" name="组合 267">
                <a:extLst>
                  <a:ext uri="{FF2B5EF4-FFF2-40B4-BE49-F238E27FC236}">
                    <a16:creationId xmlns:a16="http://schemas.microsoft.com/office/drawing/2014/main" id="{797FFCDF-5468-4141-A2C8-4B7EAEF45DE6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69" name="椭圆 268">
                  <a:extLst>
                    <a:ext uri="{FF2B5EF4-FFF2-40B4-BE49-F238E27FC236}">
                      <a16:creationId xmlns:a16="http://schemas.microsoft.com/office/drawing/2014/main" id="{656E7864-90E8-4EDD-8918-874F21C2131B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0" name="椭圆 269">
                  <a:extLst>
                    <a:ext uri="{FF2B5EF4-FFF2-40B4-BE49-F238E27FC236}">
                      <a16:creationId xmlns:a16="http://schemas.microsoft.com/office/drawing/2014/main" id="{2CD7AC0D-05CA-4FE5-BC64-9561C4E83131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1" name="椭圆 270">
                  <a:extLst>
                    <a:ext uri="{FF2B5EF4-FFF2-40B4-BE49-F238E27FC236}">
                      <a16:creationId xmlns:a16="http://schemas.microsoft.com/office/drawing/2014/main" id="{461EBD8B-0AB1-4F54-ACC4-50434B782810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2" name="椭圆 271">
                  <a:extLst>
                    <a:ext uri="{FF2B5EF4-FFF2-40B4-BE49-F238E27FC236}">
                      <a16:creationId xmlns:a16="http://schemas.microsoft.com/office/drawing/2014/main" id="{856822D6-5A6D-4AF9-9865-765AC44D0619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287" name="组合 286">
            <a:extLst>
              <a:ext uri="{FF2B5EF4-FFF2-40B4-BE49-F238E27FC236}">
                <a16:creationId xmlns:a16="http://schemas.microsoft.com/office/drawing/2014/main" id="{5AEF93B5-6ED8-4C1B-8700-2BE6DD54152F}"/>
              </a:ext>
            </a:extLst>
          </p:cNvPr>
          <p:cNvGrpSpPr/>
          <p:nvPr/>
        </p:nvGrpSpPr>
        <p:grpSpPr>
          <a:xfrm>
            <a:off x="11383507" y="238944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288" name="组合 287">
              <a:extLst>
                <a:ext uri="{FF2B5EF4-FFF2-40B4-BE49-F238E27FC236}">
                  <a16:creationId xmlns:a16="http://schemas.microsoft.com/office/drawing/2014/main" id="{ADAEE65D-023E-42F6-87F7-47DF8ED87E75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300" name="组合 299">
                <a:extLst>
                  <a:ext uri="{FF2B5EF4-FFF2-40B4-BE49-F238E27FC236}">
                    <a16:creationId xmlns:a16="http://schemas.microsoft.com/office/drawing/2014/main" id="{78B8E335-7074-427D-9531-744677F0D825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306" name="椭圆 305">
                  <a:extLst>
                    <a:ext uri="{FF2B5EF4-FFF2-40B4-BE49-F238E27FC236}">
                      <a16:creationId xmlns:a16="http://schemas.microsoft.com/office/drawing/2014/main" id="{8D93142B-454A-439A-8FAC-254BD1DC5758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7" name="椭圆 306">
                  <a:extLst>
                    <a:ext uri="{FF2B5EF4-FFF2-40B4-BE49-F238E27FC236}">
                      <a16:creationId xmlns:a16="http://schemas.microsoft.com/office/drawing/2014/main" id="{DB11A2AA-BF1B-436E-B37F-B1071A8A6FD3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8" name="椭圆 307">
                  <a:extLst>
                    <a:ext uri="{FF2B5EF4-FFF2-40B4-BE49-F238E27FC236}">
                      <a16:creationId xmlns:a16="http://schemas.microsoft.com/office/drawing/2014/main" id="{2246281C-86E5-40A4-8058-01B95F6E24BE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9" name="椭圆 308">
                  <a:extLst>
                    <a:ext uri="{FF2B5EF4-FFF2-40B4-BE49-F238E27FC236}">
                      <a16:creationId xmlns:a16="http://schemas.microsoft.com/office/drawing/2014/main" id="{65C10E6A-3CAD-4BD1-98BA-5E214CEC1040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01" name="组合 300">
                <a:extLst>
                  <a:ext uri="{FF2B5EF4-FFF2-40B4-BE49-F238E27FC236}">
                    <a16:creationId xmlns:a16="http://schemas.microsoft.com/office/drawing/2014/main" id="{4E1412A2-520D-4271-B7D2-DB9E2EF010CD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302" name="椭圆 301">
                  <a:extLst>
                    <a:ext uri="{FF2B5EF4-FFF2-40B4-BE49-F238E27FC236}">
                      <a16:creationId xmlns:a16="http://schemas.microsoft.com/office/drawing/2014/main" id="{A60F1340-DB13-407D-9337-7953F02D3677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3" name="椭圆 302">
                  <a:extLst>
                    <a:ext uri="{FF2B5EF4-FFF2-40B4-BE49-F238E27FC236}">
                      <a16:creationId xmlns:a16="http://schemas.microsoft.com/office/drawing/2014/main" id="{79DF1B4C-2E72-4244-8BFE-FB25816F1070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4" name="椭圆 303">
                  <a:extLst>
                    <a:ext uri="{FF2B5EF4-FFF2-40B4-BE49-F238E27FC236}">
                      <a16:creationId xmlns:a16="http://schemas.microsoft.com/office/drawing/2014/main" id="{274EDC34-CC1F-4A3D-B284-3D9902D32F2C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5" name="椭圆 304">
                  <a:extLst>
                    <a:ext uri="{FF2B5EF4-FFF2-40B4-BE49-F238E27FC236}">
                      <a16:creationId xmlns:a16="http://schemas.microsoft.com/office/drawing/2014/main" id="{3CCD4451-4EE9-4D75-8FE6-2EDE4761F3E4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89" name="组合 288">
              <a:extLst>
                <a:ext uri="{FF2B5EF4-FFF2-40B4-BE49-F238E27FC236}">
                  <a16:creationId xmlns:a16="http://schemas.microsoft.com/office/drawing/2014/main" id="{752AF045-46ED-441D-B85F-96D4F6AB99DD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290" name="组合 289">
                <a:extLst>
                  <a:ext uri="{FF2B5EF4-FFF2-40B4-BE49-F238E27FC236}">
                    <a16:creationId xmlns:a16="http://schemas.microsoft.com/office/drawing/2014/main" id="{B5296598-6C28-4BEB-823B-75F80E6A2531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96" name="椭圆 295">
                  <a:extLst>
                    <a:ext uri="{FF2B5EF4-FFF2-40B4-BE49-F238E27FC236}">
                      <a16:creationId xmlns:a16="http://schemas.microsoft.com/office/drawing/2014/main" id="{8845BAB1-7E79-4D85-B5A0-563E23FFCCE6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7" name="椭圆 296">
                  <a:extLst>
                    <a:ext uri="{FF2B5EF4-FFF2-40B4-BE49-F238E27FC236}">
                      <a16:creationId xmlns:a16="http://schemas.microsoft.com/office/drawing/2014/main" id="{F0159D38-0805-4BF9-9121-FB4E5D85A037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8" name="椭圆 297">
                  <a:extLst>
                    <a:ext uri="{FF2B5EF4-FFF2-40B4-BE49-F238E27FC236}">
                      <a16:creationId xmlns:a16="http://schemas.microsoft.com/office/drawing/2014/main" id="{B76215F3-56E2-4FC6-8B79-529093CFD8C1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9" name="椭圆 298">
                  <a:extLst>
                    <a:ext uri="{FF2B5EF4-FFF2-40B4-BE49-F238E27FC236}">
                      <a16:creationId xmlns:a16="http://schemas.microsoft.com/office/drawing/2014/main" id="{2417AA37-06F1-4D7B-A95D-7A59B88A842B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91" name="组合 290">
                <a:extLst>
                  <a:ext uri="{FF2B5EF4-FFF2-40B4-BE49-F238E27FC236}">
                    <a16:creationId xmlns:a16="http://schemas.microsoft.com/office/drawing/2014/main" id="{4B67D63D-680E-43E8-A0CA-9409873D4C42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92" name="椭圆 291">
                  <a:extLst>
                    <a:ext uri="{FF2B5EF4-FFF2-40B4-BE49-F238E27FC236}">
                      <a16:creationId xmlns:a16="http://schemas.microsoft.com/office/drawing/2014/main" id="{CDFFE231-1C5D-42AC-BF15-83520D15FFE5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3" name="椭圆 292">
                  <a:extLst>
                    <a:ext uri="{FF2B5EF4-FFF2-40B4-BE49-F238E27FC236}">
                      <a16:creationId xmlns:a16="http://schemas.microsoft.com/office/drawing/2014/main" id="{0519A579-46FF-4A18-9F90-7E84997556AF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4" name="椭圆 293">
                  <a:extLst>
                    <a:ext uri="{FF2B5EF4-FFF2-40B4-BE49-F238E27FC236}">
                      <a16:creationId xmlns:a16="http://schemas.microsoft.com/office/drawing/2014/main" id="{35238003-575C-4709-A6F8-5BCCE3D7CADD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5" name="椭圆 294">
                  <a:extLst>
                    <a:ext uri="{FF2B5EF4-FFF2-40B4-BE49-F238E27FC236}">
                      <a16:creationId xmlns:a16="http://schemas.microsoft.com/office/drawing/2014/main" id="{AFF69DBE-641C-40D7-B46E-745029C1FC66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310" name="组合 309">
            <a:extLst>
              <a:ext uri="{FF2B5EF4-FFF2-40B4-BE49-F238E27FC236}">
                <a16:creationId xmlns:a16="http://schemas.microsoft.com/office/drawing/2014/main" id="{0EB4ECAD-1BAA-41D8-AA09-97F230C6A308}"/>
              </a:ext>
            </a:extLst>
          </p:cNvPr>
          <p:cNvGrpSpPr/>
          <p:nvPr/>
        </p:nvGrpSpPr>
        <p:grpSpPr>
          <a:xfrm>
            <a:off x="208392" y="2836938"/>
            <a:ext cx="252000" cy="252000"/>
            <a:chOff x="654518" y="2791326"/>
            <a:chExt cx="360000" cy="360000"/>
          </a:xfrm>
        </p:grpSpPr>
        <p:cxnSp>
          <p:nvCxnSpPr>
            <p:cNvPr id="311" name="直接连接符 310">
              <a:extLst>
                <a:ext uri="{FF2B5EF4-FFF2-40B4-BE49-F238E27FC236}">
                  <a16:creationId xmlns:a16="http://schemas.microsoft.com/office/drawing/2014/main" id="{9E17D5FF-4E33-4ED3-9651-C4952FEA95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>
              <a:extLst>
                <a:ext uri="{FF2B5EF4-FFF2-40B4-BE49-F238E27FC236}">
                  <a16:creationId xmlns:a16="http://schemas.microsoft.com/office/drawing/2014/main" id="{92099241-920E-4121-A16F-0A9ADBD769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3" name="组合 312">
            <a:extLst>
              <a:ext uri="{FF2B5EF4-FFF2-40B4-BE49-F238E27FC236}">
                <a16:creationId xmlns:a16="http://schemas.microsoft.com/office/drawing/2014/main" id="{80052655-92B8-469B-A545-9E1F1526C017}"/>
              </a:ext>
            </a:extLst>
          </p:cNvPr>
          <p:cNvGrpSpPr/>
          <p:nvPr/>
        </p:nvGrpSpPr>
        <p:grpSpPr>
          <a:xfrm rot="5400000">
            <a:off x="5292542" y="2833550"/>
            <a:ext cx="252000" cy="252000"/>
            <a:chOff x="654518" y="2791326"/>
            <a:chExt cx="360000" cy="360000"/>
          </a:xfrm>
        </p:grpSpPr>
        <p:cxnSp>
          <p:nvCxnSpPr>
            <p:cNvPr id="314" name="直接连接符 313">
              <a:extLst>
                <a:ext uri="{FF2B5EF4-FFF2-40B4-BE49-F238E27FC236}">
                  <a16:creationId xmlns:a16="http://schemas.microsoft.com/office/drawing/2014/main" id="{36162D09-D46D-4E3D-97C7-C577E0214A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接连接符 314">
              <a:extLst>
                <a:ext uri="{FF2B5EF4-FFF2-40B4-BE49-F238E27FC236}">
                  <a16:creationId xmlns:a16="http://schemas.microsoft.com/office/drawing/2014/main" id="{3DF193C2-4294-4DFE-AB92-A829EB7A19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7" name="矩形 316">
            <a:extLst>
              <a:ext uri="{FF2B5EF4-FFF2-40B4-BE49-F238E27FC236}">
                <a16:creationId xmlns:a16="http://schemas.microsoft.com/office/drawing/2014/main" id="{404A2CB8-FB49-4021-9E59-8272FA806019}"/>
              </a:ext>
            </a:extLst>
          </p:cNvPr>
          <p:cNvSpPr/>
          <p:nvPr/>
        </p:nvSpPr>
        <p:spPr>
          <a:xfrm>
            <a:off x="7148409" y="1952475"/>
            <a:ext cx="522949" cy="10930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69A5FB5-6F09-4E73-B7EC-BFDB82CCA6C7}"/>
              </a:ext>
            </a:extLst>
          </p:cNvPr>
          <p:cNvSpPr/>
          <p:nvPr/>
        </p:nvSpPr>
        <p:spPr>
          <a:xfrm>
            <a:off x="7454747" y="1372744"/>
            <a:ext cx="144000" cy="144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9" name="椭圆 318">
            <a:extLst>
              <a:ext uri="{FF2B5EF4-FFF2-40B4-BE49-F238E27FC236}">
                <a16:creationId xmlns:a16="http://schemas.microsoft.com/office/drawing/2014/main" id="{7274C289-F4F7-48E0-9FF5-683B84E4765E}"/>
              </a:ext>
            </a:extLst>
          </p:cNvPr>
          <p:cNvSpPr/>
          <p:nvPr/>
        </p:nvSpPr>
        <p:spPr>
          <a:xfrm>
            <a:off x="7450591" y="1652091"/>
            <a:ext cx="144000" cy="1440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1" name="直接连接符 320">
            <a:extLst>
              <a:ext uri="{FF2B5EF4-FFF2-40B4-BE49-F238E27FC236}">
                <a16:creationId xmlns:a16="http://schemas.microsoft.com/office/drawing/2014/main" id="{3D4EF361-31B1-4030-884B-D22C2348202D}"/>
              </a:ext>
            </a:extLst>
          </p:cNvPr>
          <p:cNvCxnSpPr>
            <a:cxnSpLocks/>
          </p:cNvCxnSpPr>
          <p:nvPr/>
        </p:nvCxnSpPr>
        <p:spPr>
          <a:xfrm>
            <a:off x="5397045" y="5189848"/>
            <a:ext cx="0" cy="1543464"/>
          </a:xfrm>
          <a:prstGeom prst="line">
            <a:avLst/>
          </a:prstGeom>
          <a:ln w="349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0206224-D2DA-4366-BF40-CB80503A438E}"/>
              </a:ext>
            </a:extLst>
          </p:cNvPr>
          <p:cNvCxnSpPr>
            <a:cxnSpLocks/>
          </p:cNvCxnSpPr>
          <p:nvPr/>
        </p:nvCxnSpPr>
        <p:spPr>
          <a:xfrm flipH="1">
            <a:off x="8207783" y="5933982"/>
            <a:ext cx="3926777" cy="0"/>
          </a:xfrm>
          <a:prstGeom prst="line">
            <a:avLst/>
          </a:prstGeom>
          <a:ln w="50800" cap="sq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连接符 321">
            <a:extLst>
              <a:ext uri="{FF2B5EF4-FFF2-40B4-BE49-F238E27FC236}">
                <a16:creationId xmlns:a16="http://schemas.microsoft.com/office/drawing/2014/main" id="{628BE131-B9BF-4A73-9570-813E249271DA}"/>
              </a:ext>
            </a:extLst>
          </p:cNvPr>
          <p:cNvCxnSpPr>
            <a:cxnSpLocks/>
          </p:cNvCxnSpPr>
          <p:nvPr/>
        </p:nvCxnSpPr>
        <p:spPr>
          <a:xfrm flipH="1">
            <a:off x="9363537" y="5933982"/>
            <a:ext cx="2461224" cy="0"/>
          </a:xfrm>
          <a:prstGeom prst="line">
            <a:avLst/>
          </a:prstGeom>
          <a:ln w="50800" cap="sq">
            <a:solidFill>
              <a:srgbClr val="0099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049F17E3-FB61-4DE6-8B4C-21B7026009D0}"/>
              </a:ext>
            </a:extLst>
          </p:cNvPr>
          <p:cNvSpPr/>
          <p:nvPr/>
        </p:nvSpPr>
        <p:spPr>
          <a:xfrm>
            <a:off x="7594591" y="5126121"/>
            <a:ext cx="45719" cy="1607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椭圆 322">
            <a:extLst>
              <a:ext uri="{FF2B5EF4-FFF2-40B4-BE49-F238E27FC236}">
                <a16:creationId xmlns:a16="http://schemas.microsoft.com/office/drawing/2014/main" id="{992B7D1C-9AC1-4DD1-A8B5-50268C2FC820}"/>
              </a:ext>
            </a:extLst>
          </p:cNvPr>
          <p:cNvSpPr/>
          <p:nvPr/>
        </p:nvSpPr>
        <p:spPr>
          <a:xfrm>
            <a:off x="11822132" y="6628272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014F65F5-C574-4E0E-98EF-E5136F7F62AE}"/>
              </a:ext>
            </a:extLst>
          </p:cNvPr>
          <p:cNvSpPr/>
          <p:nvPr/>
        </p:nvSpPr>
        <p:spPr>
          <a:xfrm>
            <a:off x="11459694" y="6628272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5" name="椭圆 324">
            <a:extLst>
              <a:ext uri="{FF2B5EF4-FFF2-40B4-BE49-F238E27FC236}">
                <a16:creationId xmlns:a16="http://schemas.microsoft.com/office/drawing/2014/main" id="{15BEAC1A-E52E-405A-8588-6331C68E9369}"/>
              </a:ext>
            </a:extLst>
          </p:cNvPr>
          <p:cNvSpPr/>
          <p:nvPr/>
        </p:nvSpPr>
        <p:spPr>
          <a:xfrm>
            <a:off x="11097256" y="6628272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7" name="直角三角形 326">
            <a:extLst>
              <a:ext uri="{FF2B5EF4-FFF2-40B4-BE49-F238E27FC236}">
                <a16:creationId xmlns:a16="http://schemas.microsoft.com/office/drawing/2014/main" id="{17D7FCDC-F566-481C-919D-1EB26CEC081B}"/>
              </a:ext>
            </a:extLst>
          </p:cNvPr>
          <p:cNvSpPr/>
          <p:nvPr/>
        </p:nvSpPr>
        <p:spPr>
          <a:xfrm rot="2820000">
            <a:off x="6203197" y="439452"/>
            <a:ext cx="688524" cy="649590"/>
          </a:xfrm>
          <a:prstGeom prst="rt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C7FC817A-B08F-4F1D-86DB-94A8510011AB}"/>
              </a:ext>
            </a:extLst>
          </p:cNvPr>
          <p:cNvSpPr/>
          <p:nvPr/>
        </p:nvSpPr>
        <p:spPr>
          <a:xfrm>
            <a:off x="6778987" y="363536"/>
            <a:ext cx="75087" cy="1458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7495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0E3EF9E-30BD-47A7-AC2A-91D4F51DA787}"/>
              </a:ext>
            </a:extLst>
          </p:cNvPr>
          <p:cNvSpPr/>
          <p:nvPr/>
        </p:nvSpPr>
        <p:spPr>
          <a:xfrm>
            <a:off x="4928149" y="2259000"/>
            <a:ext cx="2304000" cy="2340000"/>
          </a:xfrm>
          <a:prstGeom prst="ellipse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E4E9AB5-FC55-45C0-90BE-7A8928DC81A8}"/>
              </a:ext>
            </a:extLst>
          </p:cNvPr>
          <p:cNvSpPr txBox="1"/>
          <p:nvPr/>
        </p:nvSpPr>
        <p:spPr>
          <a:xfrm>
            <a:off x="3864048" y="2719825"/>
            <a:ext cx="446390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三感官通道</a:t>
            </a:r>
            <a:endParaRPr lang="en-US" altLang="zh-CN" sz="2800" b="1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ctr"/>
            <a:endParaRPr lang="en-US" altLang="zh-CN" sz="2800" b="1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algn="ctr"/>
            <a:r>
              <a:rPr lang="zh-CN" altLang="en-US" sz="2800" b="1" dirty="0">
                <a:latin typeface="方正姚体" panose="02010601030101010101" pitchFamily="2" charset="-122"/>
                <a:ea typeface="方正姚体" panose="02010601030101010101" pitchFamily="2" charset="-122"/>
              </a:rPr>
              <a:t>大电路测试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1D7EF6-C33A-45D4-96A4-011C77567466}"/>
              </a:ext>
            </a:extLst>
          </p:cNvPr>
          <p:cNvSpPr/>
          <p:nvPr/>
        </p:nvSpPr>
        <p:spPr>
          <a:xfrm>
            <a:off x="13427976" y="5122304"/>
            <a:ext cx="4622043" cy="178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586FDD9A-640F-4D95-819B-C3A977F4AAC5}"/>
              </a:ext>
            </a:extLst>
          </p:cNvPr>
          <p:cNvSpPr/>
          <p:nvPr/>
        </p:nvSpPr>
        <p:spPr>
          <a:xfrm>
            <a:off x="0" y="-9077"/>
            <a:ext cx="5842000" cy="3217003"/>
          </a:xfrm>
          <a:custGeom>
            <a:avLst/>
            <a:gdLst>
              <a:gd name="connsiteX0" fmla="*/ 0 w 5374862"/>
              <a:gd name="connsiteY0" fmla="*/ 0 h 3217003"/>
              <a:gd name="connsiteX1" fmla="*/ 5374862 w 5374862"/>
              <a:gd name="connsiteY1" fmla="*/ 0 h 3217003"/>
              <a:gd name="connsiteX2" fmla="*/ 5374862 w 5374862"/>
              <a:gd name="connsiteY2" fmla="*/ 1987104 h 3217003"/>
              <a:gd name="connsiteX3" fmla="*/ 5359011 w 5374862"/>
              <a:gd name="connsiteY3" fmla="*/ 1986291 h 3217003"/>
              <a:gd name="connsiteX4" fmla="*/ 4207011 w 5374862"/>
              <a:gd name="connsiteY4" fmla="*/ 3156291 h 3217003"/>
              <a:gd name="connsiteX5" fmla="*/ 4210030 w 5374862"/>
              <a:gd name="connsiteY5" fmla="*/ 3217003 h 3217003"/>
              <a:gd name="connsiteX6" fmla="*/ 0 w 5374862"/>
              <a:gd name="connsiteY6" fmla="*/ 3217003 h 3217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74862" h="3217003">
                <a:moveTo>
                  <a:pt x="0" y="0"/>
                </a:moveTo>
                <a:lnTo>
                  <a:pt x="5374862" y="0"/>
                </a:lnTo>
                <a:lnTo>
                  <a:pt x="5374862" y="1987104"/>
                </a:lnTo>
                <a:lnTo>
                  <a:pt x="5359011" y="1986291"/>
                </a:lnTo>
                <a:cubicBezTo>
                  <a:pt x="4722779" y="1986291"/>
                  <a:pt x="4207011" y="2510118"/>
                  <a:pt x="4207011" y="3156291"/>
                </a:cubicBezTo>
                <a:lnTo>
                  <a:pt x="4210030" y="3217003"/>
                </a:lnTo>
                <a:lnTo>
                  <a:pt x="0" y="3217003"/>
                </a:lnTo>
                <a:close/>
              </a:path>
            </a:pathLst>
          </a:custGeom>
          <a:noFill/>
          <a:ln w="38100">
            <a:solidFill>
              <a:srgbClr val="0099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7499FC82-BAB4-451B-96CF-84D228464470}"/>
              </a:ext>
            </a:extLst>
          </p:cNvPr>
          <p:cNvSpPr/>
          <p:nvPr/>
        </p:nvSpPr>
        <p:spPr>
          <a:xfrm rot="10800000">
            <a:off x="6405379" y="3663950"/>
            <a:ext cx="5794334" cy="3217003"/>
          </a:xfrm>
          <a:custGeom>
            <a:avLst/>
            <a:gdLst>
              <a:gd name="connsiteX0" fmla="*/ 0 w 5374862"/>
              <a:gd name="connsiteY0" fmla="*/ 0 h 3217003"/>
              <a:gd name="connsiteX1" fmla="*/ 5374862 w 5374862"/>
              <a:gd name="connsiteY1" fmla="*/ 0 h 3217003"/>
              <a:gd name="connsiteX2" fmla="*/ 5374862 w 5374862"/>
              <a:gd name="connsiteY2" fmla="*/ 1987104 h 3217003"/>
              <a:gd name="connsiteX3" fmla="*/ 5359011 w 5374862"/>
              <a:gd name="connsiteY3" fmla="*/ 1986291 h 3217003"/>
              <a:gd name="connsiteX4" fmla="*/ 4207011 w 5374862"/>
              <a:gd name="connsiteY4" fmla="*/ 3156291 h 3217003"/>
              <a:gd name="connsiteX5" fmla="*/ 4210030 w 5374862"/>
              <a:gd name="connsiteY5" fmla="*/ 3217003 h 3217003"/>
              <a:gd name="connsiteX6" fmla="*/ 0 w 5374862"/>
              <a:gd name="connsiteY6" fmla="*/ 3217003 h 3217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74862" h="3217003">
                <a:moveTo>
                  <a:pt x="0" y="0"/>
                </a:moveTo>
                <a:lnTo>
                  <a:pt x="5374862" y="0"/>
                </a:lnTo>
                <a:lnTo>
                  <a:pt x="5374862" y="1987104"/>
                </a:lnTo>
                <a:lnTo>
                  <a:pt x="5359011" y="1986291"/>
                </a:lnTo>
                <a:cubicBezTo>
                  <a:pt x="4722779" y="1986291"/>
                  <a:pt x="4207011" y="2510118"/>
                  <a:pt x="4207011" y="3156291"/>
                </a:cubicBezTo>
                <a:lnTo>
                  <a:pt x="4210030" y="3217003"/>
                </a:lnTo>
                <a:lnTo>
                  <a:pt x="0" y="3217003"/>
                </a:lnTo>
                <a:close/>
              </a:path>
            </a:pathLst>
          </a:custGeom>
          <a:noFill/>
          <a:ln w="38100">
            <a:solidFill>
              <a:srgbClr val="0099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932EB06B-40A8-4E42-B9FC-2C4306CE0ACA}"/>
              </a:ext>
            </a:extLst>
          </p:cNvPr>
          <p:cNvSpPr/>
          <p:nvPr/>
        </p:nvSpPr>
        <p:spPr>
          <a:xfrm flipH="1">
            <a:off x="6350000" y="-13877"/>
            <a:ext cx="5841999" cy="3217003"/>
          </a:xfrm>
          <a:custGeom>
            <a:avLst/>
            <a:gdLst>
              <a:gd name="connsiteX0" fmla="*/ 0 w 5374862"/>
              <a:gd name="connsiteY0" fmla="*/ 0 h 3217003"/>
              <a:gd name="connsiteX1" fmla="*/ 5374862 w 5374862"/>
              <a:gd name="connsiteY1" fmla="*/ 0 h 3217003"/>
              <a:gd name="connsiteX2" fmla="*/ 5374862 w 5374862"/>
              <a:gd name="connsiteY2" fmla="*/ 1987104 h 3217003"/>
              <a:gd name="connsiteX3" fmla="*/ 5359011 w 5374862"/>
              <a:gd name="connsiteY3" fmla="*/ 1986291 h 3217003"/>
              <a:gd name="connsiteX4" fmla="*/ 4207011 w 5374862"/>
              <a:gd name="connsiteY4" fmla="*/ 3156291 h 3217003"/>
              <a:gd name="connsiteX5" fmla="*/ 4210030 w 5374862"/>
              <a:gd name="connsiteY5" fmla="*/ 3217003 h 3217003"/>
              <a:gd name="connsiteX6" fmla="*/ 0 w 5374862"/>
              <a:gd name="connsiteY6" fmla="*/ 3217003 h 3217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74862" h="3217003">
                <a:moveTo>
                  <a:pt x="0" y="0"/>
                </a:moveTo>
                <a:lnTo>
                  <a:pt x="5374862" y="0"/>
                </a:lnTo>
                <a:lnTo>
                  <a:pt x="5374862" y="1987104"/>
                </a:lnTo>
                <a:lnTo>
                  <a:pt x="5359011" y="1986291"/>
                </a:lnTo>
                <a:cubicBezTo>
                  <a:pt x="4722779" y="1986291"/>
                  <a:pt x="4207011" y="2510118"/>
                  <a:pt x="4207011" y="3156291"/>
                </a:cubicBezTo>
                <a:lnTo>
                  <a:pt x="4210030" y="3217003"/>
                </a:lnTo>
                <a:lnTo>
                  <a:pt x="0" y="3217003"/>
                </a:lnTo>
                <a:close/>
              </a:path>
            </a:pathLst>
          </a:custGeom>
          <a:solidFill>
            <a:srgbClr val="00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rgbClr val="0099FF"/>
              </a:solidFill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7A93E277-E057-4130-947E-9570B868EB02}"/>
              </a:ext>
            </a:extLst>
          </p:cNvPr>
          <p:cNvSpPr/>
          <p:nvPr/>
        </p:nvSpPr>
        <p:spPr>
          <a:xfrm rot="10800000" flipH="1">
            <a:off x="1" y="3640996"/>
            <a:ext cx="5841999" cy="3217003"/>
          </a:xfrm>
          <a:custGeom>
            <a:avLst/>
            <a:gdLst>
              <a:gd name="connsiteX0" fmla="*/ 0 w 5374862"/>
              <a:gd name="connsiteY0" fmla="*/ 0 h 3217003"/>
              <a:gd name="connsiteX1" fmla="*/ 5374862 w 5374862"/>
              <a:gd name="connsiteY1" fmla="*/ 0 h 3217003"/>
              <a:gd name="connsiteX2" fmla="*/ 5374862 w 5374862"/>
              <a:gd name="connsiteY2" fmla="*/ 1987104 h 3217003"/>
              <a:gd name="connsiteX3" fmla="*/ 5359011 w 5374862"/>
              <a:gd name="connsiteY3" fmla="*/ 1986291 h 3217003"/>
              <a:gd name="connsiteX4" fmla="*/ 4207011 w 5374862"/>
              <a:gd name="connsiteY4" fmla="*/ 3156291 h 3217003"/>
              <a:gd name="connsiteX5" fmla="*/ 4210030 w 5374862"/>
              <a:gd name="connsiteY5" fmla="*/ 3217003 h 3217003"/>
              <a:gd name="connsiteX6" fmla="*/ 0 w 5374862"/>
              <a:gd name="connsiteY6" fmla="*/ 3217003 h 3217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74862" h="3217003">
                <a:moveTo>
                  <a:pt x="0" y="0"/>
                </a:moveTo>
                <a:lnTo>
                  <a:pt x="5374862" y="0"/>
                </a:lnTo>
                <a:lnTo>
                  <a:pt x="5374862" y="1987104"/>
                </a:lnTo>
                <a:lnTo>
                  <a:pt x="5359011" y="1986291"/>
                </a:lnTo>
                <a:cubicBezTo>
                  <a:pt x="4722779" y="1986291"/>
                  <a:pt x="4207011" y="2510118"/>
                  <a:pt x="4207011" y="3156291"/>
                </a:cubicBezTo>
                <a:lnTo>
                  <a:pt x="4210030" y="3217003"/>
                </a:lnTo>
                <a:lnTo>
                  <a:pt x="0" y="3217003"/>
                </a:lnTo>
                <a:close/>
              </a:path>
            </a:pathLst>
          </a:custGeom>
          <a:solidFill>
            <a:srgbClr val="00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9D4394-7005-4558-8358-3B4E27FE4878}"/>
              </a:ext>
            </a:extLst>
          </p:cNvPr>
          <p:cNvSpPr txBox="1"/>
          <p:nvPr/>
        </p:nvSpPr>
        <p:spPr>
          <a:xfrm>
            <a:off x="4772519" y="2851000"/>
            <a:ext cx="264696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0099FF"/>
                </a:solidFill>
                <a:latin typeface="Viner Hand ITC" panose="03070502030502020203" pitchFamily="66" charset="0"/>
                <a:ea typeface="方正姚体" panose="02010601030101010101" pitchFamily="2" charset="-122"/>
              </a:rPr>
              <a:t>MM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E01F024-FB02-422A-A382-191FB386DE53}"/>
              </a:ext>
            </a:extLst>
          </p:cNvPr>
          <p:cNvSpPr txBox="1"/>
          <p:nvPr/>
        </p:nvSpPr>
        <p:spPr>
          <a:xfrm>
            <a:off x="5420141" y="3334005"/>
            <a:ext cx="14001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Viner Hand ITC" panose="03070502030502020203" pitchFamily="66" charset="0"/>
                <a:ea typeface="方正姚体" panose="02010601030101010101" pitchFamily="2" charset="-122"/>
                <a:cs typeface="+mn-cs"/>
              </a:rPr>
              <a:t>AM</a:t>
            </a:r>
            <a:endParaRPr lang="zh-CN" altLang="en-US" dirty="0">
              <a:solidFill>
                <a:srgbClr val="0099FF"/>
              </a:solidFill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8DDD1F3-E92B-4846-B01D-0E2D106168C3}"/>
              </a:ext>
            </a:extLst>
          </p:cNvPr>
          <p:cNvGrpSpPr/>
          <p:nvPr/>
        </p:nvGrpSpPr>
        <p:grpSpPr>
          <a:xfrm>
            <a:off x="-11755" y="-248094"/>
            <a:ext cx="702897" cy="3384417"/>
            <a:chOff x="-11755" y="-248094"/>
            <a:chExt cx="702897" cy="3384417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3BB1D59-E067-42B4-A8DE-C0C7B13B6DB3}"/>
                </a:ext>
              </a:extLst>
            </p:cNvPr>
            <p:cNvSpPr txBox="1"/>
            <p:nvPr/>
          </p:nvSpPr>
          <p:spPr>
            <a:xfrm>
              <a:off x="40109" y="1074220"/>
              <a:ext cx="449559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080808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電路調校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90EA18F0-D47A-4380-956E-3716DFA67086}"/>
                </a:ext>
              </a:extLst>
            </p:cNvPr>
            <p:cNvSpPr txBox="1"/>
            <p:nvPr/>
          </p:nvSpPr>
          <p:spPr>
            <a:xfrm>
              <a:off x="40109" y="222433"/>
              <a:ext cx="61948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壹</a:t>
              </a:r>
              <a:endParaRPr lang="zh-CN" altLang="en-US" sz="2000" dirty="0">
                <a:solidFill>
                  <a:srgbClr val="080808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FE8250B-AD0B-4DF1-AF38-D7C238E28EE6}"/>
                </a:ext>
              </a:extLst>
            </p:cNvPr>
            <p:cNvSpPr txBox="1"/>
            <p:nvPr/>
          </p:nvSpPr>
          <p:spPr>
            <a:xfrm>
              <a:off x="75589" y="799707"/>
              <a:ext cx="615553" cy="6420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8080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\</a:t>
              </a:r>
              <a:endParaRPr lang="zh-CN" altLang="en-US" sz="2800" b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8186AC2-7E0A-4221-8F98-FF08A32D44CE}"/>
                </a:ext>
              </a:extLst>
            </p:cNvPr>
            <p:cNvSpPr txBox="1"/>
            <p:nvPr/>
          </p:nvSpPr>
          <p:spPr>
            <a:xfrm>
              <a:off x="-11755" y="-248094"/>
              <a:ext cx="67134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·</a:t>
              </a:r>
              <a:endParaRPr lang="zh-CN" altLang="en-US" sz="2800" dirty="0">
                <a:solidFill>
                  <a:srgbClr val="080808"/>
                </a:solidFill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5AC9FE3C-9664-45D5-8D62-1D4D097E49CE}"/>
              </a:ext>
            </a:extLst>
          </p:cNvPr>
          <p:cNvGrpSpPr/>
          <p:nvPr/>
        </p:nvGrpSpPr>
        <p:grpSpPr>
          <a:xfrm>
            <a:off x="11482860" y="-293258"/>
            <a:ext cx="702897" cy="3496384"/>
            <a:chOff x="-11755" y="-248094"/>
            <a:chExt cx="702897" cy="3496384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ACAD9B2-713C-4134-8B9E-4FE5381BAA44}"/>
                </a:ext>
              </a:extLst>
            </p:cNvPr>
            <p:cNvSpPr txBox="1"/>
            <p:nvPr/>
          </p:nvSpPr>
          <p:spPr>
            <a:xfrm>
              <a:off x="105304" y="1001521"/>
              <a:ext cx="449559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編碼後</a:t>
              </a:r>
              <a:endParaRPr lang="en-US" altLang="zh-CN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endParaRPr lang="en-US" altLang="zh-CN" sz="2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sz="2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門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CB4F9032-0C56-47C5-A02C-4B185406CF51}"/>
                </a:ext>
              </a:extLst>
            </p:cNvPr>
            <p:cNvSpPr txBox="1"/>
            <p:nvPr/>
          </p:nvSpPr>
          <p:spPr>
            <a:xfrm>
              <a:off x="40109" y="222433"/>
              <a:ext cx="61948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贰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827FB9F6-3EEC-4382-9934-0BFBD23A18F3}"/>
                </a:ext>
              </a:extLst>
            </p:cNvPr>
            <p:cNvSpPr txBox="1"/>
            <p:nvPr/>
          </p:nvSpPr>
          <p:spPr>
            <a:xfrm>
              <a:off x="75589" y="799707"/>
              <a:ext cx="615553" cy="6420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\</a:t>
              </a:r>
              <a:endPara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B8EFF664-341D-4A00-B617-E22379BC494A}"/>
                </a:ext>
              </a:extLst>
            </p:cNvPr>
            <p:cNvSpPr txBox="1"/>
            <p:nvPr/>
          </p:nvSpPr>
          <p:spPr>
            <a:xfrm>
              <a:off x="-11755" y="-248094"/>
              <a:ext cx="67134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4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·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A4663D85-82BC-45DF-96EC-19FCE23C7AA1}"/>
              </a:ext>
            </a:extLst>
          </p:cNvPr>
          <p:cNvSpPr txBox="1"/>
          <p:nvPr/>
        </p:nvSpPr>
        <p:spPr>
          <a:xfrm>
            <a:off x="11446513" y="2308029"/>
            <a:ext cx="9309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Viner Hand ITC" panose="03070502030502020203" pitchFamily="66" charset="0"/>
                <a:ea typeface="华文楷体" panose="02010600040101010101" pitchFamily="2" charset="-122"/>
              </a:rPr>
              <a:t>And</a:t>
            </a:r>
            <a:endParaRPr lang="zh-CN" altLang="en-US" sz="2400" b="1" dirty="0">
              <a:latin typeface="Viner Hand ITC" panose="03070502030502020203" pitchFamily="66" charset="0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5AD7EAD1-709B-4101-81BF-6359B3810701}"/>
              </a:ext>
            </a:extLst>
          </p:cNvPr>
          <p:cNvGrpSpPr/>
          <p:nvPr/>
        </p:nvGrpSpPr>
        <p:grpSpPr>
          <a:xfrm>
            <a:off x="-43303" y="3392834"/>
            <a:ext cx="702897" cy="3384417"/>
            <a:chOff x="-11755" y="-248094"/>
            <a:chExt cx="702897" cy="3384417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CAFFDE2E-02F5-44E3-935A-A46A5BBC96F0}"/>
                </a:ext>
              </a:extLst>
            </p:cNvPr>
            <p:cNvSpPr txBox="1"/>
            <p:nvPr/>
          </p:nvSpPr>
          <p:spPr>
            <a:xfrm>
              <a:off x="40109" y="1074220"/>
              <a:ext cx="449559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測試結果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29286C21-5515-4406-8F4A-3D70BB2C2036}"/>
                </a:ext>
              </a:extLst>
            </p:cNvPr>
            <p:cNvSpPr txBox="1"/>
            <p:nvPr/>
          </p:nvSpPr>
          <p:spPr>
            <a:xfrm>
              <a:off x="40109" y="222433"/>
              <a:ext cx="61948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叁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38B32544-5748-4A8D-AE2A-8FC95C76C602}"/>
                </a:ext>
              </a:extLst>
            </p:cNvPr>
            <p:cNvSpPr txBox="1"/>
            <p:nvPr/>
          </p:nvSpPr>
          <p:spPr>
            <a:xfrm>
              <a:off x="75589" y="799707"/>
              <a:ext cx="615553" cy="6420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\</a:t>
              </a:r>
              <a:endPara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A9A19A8E-4696-4121-A666-6C7C06A46546}"/>
                </a:ext>
              </a:extLst>
            </p:cNvPr>
            <p:cNvSpPr txBox="1"/>
            <p:nvPr/>
          </p:nvSpPr>
          <p:spPr>
            <a:xfrm>
              <a:off x="-11755" y="-248094"/>
              <a:ext cx="67134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4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·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34CC3CAB-7A19-468B-A8DD-54D5DD92EF9E}"/>
              </a:ext>
            </a:extLst>
          </p:cNvPr>
          <p:cNvGrpSpPr/>
          <p:nvPr/>
        </p:nvGrpSpPr>
        <p:grpSpPr>
          <a:xfrm>
            <a:off x="11528364" y="3429000"/>
            <a:ext cx="702897" cy="3384417"/>
            <a:chOff x="-11755" y="-248094"/>
            <a:chExt cx="702897" cy="3384417"/>
          </a:xfrm>
        </p:grpSpPr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239B4A12-5DFF-4A1C-8D0C-837EE2A46D93}"/>
                </a:ext>
              </a:extLst>
            </p:cNvPr>
            <p:cNvSpPr txBox="1"/>
            <p:nvPr/>
          </p:nvSpPr>
          <p:spPr>
            <a:xfrm>
              <a:off x="40109" y="1074220"/>
              <a:ext cx="449559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080808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未竟之事</a:t>
              </a: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3948A118-1097-4C43-A54B-89B905432148}"/>
                </a:ext>
              </a:extLst>
            </p:cNvPr>
            <p:cNvSpPr txBox="1"/>
            <p:nvPr/>
          </p:nvSpPr>
          <p:spPr>
            <a:xfrm>
              <a:off x="40109" y="222433"/>
              <a:ext cx="61948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肆</a:t>
              </a:r>
              <a:endParaRPr lang="zh-CN" altLang="en-US" sz="2000" dirty="0">
                <a:solidFill>
                  <a:srgbClr val="080808"/>
                </a:solidFill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5E735E9-71D4-4976-9445-836C0F76A2AF}"/>
                </a:ext>
              </a:extLst>
            </p:cNvPr>
            <p:cNvSpPr txBox="1"/>
            <p:nvPr/>
          </p:nvSpPr>
          <p:spPr>
            <a:xfrm>
              <a:off x="75589" y="799707"/>
              <a:ext cx="615553" cy="64203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8080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\</a:t>
              </a:r>
              <a:endParaRPr lang="zh-CN" altLang="en-US" sz="2800" b="1" dirty="0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E17C5D48-4161-4292-A6B0-F8DEC89B8F80}"/>
                </a:ext>
              </a:extLst>
            </p:cNvPr>
            <p:cNvSpPr txBox="1"/>
            <p:nvPr/>
          </p:nvSpPr>
          <p:spPr>
            <a:xfrm>
              <a:off x="-11755" y="-248094"/>
              <a:ext cx="67134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4400" b="1" i="0" u="none" strike="noStrike" kern="1200" cap="none" spc="0" normalizeH="0" baseline="0" noProof="0" dirty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·</a:t>
              </a:r>
              <a:endParaRPr lang="zh-CN" altLang="en-US" sz="2800" dirty="0">
                <a:solidFill>
                  <a:srgbClr val="080808"/>
                </a:solidFill>
              </a:endParaRPr>
            </a:p>
          </p:txBody>
        </p:sp>
      </p:grp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CE1E9E19-E031-442B-B062-E2725B423050}"/>
              </a:ext>
            </a:extLst>
          </p:cNvPr>
          <p:cNvGrpSpPr/>
          <p:nvPr/>
        </p:nvGrpSpPr>
        <p:grpSpPr>
          <a:xfrm>
            <a:off x="-8357641" y="-19903"/>
            <a:ext cx="7789470" cy="2176194"/>
            <a:chOff x="-1" y="1"/>
            <a:chExt cx="7789470" cy="2176194"/>
          </a:xfrm>
        </p:grpSpPr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08886373-9E6B-4DCE-98CC-8F009B572DDA}"/>
                </a:ext>
              </a:extLst>
            </p:cNvPr>
            <p:cNvSpPr/>
            <p:nvPr/>
          </p:nvSpPr>
          <p:spPr>
            <a:xfrm>
              <a:off x="-1" y="1"/>
              <a:ext cx="7044268" cy="2176194"/>
            </a:xfrm>
            <a:prstGeom prst="rect">
              <a:avLst/>
            </a:prstGeom>
            <a:solidFill>
              <a:srgbClr val="0099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A4E52789-DC37-46BE-B289-ECC2435A07F8}"/>
                </a:ext>
              </a:extLst>
            </p:cNvPr>
            <p:cNvSpPr/>
            <p:nvPr/>
          </p:nvSpPr>
          <p:spPr>
            <a:xfrm>
              <a:off x="7044267" y="1"/>
              <a:ext cx="745202" cy="21761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9" name="组合 228">
            <a:extLst>
              <a:ext uri="{FF2B5EF4-FFF2-40B4-BE49-F238E27FC236}">
                <a16:creationId xmlns:a16="http://schemas.microsoft.com/office/drawing/2014/main" id="{F8916AB0-6CE0-4547-A975-1ED25353DA49}"/>
              </a:ext>
            </a:extLst>
          </p:cNvPr>
          <p:cNvGrpSpPr/>
          <p:nvPr/>
        </p:nvGrpSpPr>
        <p:grpSpPr>
          <a:xfrm>
            <a:off x="-6911169" y="5023745"/>
            <a:ext cx="6445202" cy="1786467"/>
            <a:chOff x="-84666" y="5071533"/>
            <a:chExt cx="6445202" cy="1786467"/>
          </a:xfrm>
        </p:grpSpPr>
        <p:sp>
          <p:nvSpPr>
            <p:cNvPr id="230" name="矩形 229">
              <a:extLst>
                <a:ext uri="{FF2B5EF4-FFF2-40B4-BE49-F238E27FC236}">
                  <a16:creationId xmlns:a16="http://schemas.microsoft.com/office/drawing/2014/main" id="{C43EC704-D44B-4E61-8125-08939FDEC9E3}"/>
                </a:ext>
              </a:extLst>
            </p:cNvPr>
            <p:cNvSpPr/>
            <p:nvPr/>
          </p:nvSpPr>
          <p:spPr>
            <a:xfrm>
              <a:off x="-84666" y="5071533"/>
              <a:ext cx="6445202" cy="1786467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04A2710C-33AF-49D2-8F37-4B411581A635}"/>
                </a:ext>
              </a:extLst>
            </p:cNvPr>
            <p:cNvSpPr/>
            <p:nvPr/>
          </p:nvSpPr>
          <p:spPr>
            <a:xfrm>
              <a:off x="5305284" y="5071533"/>
              <a:ext cx="1055252" cy="17864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2" name="Text 3">
            <a:extLst>
              <a:ext uri="{FF2B5EF4-FFF2-40B4-BE49-F238E27FC236}">
                <a16:creationId xmlns:a16="http://schemas.microsoft.com/office/drawing/2014/main" id="{C6312001-1E96-4105-B85B-589469660891}"/>
              </a:ext>
            </a:extLst>
          </p:cNvPr>
          <p:cNvSpPr/>
          <p:nvPr/>
        </p:nvSpPr>
        <p:spPr>
          <a:xfrm>
            <a:off x="934098" y="-442147"/>
            <a:ext cx="4816773" cy="2118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MiSans" panose="02010600030101010101" charset="-122"/>
              </a:rPr>
              <a:t>部分电路原理无法在模拟中正常实现功能，需替代调整</a:t>
            </a:r>
            <a:endParaRPr lang="en-US" sz="2000" dirty="0">
              <a:latin typeface="华文中宋" panose="02010600040101010101" pitchFamily="2" charset="-122"/>
              <a:ea typeface="华文中宋" panose="02010600040101010101" pitchFamily="2" charset="-122"/>
              <a:cs typeface="MiSans" panose="02010600030101010101" charset="-122"/>
            </a:endParaRPr>
          </a:p>
        </p:txBody>
      </p:sp>
      <p:sp>
        <p:nvSpPr>
          <p:cNvPr id="233" name="Text 3">
            <a:extLst>
              <a:ext uri="{FF2B5EF4-FFF2-40B4-BE49-F238E27FC236}">
                <a16:creationId xmlns:a16="http://schemas.microsoft.com/office/drawing/2014/main" id="{624CB15E-B695-4E41-AD82-E7ADE9F87C28}"/>
              </a:ext>
            </a:extLst>
          </p:cNvPr>
          <p:cNvSpPr/>
          <p:nvPr/>
        </p:nvSpPr>
        <p:spPr>
          <a:xfrm>
            <a:off x="6496982" y="-215488"/>
            <a:ext cx="4816773" cy="2118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Sans" panose="02010600030101010101" charset="-122"/>
              </a:rPr>
              <a:t>链接</a:t>
            </a: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Sans" panose="02010600030101010101" charset="-122"/>
              </a:rPr>
              <a:t>EN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Sans" panose="02010600030101010101" charset="-122"/>
              </a:rPr>
              <a:t>单元与</a:t>
            </a: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Sans" panose="02010600030101010101" charset="-122"/>
              </a:rPr>
              <a:t>MMAM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Sans" panose="02010600030101010101" charset="-122"/>
              </a:rPr>
              <a:t>网络的与门未考虑具体传递信号样态，无法有效传递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Sans" panose="02010600030101010101" charset="-122"/>
            </a:endParaRPr>
          </a:p>
        </p:txBody>
      </p: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15385AC5-F317-46A2-8A67-1D946693F4FD}"/>
              </a:ext>
            </a:extLst>
          </p:cNvPr>
          <p:cNvCxnSpPr>
            <a:cxnSpLocks/>
          </p:cNvCxnSpPr>
          <p:nvPr/>
        </p:nvCxnSpPr>
        <p:spPr>
          <a:xfrm>
            <a:off x="753455" y="476183"/>
            <a:ext cx="0" cy="24026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747E46CA-137B-48F4-A968-A694E01EE760}"/>
              </a:ext>
            </a:extLst>
          </p:cNvPr>
          <p:cNvCxnSpPr>
            <a:cxnSpLocks/>
          </p:cNvCxnSpPr>
          <p:nvPr/>
        </p:nvCxnSpPr>
        <p:spPr>
          <a:xfrm>
            <a:off x="11487089" y="462142"/>
            <a:ext cx="0" cy="240267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CD6DAD2B-C8C0-45C4-B7BC-280325629FA3}"/>
              </a:ext>
            </a:extLst>
          </p:cNvPr>
          <p:cNvCxnSpPr>
            <a:cxnSpLocks/>
          </p:cNvCxnSpPr>
          <p:nvPr/>
        </p:nvCxnSpPr>
        <p:spPr>
          <a:xfrm>
            <a:off x="722831" y="4147442"/>
            <a:ext cx="0" cy="240267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>
            <a:extLst>
              <a:ext uri="{FF2B5EF4-FFF2-40B4-BE49-F238E27FC236}">
                <a16:creationId xmlns:a16="http://schemas.microsoft.com/office/drawing/2014/main" id="{48BD463D-B798-44C5-A6BF-720657A4DF6C}"/>
              </a:ext>
            </a:extLst>
          </p:cNvPr>
          <p:cNvCxnSpPr>
            <a:cxnSpLocks/>
          </p:cNvCxnSpPr>
          <p:nvPr/>
        </p:nvCxnSpPr>
        <p:spPr>
          <a:xfrm>
            <a:off x="11570204" y="4147441"/>
            <a:ext cx="0" cy="24026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Text 3">
            <a:extLst>
              <a:ext uri="{FF2B5EF4-FFF2-40B4-BE49-F238E27FC236}">
                <a16:creationId xmlns:a16="http://schemas.microsoft.com/office/drawing/2014/main" id="{D461F19D-FBBC-43E5-BA2F-8100187FEA06}"/>
              </a:ext>
            </a:extLst>
          </p:cNvPr>
          <p:cNvSpPr/>
          <p:nvPr/>
        </p:nvSpPr>
        <p:spPr>
          <a:xfrm>
            <a:off x="874029" y="5059235"/>
            <a:ext cx="4816773" cy="2118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Sans" panose="02010600030101010101" charset="-122"/>
              </a:rPr>
              <a:t>完成首次</a:t>
            </a: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Sans" panose="02010600030101010101" charset="-122"/>
              </a:rPr>
              <a:t>40s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MiSans" panose="02010600030101010101" charset="-122"/>
              </a:rPr>
              <a:t>的仿真结果，实现了完整电路部分功能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MiSans" panose="02010600030101010101" charset="-122"/>
            </a:endParaRPr>
          </a:p>
        </p:txBody>
      </p:sp>
      <p:sp>
        <p:nvSpPr>
          <p:cNvPr id="242" name="Text 3">
            <a:extLst>
              <a:ext uri="{FF2B5EF4-FFF2-40B4-BE49-F238E27FC236}">
                <a16:creationId xmlns:a16="http://schemas.microsoft.com/office/drawing/2014/main" id="{580FAF27-1DD6-47E1-9396-457657E89F10}"/>
              </a:ext>
            </a:extLst>
          </p:cNvPr>
          <p:cNvSpPr/>
          <p:nvPr/>
        </p:nvSpPr>
        <p:spPr>
          <a:xfrm>
            <a:off x="7048583" y="5135706"/>
            <a:ext cx="4361719" cy="1702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MiSans" panose="02010600030101010101" charset="-122"/>
              </a:rPr>
              <a:t>贸然更换选用器件模型会出现电路震荡等问题，暂时有特性尚未验证较好的仿真</a:t>
            </a:r>
            <a:endParaRPr lang="en-US" sz="2000" dirty="0">
              <a:latin typeface="华文中宋" panose="02010600040101010101" pitchFamily="2" charset="-122"/>
              <a:ea typeface="华文中宋" panose="02010600040101010101" pitchFamily="2" charset="-122"/>
              <a:cs typeface="MiSans" panose="02010600030101010101" charset="-122"/>
            </a:endParaRPr>
          </a:p>
        </p:txBody>
      </p:sp>
      <p:grpSp>
        <p:nvGrpSpPr>
          <p:cNvPr id="262" name="组合 261">
            <a:extLst>
              <a:ext uri="{FF2B5EF4-FFF2-40B4-BE49-F238E27FC236}">
                <a16:creationId xmlns:a16="http://schemas.microsoft.com/office/drawing/2014/main" id="{11A50E91-90CA-4B34-BE0B-BE217E3A5CAB}"/>
              </a:ext>
            </a:extLst>
          </p:cNvPr>
          <p:cNvGrpSpPr/>
          <p:nvPr/>
        </p:nvGrpSpPr>
        <p:grpSpPr>
          <a:xfrm>
            <a:off x="1007313" y="1218389"/>
            <a:ext cx="252000" cy="252000"/>
            <a:chOff x="654518" y="2791326"/>
            <a:chExt cx="360000" cy="360000"/>
          </a:xfrm>
        </p:grpSpPr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3C3F6B07-CFF8-4B17-AA2F-86C870FBB9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7E4D1612-73F8-4490-89C5-AF9695ED86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" name="组合 264">
            <a:extLst>
              <a:ext uri="{FF2B5EF4-FFF2-40B4-BE49-F238E27FC236}">
                <a16:creationId xmlns:a16="http://schemas.microsoft.com/office/drawing/2014/main" id="{2A53A2F6-5AF9-4F72-BFE5-F8C61A15DDFE}"/>
              </a:ext>
            </a:extLst>
          </p:cNvPr>
          <p:cNvGrpSpPr/>
          <p:nvPr/>
        </p:nvGrpSpPr>
        <p:grpSpPr>
          <a:xfrm rot="5400000">
            <a:off x="3693535" y="1197342"/>
            <a:ext cx="252000" cy="252000"/>
            <a:chOff x="654518" y="2791326"/>
            <a:chExt cx="360000" cy="360000"/>
          </a:xfrm>
        </p:grpSpPr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E7D78C5C-5F54-4098-AFA4-BC8581E0D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2F5B4029-E0B9-4961-AE4D-25AB0FFA37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D54B68CA-4624-4D96-8A21-01D528088E76}"/>
              </a:ext>
            </a:extLst>
          </p:cNvPr>
          <p:cNvGrpSpPr/>
          <p:nvPr/>
        </p:nvGrpSpPr>
        <p:grpSpPr>
          <a:xfrm rot="16200000">
            <a:off x="1007313" y="2835825"/>
            <a:ext cx="252000" cy="252000"/>
            <a:chOff x="654518" y="2791326"/>
            <a:chExt cx="360000" cy="360000"/>
          </a:xfrm>
        </p:grpSpPr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1027C2D3-4087-4346-988A-47E9E82927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F0BCB261-FBEC-4C6B-BAFB-FDF65614DA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1" name="组合 270">
            <a:extLst>
              <a:ext uri="{FF2B5EF4-FFF2-40B4-BE49-F238E27FC236}">
                <a16:creationId xmlns:a16="http://schemas.microsoft.com/office/drawing/2014/main" id="{77C62D49-CDC8-44BD-B257-6178DB6E9041}"/>
              </a:ext>
            </a:extLst>
          </p:cNvPr>
          <p:cNvGrpSpPr/>
          <p:nvPr/>
        </p:nvGrpSpPr>
        <p:grpSpPr>
          <a:xfrm rot="10800000">
            <a:off x="3688751" y="2846669"/>
            <a:ext cx="252000" cy="252000"/>
            <a:chOff x="654518" y="2791326"/>
            <a:chExt cx="360000" cy="360000"/>
          </a:xfrm>
        </p:grpSpPr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15C3D41E-0B0E-43FC-90A5-C87BFA716A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C6C423C2-5A48-4EA1-8310-B5D9AFA2F9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5" name="图片 274">
            <a:extLst>
              <a:ext uri="{FF2B5EF4-FFF2-40B4-BE49-F238E27FC236}">
                <a16:creationId xmlns:a16="http://schemas.microsoft.com/office/drawing/2014/main" id="{FC1E8B48-99F6-49CC-AADA-4FE4D662F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734" y="1729614"/>
            <a:ext cx="2000529" cy="1286054"/>
          </a:xfrm>
          <a:prstGeom prst="rect">
            <a:avLst/>
          </a:prstGeom>
        </p:spPr>
      </p:pic>
      <p:grpSp>
        <p:nvGrpSpPr>
          <p:cNvPr id="276" name="组合 275">
            <a:extLst>
              <a:ext uri="{FF2B5EF4-FFF2-40B4-BE49-F238E27FC236}">
                <a16:creationId xmlns:a16="http://schemas.microsoft.com/office/drawing/2014/main" id="{574E9CE9-01B0-42E3-B9FD-21955EF96684}"/>
              </a:ext>
            </a:extLst>
          </p:cNvPr>
          <p:cNvGrpSpPr/>
          <p:nvPr/>
        </p:nvGrpSpPr>
        <p:grpSpPr>
          <a:xfrm rot="5400000">
            <a:off x="10108521" y="1637960"/>
            <a:ext cx="252000" cy="252000"/>
            <a:chOff x="654518" y="2791326"/>
            <a:chExt cx="360000" cy="360000"/>
          </a:xfrm>
        </p:grpSpPr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69191A49-CF18-443F-8EBA-63E66E07C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10663EC6-14FF-4961-A429-1756E564DF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9" name="组合 278">
            <a:extLst>
              <a:ext uri="{FF2B5EF4-FFF2-40B4-BE49-F238E27FC236}">
                <a16:creationId xmlns:a16="http://schemas.microsoft.com/office/drawing/2014/main" id="{9C8997F0-1797-44E3-971E-CE15092A5165}"/>
              </a:ext>
            </a:extLst>
          </p:cNvPr>
          <p:cNvGrpSpPr/>
          <p:nvPr/>
        </p:nvGrpSpPr>
        <p:grpSpPr>
          <a:xfrm rot="10800000">
            <a:off x="10108520" y="2847843"/>
            <a:ext cx="252000" cy="252000"/>
            <a:chOff x="654518" y="2791326"/>
            <a:chExt cx="360000" cy="360000"/>
          </a:xfrm>
        </p:grpSpPr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C7E7423B-BA0C-4121-AC29-7ED786A58B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F580CD3E-DCDC-4391-91B2-9569A07E7F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组合 281">
            <a:extLst>
              <a:ext uri="{FF2B5EF4-FFF2-40B4-BE49-F238E27FC236}">
                <a16:creationId xmlns:a16="http://schemas.microsoft.com/office/drawing/2014/main" id="{E94BC15B-2FAA-43CE-8C52-AACF1F6C93EE}"/>
              </a:ext>
            </a:extLst>
          </p:cNvPr>
          <p:cNvGrpSpPr/>
          <p:nvPr/>
        </p:nvGrpSpPr>
        <p:grpSpPr>
          <a:xfrm rot="16200000">
            <a:off x="8181715" y="2829108"/>
            <a:ext cx="252000" cy="252000"/>
            <a:chOff x="654518" y="2791326"/>
            <a:chExt cx="360000" cy="360000"/>
          </a:xfrm>
        </p:grpSpPr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53FD5508-830A-4210-8F7C-DCB4DC465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B3027B0E-8ECD-4CEF-B3EF-6A137B30E0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组合 284">
            <a:extLst>
              <a:ext uri="{FF2B5EF4-FFF2-40B4-BE49-F238E27FC236}">
                <a16:creationId xmlns:a16="http://schemas.microsoft.com/office/drawing/2014/main" id="{D077EB55-FB0E-4B9C-BA29-84FB639CCF7F}"/>
              </a:ext>
            </a:extLst>
          </p:cNvPr>
          <p:cNvGrpSpPr/>
          <p:nvPr/>
        </p:nvGrpSpPr>
        <p:grpSpPr>
          <a:xfrm>
            <a:off x="8165585" y="1643343"/>
            <a:ext cx="252000" cy="252000"/>
            <a:chOff x="654518" y="2791326"/>
            <a:chExt cx="360000" cy="360000"/>
          </a:xfrm>
        </p:grpSpPr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1529C993-9E95-41BB-B154-772527C804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9D90AE76-880D-4044-8FC6-DC3182C142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9" name="图片 288">
            <a:extLst>
              <a:ext uri="{FF2B5EF4-FFF2-40B4-BE49-F238E27FC236}">
                <a16:creationId xmlns:a16="http://schemas.microsoft.com/office/drawing/2014/main" id="{E171A4D5-5B0D-41AB-82C5-91487CF0D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757" y="4315173"/>
            <a:ext cx="3758284" cy="992407"/>
          </a:xfrm>
          <a:prstGeom prst="rect">
            <a:avLst/>
          </a:prstGeom>
        </p:spPr>
      </p:pic>
      <p:pic>
        <p:nvPicPr>
          <p:cNvPr id="291" name="图片 290">
            <a:extLst>
              <a:ext uri="{FF2B5EF4-FFF2-40B4-BE49-F238E27FC236}">
                <a16:creationId xmlns:a16="http://schemas.microsoft.com/office/drawing/2014/main" id="{A501A234-5C33-40F9-BBEA-C9CF3B3A0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623" y="3963554"/>
            <a:ext cx="1703047" cy="1026494"/>
          </a:xfrm>
          <a:prstGeom prst="rect">
            <a:avLst/>
          </a:prstGeom>
        </p:spPr>
      </p:pic>
      <p:pic>
        <p:nvPicPr>
          <p:cNvPr id="295" name="图片 294">
            <a:extLst>
              <a:ext uri="{FF2B5EF4-FFF2-40B4-BE49-F238E27FC236}">
                <a16:creationId xmlns:a16="http://schemas.microsoft.com/office/drawing/2014/main" id="{54BE1F7F-824A-4632-A9B5-B7D60B6DC9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6468" y="3774330"/>
            <a:ext cx="1343244" cy="1491001"/>
          </a:xfrm>
          <a:prstGeom prst="rect">
            <a:avLst/>
          </a:prstGeom>
        </p:spPr>
      </p:pic>
      <p:grpSp>
        <p:nvGrpSpPr>
          <p:cNvPr id="296" name="组合 295">
            <a:extLst>
              <a:ext uri="{FF2B5EF4-FFF2-40B4-BE49-F238E27FC236}">
                <a16:creationId xmlns:a16="http://schemas.microsoft.com/office/drawing/2014/main" id="{DBE8DC64-24B6-4E27-A376-89EBD7808984}"/>
              </a:ext>
            </a:extLst>
          </p:cNvPr>
          <p:cNvGrpSpPr/>
          <p:nvPr/>
        </p:nvGrpSpPr>
        <p:grpSpPr>
          <a:xfrm>
            <a:off x="868038" y="4266696"/>
            <a:ext cx="252000" cy="252000"/>
            <a:chOff x="654518" y="2791326"/>
            <a:chExt cx="360000" cy="360000"/>
          </a:xfrm>
        </p:grpSpPr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33D48081-83B5-40FC-8B91-A57817C7E9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203DBDB4-7C72-46EB-A19A-9C6505F4EB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2" name="组合 301">
            <a:extLst>
              <a:ext uri="{FF2B5EF4-FFF2-40B4-BE49-F238E27FC236}">
                <a16:creationId xmlns:a16="http://schemas.microsoft.com/office/drawing/2014/main" id="{2C31E6CD-6490-486D-AB6F-BA9253F2226B}"/>
              </a:ext>
            </a:extLst>
          </p:cNvPr>
          <p:cNvGrpSpPr/>
          <p:nvPr/>
        </p:nvGrpSpPr>
        <p:grpSpPr>
          <a:xfrm rot="16200000">
            <a:off x="859092" y="5118836"/>
            <a:ext cx="252000" cy="252000"/>
            <a:chOff x="654518" y="2791326"/>
            <a:chExt cx="360000" cy="360000"/>
          </a:xfrm>
        </p:grpSpPr>
        <p:cxnSp>
          <p:nvCxnSpPr>
            <p:cNvPr id="303" name="直接连接符 302">
              <a:extLst>
                <a:ext uri="{FF2B5EF4-FFF2-40B4-BE49-F238E27FC236}">
                  <a16:creationId xmlns:a16="http://schemas.microsoft.com/office/drawing/2014/main" id="{472B561E-2BD7-4829-BCF9-4AB7B1DE02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>
              <a:extLst>
                <a:ext uri="{FF2B5EF4-FFF2-40B4-BE49-F238E27FC236}">
                  <a16:creationId xmlns:a16="http://schemas.microsoft.com/office/drawing/2014/main" id="{FA49769F-DC71-4756-9437-4C484DE821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5" name="组合 304">
            <a:extLst>
              <a:ext uri="{FF2B5EF4-FFF2-40B4-BE49-F238E27FC236}">
                <a16:creationId xmlns:a16="http://schemas.microsoft.com/office/drawing/2014/main" id="{E87E420F-64FD-4031-A6B4-C494F2AABD49}"/>
              </a:ext>
            </a:extLst>
          </p:cNvPr>
          <p:cNvGrpSpPr/>
          <p:nvPr/>
        </p:nvGrpSpPr>
        <p:grpSpPr>
          <a:xfrm rot="5400000">
            <a:off x="4442603" y="4266695"/>
            <a:ext cx="252000" cy="252000"/>
            <a:chOff x="654518" y="2791326"/>
            <a:chExt cx="360000" cy="360000"/>
          </a:xfrm>
        </p:grpSpPr>
        <p:cxnSp>
          <p:nvCxnSpPr>
            <p:cNvPr id="306" name="直接连接符 305">
              <a:extLst>
                <a:ext uri="{FF2B5EF4-FFF2-40B4-BE49-F238E27FC236}">
                  <a16:creationId xmlns:a16="http://schemas.microsoft.com/office/drawing/2014/main" id="{F6DBDC14-F081-42EC-AB67-CE6477ACC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连接符 306">
              <a:extLst>
                <a:ext uri="{FF2B5EF4-FFF2-40B4-BE49-F238E27FC236}">
                  <a16:creationId xmlns:a16="http://schemas.microsoft.com/office/drawing/2014/main" id="{22C61A5B-DE5E-4443-B4C7-517D76C461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8" name="组合 307">
            <a:extLst>
              <a:ext uri="{FF2B5EF4-FFF2-40B4-BE49-F238E27FC236}">
                <a16:creationId xmlns:a16="http://schemas.microsoft.com/office/drawing/2014/main" id="{0B2459A7-E0D8-4452-9280-D073A166B069}"/>
              </a:ext>
            </a:extLst>
          </p:cNvPr>
          <p:cNvGrpSpPr/>
          <p:nvPr/>
        </p:nvGrpSpPr>
        <p:grpSpPr>
          <a:xfrm rot="10800000">
            <a:off x="4442603" y="5123696"/>
            <a:ext cx="252000" cy="252000"/>
            <a:chOff x="654518" y="2791326"/>
            <a:chExt cx="360000" cy="360000"/>
          </a:xfrm>
        </p:grpSpPr>
        <p:cxnSp>
          <p:nvCxnSpPr>
            <p:cNvPr id="309" name="直接连接符 308">
              <a:extLst>
                <a:ext uri="{FF2B5EF4-FFF2-40B4-BE49-F238E27FC236}">
                  <a16:creationId xmlns:a16="http://schemas.microsoft.com/office/drawing/2014/main" id="{C10187CF-70F3-480E-88F1-29723324F0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EFEB01C3-7DDD-4B5F-9C07-D688FF5FE2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1" name="组合 310">
            <a:extLst>
              <a:ext uri="{FF2B5EF4-FFF2-40B4-BE49-F238E27FC236}">
                <a16:creationId xmlns:a16="http://schemas.microsoft.com/office/drawing/2014/main" id="{A2730E38-85BE-4FB8-B3DE-9ED73B94FE8C}"/>
              </a:ext>
            </a:extLst>
          </p:cNvPr>
          <p:cNvGrpSpPr/>
          <p:nvPr/>
        </p:nvGrpSpPr>
        <p:grpSpPr>
          <a:xfrm>
            <a:off x="7788793" y="3846284"/>
            <a:ext cx="252000" cy="252000"/>
            <a:chOff x="654518" y="2791326"/>
            <a:chExt cx="360000" cy="360000"/>
          </a:xfrm>
        </p:grpSpPr>
        <p:cxnSp>
          <p:nvCxnSpPr>
            <p:cNvPr id="312" name="直接连接符 311">
              <a:extLst>
                <a:ext uri="{FF2B5EF4-FFF2-40B4-BE49-F238E27FC236}">
                  <a16:creationId xmlns:a16="http://schemas.microsoft.com/office/drawing/2014/main" id="{3C4F5B01-02A7-4481-B82A-FD03E04232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>
              <a:extLst>
                <a:ext uri="{FF2B5EF4-FFF2-40B4-BE49-F238E27FC236}">
                  <a16:creationId xmlns:a16="http://schemas.microsoft.com/office/drawing/2014/main" id="{51F501DA-EEFF-4D86-A71A-98F81B5E98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4" name="组合 313">
            <a:extLst>
              <a:ext uri="{FF2B5EF4-FFF2-40B4-BE49-F238E27FC236}">
                <a16:creationId xmlns:a16="http://schemas.microsoft.com/office/drawing/2014/main" id="{8A40D856-DEAF-4D30-93BA-A8F94A740CFC}"/>
              </a:ext>
            </a:extLst>
          </p:cNvPr>
          <p:cNvGrpSpPr/>
          <p:nvPr/>
        </p:nvGrpSpPr>
        <p:grpSpPr>
          <a:xfrm rot="16200000">
            <a:off x="7788793" y="4807235"/>
            <a:ext cx="252000" cy="252000"/>
            <a:chOff x="654518" y="2791326"/>
            <a:chExt cx="360000" cy="360000"/>
          </a:xfrm>
        </p:grpSpPr>
        <p:cxnSp>
          <p:nvCxnSpPr>
            <p:cNvPr id="315" name="直接连接符 314">
              <a:extLst>
                <a:ext uri="{FF2B5EF4-FFF2-40B4-BE49-F238E27FC236}">
                  <a16:creationId xmlns:a16="http://schemas.microsoft.com/office/drawing/2014/main" id="{76311FCB-D8BE-49B9-8F42-2D49E61442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接连接符 315">
              <a:extLst>
                <a:ext uri="{FF2B5EF4-FFF2-40B4-BE49-F238E27FC236}">
                  <a16:creationId xmlns:a16="http://schemas.microsoft.com/office/drawing/2014/main" id="{77C2A273-1709-4D77-88E0-28F251262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7" name="组合 316">
            <a:extLst>
              <a:ext uri="{FF2B5EF4-FFF2-40B4-BE49-F238E27FC236}">
                <a16:creationId xmlns:a16="http://schemas.microsoft.com/office/drawing/2014/main" id="{3EE6580C-0C14-4226-80CE-4AE9EFF9AE66}"/>
              </a:ext>
            </a:extLst>
          </p:cNvPr>
          <p:cNvGrpSpPr/>
          <p:nvPr/>
        </p:nvGrpSpPr>
        <p:grpSpPr>
          <a:xfrm rot="10800000">
            <a:off x="10988452" y="5080364"/>
            <a:ext cx="252000" cy="252000"/>
            <a:chOff x="654518" y="2791326"/>
            <a:chExt cx="360000" cy="360000"/>
          </a:xfrm>
        </p:grpSpPr>
        <p:cxnSp>
          <p:nvCxnSpPr>
            <p:cNvPr id="318" name="直接连接符 317">
              <a:extLst>
                <a:ext uri="{FF2B5EF4-FFF2-40B4-BE49-F238E27FC236}">
                  <a16:creationId xmlns:a16="http://schemas.microsoft.com/office/drawing/2014/main" id="{D128ABD3-B91A-4A24-8FCD-FE9FE09573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接连接符 318">
              <a:extLst>
                <a:ext uri="{FF2B5EF4-FFF2-40B4-BE49-F238E27FC236}">
                  <a16:creationId xmlns:a16="http://schemas.microsoft.com/office/drawing/2014/main" id="{A9C7DDAF-9EB3-4CA9-A543-5AF31BD073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0" name="组合 319">
            <a:extLst>
              <a:ext uri="{FF2B5EF4-FFF2-40B4-BE49-F238E27FC236}">
                <a16:creationId xmlns:a16="http://schemas.microsoft.com/office/drawing/2014/main" id="{452181E5-ECBA-4BD2-A96F-376ADF5DCE3A}"/>
              </a:ext>
            </a:extLst>
          </p:cNvPr>
          <p:cNvGrpSpPr/>
          <p:nvPr/>
        </p:nvGrpSpPr>
        <p:grpSpPr>
          <a:xfrm rot="5400000">
            <a:off x="10959839" y="3720284"/>
            <a:ext cx="252000" cy="252000"/>
            <a:chOff x="654518" y="2791326"/>
            <a:chExt cx="360000" cy="360000"/>
          </a:xfrm>
        </p:grpSpPr>
        <p:cxnSp>
          <p:nvCxnSpPr>
            <p:cNvPr id="321" name="直接连接符 320">
              <a:extLst>
                <a:ext uri="{FF2B5EF4-FFF2-40B4-BE49-F238E27FC236}">
                  <a16:creationId xmlns:a16="http://schemas.microsoft.com/office/drawing/2014/main" id="{D41D7F21-9BBB-4AF5-A5CE-329F50F409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0" cy="360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C8372FA4-35DD-4E63-8C8E-BBD89794C9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518" y="2791326"/>
              <a:ext cx="360000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649A3A5C-544F-41D0-9D44-8F7664F3D0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332" y="1304478"/>
            <a:ext cx="2720082" cy="1749861"/>
          </a:xfrm>
          <a:prstGeom prst="rect">
            <a:avLst/>
          </a:prstGeom>
        </p:spPr>
      </p:pic>
      <p:grpSp>
        <p:nvGrpSpPr>
          <p:cNvPr id="260" name="组合 259">
            <a:extLst>
              <a:ext uri="{FF2B5EF4-FFF2-40B4-BE49-F238E27FC236}">
                <a16:creationId xmlns:a16="http://schemas.microsoft.com/office/drawing/2014/main" id="{4735A3F6-CC90-4788-8438-CC9D74D563F2}"/>
              </a:ext>
            </a:extLst>
          </p:cNvPr>
          <p:cNvGrpSpPr/>
          <p:nvPr/>
        </p:nvGrpSpPr>
        <p:grpSpPr>
          <a:xfrm rot="5400000">
            <a:off x="-15231448" y="-2119529"/>
            <a:ext cx="10890880" cy="10864388"/>
            <a:chOff x="-7040302" y="-2003194"/>
            <a:chExt cx="10890880" cy="10864388"/>
          </a:xfrm>
        </p:grpSpPr>
        <p:grpSp>
          <p:nvGrpSpPr>
            <p:cNvPr id="261" name="组合 260">
              <a:extLst>
                <a:ext uri="{FF2B5EF4-FFF2-40B4-BE49-F238E27FC236}">
                  <a16:creationId xmlns:a16="http://schemas.microsoft.com/office/drawing/2014/main" id="{EF4108CE-5BCD-49F5-9286-319E0E0630F8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288" name="组合 287">
                <a:extLst>
                  <a:ext uri="{FF2B5EF4-FFF2-40B4-BE49-F238E27FC236}">
                    <a16:creationId xmlns:a16="http://schemas.microsoft.com/office/drawing/2014/main" id="{3EBC135B-B44A-484F-BB26-59AC21070663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292" name="组合 291">
                  <a:extLst>
                    <a:ext uri="{FF2B5EF4-FFF2-40B4-BE49-F238E27FC236}">
                      <a16:creationId xmlns:a16="http://schemas.microsoft.com/office/drawing/2014/main" id="{A30EAC80-DB96-4E55-9964-446A3D7163BD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294" name="组合 293">
                    <a:extLst>
                      <a:ext uri="{FF2B5EF4-FFF2-40B4-BE49-F238E27FC236}">
                        <a16:creationId xmlns:a16="http://schemas.microsoft.com/office/drawing/2014/main" id="{9F3C035A-FCFB-4A56-B83E-5F24C28978D9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327" name="组合 326">
                      <a:extLst>
                        <a:ext uri="{FF2B5EF4-FFF2-40B4-BE49-F238E27FC236}">
                          <a16:creationId xmlns:a16="http://schemas.microsoft.com/office/drawing/2014/main" id="{3729BCFF-7007-49C5-830E-00DCBA66BD9B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335" name="组合 334">
                        <a:extLst>
                          <a:ext uri="{FF2B5EF4-FFF2-40B4-BE49-F238E27FC236}">
                            <a16:creationId xmlns:a16="http://schemas.microsoft.com/office/drawing/2014/main" id="{C6F1281B-12F9-4FC6-A2B2-79895339C209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343" name="组合 342">
                          <a:extLst>
                            <a:ext uri="{FF2B5EF4-FFF2-40B4-BE49-F238E27FC236}">
                              <a16:creationId xmlns:a16="http://schemas.microsoft.com/office/drawing/2014/main" id="{FE9D5D91-ADC9-4EA4-97DF-8956799FA73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345" name="组合 344">
                            <a:extLst>
                              <a:ext uri="{FF2B5EF4-FFF2-40B4-BE49-F238E27FC236}">
                                <a16:creationId xmlns:a16="http://schemas.microsoft.com/office/drawing/2014/main" id="{0966B661-AE29-4A70-8FF6-B96D4A94FAC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356" name="任意多边形: 形状 355">
                              <a:extLst>
                                <a:ext uri="{FF2B5EF4-FFF2-40B4-BE49-F238E27FC236}">
                                  <a16:creationId xmlns:a16="http://schemas.microsoft.com/office/drawing/2014/main" id="{DC5BDDF6-4D59-46F5-BF97-59BD12AE000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357" name="任意多边形: 形状 356">
                              <a:extLst>
                                <a:ext uri="{FF2B5EF4-FFF2-40B4-BE49-F238E27FC236}">
                                  <a16:creationId xmlns:a16="http://schemas.microsoft.com/office/drawing/2014/main" id="{57B1E9B2-C1BA-4DA0-80A3-60D03B570D9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358" name="任意多边形: 形状 357">
                              <a:extLst>
                                <a:ext uri="{FF2B5EF4-FFF2-40B4-BE49-F238E27FC236}">
                                  <a16:creationId xmlns:a16="http://schemas.microsoft.com/office/drawing/2014/main" id="{3F400C2C-8CDD-45FA-B1DB-8B27EA1A626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359" name="任意多边形: 形状 358">
                              <a:extLst>
                                <a:ext uri="{FF2B5EF4-FFF2-40B4-BE49-F238E27FC236}">
                                  <a16:creationId xmlns:a16="http://schemas.microsoft.com/office/drawing/2014/main" id="{DE27BE9F-7BCC-424D-8F39-9EC95370CCF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346" name="Text 3">
                            <a:extLst>
                              <a:ext uri="{FF2B5EF4-FFF2-40B4-BE49-F238E27FC236}">
                                <a16:creationId xmlns:a16="http://schemas.microsoft.com/office/drawing/2014/main" id="{B6FC0B52-1C68-4E50-8790-834377FDE6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347" name="Text 3">
                            <a:extLst>
                              <a:ext uri="{FF2B5EF4-FFF2-40B4-BE49-F238E27FC236}">
                                <a16:creationId xmlns:a16="http://schemas.microsoft.com/office/drawing/2014/main" id="{AED38E4E-C54C-4365-9D53-FD1DFDAA539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原文中部分电路小范围测试时可以正常工作，整合电路中模拟无法收敛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348" name="组合 347">
                            <a:extLst>
                              <a:ext uri="{FF2B5EF4-FFF2-40B4-BE49-F238E27FC236}">
                                <a16:creationId xmlns:a16="http://schemas.microsoft.com/office/drawing/2014/main" id="{08507C57-BB13-4A0D-B2A0-03205DB0AEE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349" name="Text 3">
                              <a:extLst>
                                <a:ext uri="{FF2B5EF4-FFF2-40B4-BE49-F238E27FC236}">
                                  <a16:creationId xmlns:a16="http://schemas.microsoft.com/office/drawing/2014/main" id="{94AC6F50-2315-42C7-8049-5E03C6492A0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适应原理特性实现器件功能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350" name="组合 349">
                              <a:extLst>
                                <a:ext uri="{FF2B5EF4-FFF2-40B4-BE49-F238E27FC236}">
                                  <a16:creationId xmlns:a16="http://schemas.microsoft.com/office/drawing/2014/main" id="{FF8C9E33-D630-4EC7-A33B-EE628416DDBC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354" name="直接连接符 353">
                                <a:extLst>
                                  <a:ext uri="{FF2B5EF4-FFF2-40B4-BE49-F238E27FC236}">
                                    <a16:creationId xmlns:a16="http://schemas.microsoft.com/office/drawing/2014/main" id="{BCDBD0FC-46AC-42D2-B811-418B436889CE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355" name="直角三角形 354">
                                <a:extLst>
                                  <a:ext uri="{FF2B5EF4-FFF2-40B4-BE49-F238E27FC236}">
                                    <a16:creationId xmlns:a16="http://schemas.microsoft.com/office/drawing/2014/main" id="{ED0383F1-BA91-46FF-99C0-BC94CACF937E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351" name="组合 350">
                              <a:extLst>
                                <a:ext uri="{FF2B5EF4-FFF2-40B4-BE49-F238E27FC236}">
                                  <a16:creationId xmlns:a16="http://schemas.microsoft.com/office/drawing/2014/main" id="{0F2E381A-CBF5-4965-AE75-995B34D7D6AC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352" name="直接连接符 351">
                                <a:extLst>
                                  <a:ext uri="{FF2B5EF4-FFF2-40B4-BE49-F238E27FC236}">
                                    <a16:creationId xmlns:a16="http://schemas.microsoft.com/office/drawing/2014/main" id="{0D8E3D6F-880C-41AB-972A-C6519E302171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353" name="直角三角形 352">
                                <a:extLst>
                                  <a:ext uri="{FF2B5EF4-FFF2-40B4-BE49-F238E27FC236}">
                                    <a16:creationId xmlns:a16="http://schemas.microsoft.com/office/drawing/2014/main" id="{EAFB3BDF-0805-4ABD-A3DC-4697D982482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344" name="图片 343">
                          <a:extLst>
                            <a:ext uri="{FF2B5EF4-FFF2-40B4-BE49-F238E27FC236}">
                              <a16:creationId xmlns:a16="http://schemas.microsoft.com/office/drawing/2014/main" id="{F958A738-BA0A-49E9-AF0B-9CC2BD70952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336" name="Text 3">
                        <a:extLst>
                          <a:ext uri="{FF2B5EF4-FFF2-40B4-BE49-F238E27FC236}">
                            <a16:creationId xmlns:a16="http://schemas.microsoft.com/office/drawing/2014/main" id="{9AC27BC4-266F-444E-9842-977E649F7E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337" name="Text 3">
                        <a:extLst>
                          <a:ext uri="{FF2B5EF4-FFF2-40B4-BE49-F238E27FC236}">
                            <a16:creationId xmlns:a16="http://schemas.microsoft.com/office/drawing/2014/main" id="{B3FC6F29-2682-4B01-BC2E-7EC3B659DE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338" name="Text 3">
                        <a:extLst>
                          <a:ext uri="{FF2B5EF4-FFF2-40B4-BE49-F238E27FC236}">
                            <a16:creationId xmlns:a16="http://schemas.microsoft.com/office/drawing/2014/main" id="{99C9BFA7-A5E6-472D-80EA-F67AFC843C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339" name="直接连接符 338">
                        <a:extLst>
                          <a:ext uri="{FF2B5EF4-FFF2-40B4-BE49-F238E27FC236}">
                            <a16:creationId xmlns:a16="http://schemas.microsoft.com/office/drawing/2014/main" id="{58672336-CD3E-41B8-A1E4-98DD985DBE1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40" name="直角三角形 339">
                        <a:extLst>
                          <a:ext uri="{FF2B5EF4-FFF2-40B4-BE49-F238E27FC236}">
                            <a16:creationId xmlns:a16="http://schemas.microsoft.com/office/drawing/2014/main" id="{BF065DF1-6448-4A73-BCE5-91FC3A3A2E8B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341" name="直接连接符 340">
                        <a:extLst>
                          <a:ext uri="{FF2B5EF4-FFF2-40B4-BE49-F238E27FC236}">
                            <a16:creationId xmlns:a16="http://schemas.microsoft.com/office/drawing/2014/main" id="{34E13FDE-1B3D-4152-A994-16327DEC28E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42" name="直角三角形 341">
                        <a:extLst>
                          <a:ext uri="{FF2B5EF4-FFF2-40B4-BE49-F238E27FC236}">
                            <a16:creationId xmlns:a16="http://schemas.microsoft.com/office/drawing/2014/main" id="{0C95C3A7-90DB-4A1D-AEF5-78CE43899AA7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328" name="Text 3">
                      <a:extLst>
                        <a:ext uri="{FF2B5EF4-FFF2-40B4-BE49-F238E27FC236}">
                          <a16:creationId xmlns:a16="http://schemas.microsoft.com/office/drawing/2014/main" id="{B49EE74E-07A0-4758-B9C3-398D797F0B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329" name="Text 3">
                      <a:extLst>
                        <a:ext uri="{FF2B5EF4-FFF2-40B4-BE49-F238E27FC236}">
                          <a16:creationId xmlns:a16="http://schemas.microsoft.com/office/drawing/2014/main" id="{39F091D7-D6D9-4918-A501-EFDFA35355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330" name="Text 3">
                      <a:extLst>
                        <a:ext uri="{FF2B5EF4-FFF2-40B4-BE49-F238E27FC236}">
                          <a16:creationId xmlns:a16="http://schemas.microsoft.com/office/drawing/2014/main" id="{CF4D151C-AAF9-408C-BF67-24E99C3BC1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331" name="直接连接符 330">
                      <a:extLst>
                        <a:ext uri="{FF2B5EF4-FFF2-40B4-BE49-F238E27FC236}">
                          <a16:creationId xmlns:a16="http://schemas.microsoft.com/office/drawing/2014/main" id="{DB8CF366-5EC1-4FD1-A8F6-00DD6EDE2D3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32" name="直角三角形 331">
                      <a:extLst>
                        <a:ext uri="{FF2B5EF4-FFF2-40B4-BE49-F238E27FC236}">
                          <a16:creationId xmlns:a16="http://schemas.microsoft.com/office/drawing/2014/main" id="{A58DD39C-16F9-4D9A-9CB0-C738DF62B1C3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33" name="直接连接符 332">
                      <a:extLst>
                        <a:ext uri="{FF2B5EF4-FFF2-40B4-BE49-F238E27FC236}">
                          <a16:creationId xmlns:a16="http://schemas.microsoft.com/office/drawing/2014/main" id="{FB353580-73D3-4D48-9300-CEFA84084B2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34" name="直角三角形 333">
                      <a:extLst>
                        <a:ext uri="{FF2B5EF4-FFF2-40B4-BE49-F238E27FC236}">
                          <a16:creationId xmlns:a16="http://schemas.microsoft.com/office/drawing/2014/main" id="{157737B0-25FB-4A42-BF5D-C0F8CC973FAF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299" name="Text 3">
                    <a:extLst>
                      <a:ext uri="{FF2B5EF4-FFF2-40B4-BE49-F238E27FC236}">
                        <a16:creationId xmlns:a16="http://schemas.microsoft.com/office/drawing/2014/main" id="{0ED990CA-0F02-4E92-A520-7C05AB2F8730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300" name="Text 3">
                    <a:extLst>
                      <a:ext uri="{FF2B5EF4-FFF2-40B4-BE49-F238E27FC236}">
                        <a16:creationId xmlns:a16="http://schemas.microsoft.com/office/drawing/2014/main" id="{C7E3918B-F40C-4E9E-B0AC-64D65E85479C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301" name="Text 3">
                    <a:extLst>
                      <a:ext uri="{FF2B5EF4-FFF2-40B4-BE49-F238E27FC236}">
                        <a16:creationId xmlns:a16="http://schemas.microsoft.com/office/drawing/2014/main" id="{A3A1AB58-AD08-44A2-BE68-79A3436AB828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323" name="直接连接符 322">
                    <a:extLst>
                      <a:ext uri="{FF2B5EF4-FFF2-40B4-BE49-F238E27FC236}">
                        <a16:creationId xmlns:a16="http://schemas.microsoft.com/office/drawing/2014/main" id="{0834DE06-4989-4A82-9C63-8CB4D06928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4" name="直角三角形 323">
                    <a:extLst>
                      <a:ext uri="{FF2B5EF4-FFF2-40B4-BE49-F238E27FC236}">
                        <a16:creationId xmlns:a16="http://schemas.microsoft.com/office/drawing/2014/main" id="{4B5492D5-8CBB-422E-AF7D-EC8A62D3FFE1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25" name="直接连接符 324">
                    <a:extLst>
                      <a:ext uri="{FF2B5EF4-FFF2-40B4-BE49-F238E27FC236}">
                        <a16:creationId xmlns:a16="http://schemas.microsoft.com/office/drawing/2014/main" id="{4AEB9625-0209-468A-BAD9-A796F9ACE5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6" name="直角三角形 325">
                    <a:extLst>
                      <a:ext uri="{FF2B5EF4-FFF2-40B4-BE49-F238E27FC236}">
                        <a16:creationId xmlns:a16="http://schemas.microsoft.com/office/drawing/2014/main" id="{88EDD198-E66A-4D74-BF87-8525B4300B6E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293" name="图片 292">
                  <a:extLst>
                    <a:ext uri="{FF2B5EF4-FFF2-40B4-BE49-F238E27FC236}">
                      <a16:creationId xmlns:a16="http://schemas.microsoft.com/office/drawing/2014/main" id="{FF4ADA58-CF32-4B0B-A7D1-76C755D165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290" name="图片 289">
                <a:extLst>
                  <a:ext uri="{FF2B5EF4-FFF2-40B4-BE49-F238E27FC236}">
                    <a16:creationId xmlns:a16="http://schemas.microsoft.com/office/drawing/2014/main" id="{D0DD5204-8D39-4D00-8077-AD2ECDADEE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274" name="图片 273">
              <a:extLst>
                <a:ext uri="{FF2B5EF4-FFF2-40B4-BE49-F238E27FC236}">
                  <a16:creationId xmlns:a16="http://schemas.microsoft.com/office/drawing/2014/main" id="{14F7C434-5FBD-40C3-B3C7-5E99E71F2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8616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" name="组合 818">
            <a:extLst>
              <a:ext uri="{FF2B5EF4-FFF2-40B4-BE49-F238E27FC236}">
                <a16:creationId xmlns:a16="http://schemas.microsoft.com/office/drawing/2014/main" id="{7EC0B812-9203-4ACC-A558-17AF4C9F264B}"/>
              </a:ext>
            </a:extLst>
          </p:cNvPr>
          <p:cNvGrpSpPr/>
          <p:nvPr/>
        </p:nvGrpSpPr>
        <p:grpSpPr>
          <a:xfrm>
            <a:off x="7389123" y="1610220"/>
            <a:ext cx="2434377" cy="1614070"/>
            <a:chOff x="9811624" y="0"/>
            <a:chExt cx="2434377" cy="1614070"/>
          </a:xfrm>
        </p:grpSpPr>
        <p:sp>
          <p:nvSpPr>
            <p:cNvPr id="820" name="矩形 819">
              <a:extLst>
                <a:ext uri="{FF2B5EF4-FFF2-40B4-BE49-F238E27FC236}">
                  <a16:creationId xmlns:a16="http://schemas.microsoft.com/office/drawing/2014/main" id="{2988F076-9A7C-4475-BFE4-A3D81CC13239}"/>
                </a:ext>
              </a:extLst>
            </p:cNvPr>
            <p:cNvSpPr/>
            <p:nvPr/>
          </p:nvSpPr>
          <p:spPr>
            <a:xfrm>
              <a:off x="9821280" y="0"/>
              <a:ext cx="2424721" cy="161407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1" name="直接连接符 820">
              <a:extLst>
                <a:ext uri="{FF2B5EF4-FFF2-40B4-BE49-F238E27FC236}">
                  <a16:creationId xmlns:a16="http://schemas.microsoft.com/office/drawing/2014/main" id="{AF9E7230-5A4A-4099-9CB4-B61E2B4F1D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11624" y="6854"/>
              <a:ext cx="2434377" cy="1607216"/>
            </a:xfrm>
            <a:prstGeom prst="line">
              <a:avLst/>
            </a:prstGeom>
            <a:ln w="12700">
              <a:solidFill>
                <a:schemeClr val="bg1">
                  <a:lumMod val="50000"/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F836838-3C17-40DE-BC88-A37A92244AF9}"/>
              </a:ext>
            </a:extLst>
          </p:cNvPr>
          <p:cNvGrpSpPr/>
          <p:nvPr/>
        </p:nvGrpSpPr>
        <p:grpSpPr>
          <a:xfrm rot="16200000">
            <a:off x="-7040302" y="-2003194"/>
            <a:ext cx="10890880" cy="10864388"/>
            <a:chOff x="-7040302" y="-2003194"/>
            <a:chExt cx="10890880" cy="1086438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E4488B8D-9842-4622-A043-B8F85CC9E3C6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052E2D32-5031-4D9B-962A-23A9CCEE626B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17" name="组合 16">
                  <a:extLst>
                    <a:ext uri="{FF2B5EF4-FFF2-40B4-BE49-F238E27FC236}">
                      <a16:creationId xmlns:a16="http://schemas.microsoft.com/office/drawing/2014/main" id="{FECFB9AF-F6C2-48F4-B411-EB2CA1920A3F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15" name="组合 14">
                    <a:extLst>
                      <a:ext uri="{FF2B5EF4-FFF2-40B4-BE49-F238E27FC236}">
                        <a16:creationId xmlns:a16="http://schemas.microsoft.com/office/drawing/2014/main" id="{5297FE1D-C967-4AF7-BE1A-9A0466DA668F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3" name="组合 2">
                      <a:extLst>
                        <a:ext uri="{FF2B5EF4-FFF2-40B4-BE49-F238E27FC236}">
                          <a16:creationId xmlns:a16="http://schemas.microsoft.com/office/drawing/2014/main" id="{00C0DE6F-C592-4A3E-AD9D-6F0A271EB7C6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13" name="组合 12">
                        <a:extLst>
                          <a:ext uri="{FF2B5EF4-FFF2-40B4-BE49-F238E27FC236}">
                            <a16:creationId xmlns:a16="http://schemas.microsoft.com/office/drawing/2014/main" id="{D86DA625-AB3D-424C-8845-CD34E867411B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2" name="组合 1">
                          <a:extLst>
                            <a:ext uri="{FF2B5EF4-FFF2-40B4-BE49-F238E27FC236}">
                              <a16:creationId xmlns:a16="http://schemas.microsoft.com/office/drawing/2014/main" id="{F3BD4522-A00C-4EBA-B5DC-DDCC9D0833E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8" name="组合 7">
                            <a:extLst>
                              <a:ext uri="{FF2B5EF4-FFF2-40B4-BE49-F238E27FC236}">
                                <a16:creationId xmlns:a16="http://schemas.microsoft.com/office/drawing/2014/main" id="{151D0BAB-FBF6-4B35-8122-70F0FD9E4DC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4" name="任意多边形: 形状 3">
                              <a:extLst>
                                <a:ext uri="{FF2B5EF4-FFF2-40B4-BE49-F238E27FC236}">
                                  <a16:creationId xmlns:a16="http://schemas.microsoft.com/office/drawing/2014/main" id="{154282F3-8D93-4BB7-97E8-02987F8324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5" name="任意多边形: 形状 4">
                              <a:extLst>
                                <a:ext uri="{FF2B5EF4-FFF2-40B4-BE49-F238E27FC236}">
                                  <a16:creationId xmlns:a16="http://schemas.microsoft.com/office/drawing/2014/main" id="{230E964D-636A-4890-B09E-C766DC0E240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6" name="任意多边形: 形状 5">
                              <a:extLst>
                                <a:ext uri="{FF2B5EF4-FFF2-40B4-BE49-F238E27FC236}">
                                  <a16:creationId xmlns:a16="http://schemas.microsoft.com/office/drawing/2014/main" id="{71BF6EC7-A43D-4B78-AACC-369721572B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7" name="任意多边形: 形状 6">
                              <a:extLst>
                                <a:ext uri="{FF2B5EF4-FFF2-40B4-BE49-F238E27FC236}">
                                  <a16:creationId xmlns:a16="http://schemas.microsoft.com/office/drawing/2014/main" id="{A7F85BA8-8654-4747-953B-7489AA247E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9" name="Text 3">
                            <a:extLst>
                              <a:ext uri="{FF2B5EF4-FFF2-40B4-BE49-F238E27FC236}">
                                <a16:creationId xmlns:a16="http://schemas.microsoft.com/office/drawing/2014/main" id="{D148A15F-53BD-4CCA-A5C7-ABEA8EB03DA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10" name="Text 3">
                            <a:extLst>
                              <a:ext uri="{FF2B5EF4-FFF2-40B4-BE49-F238E27FC236}">
                                <a16:creationId xmlns:a16="http://schemas.microsoft.com/office/drawing/2014/main" id="{0F451D89-BCA1-4B90-A47A-FD55AC9FD1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原文中部分电路小范围测试时可以正常工作，整合电路中模拟无法收敛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23" name="组合 22">
                            <a:extLst>
                              <a:ext uri="{FF2B5EF4-FFF2-40B4-BE49-F238E27FC236}">
                                <a16:creationId xmlns:a16="http://schemas.microsoft.com/office/drawing/2014/main" id="{E1B02708-0E71-4982-990E-A13F24DC7BE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11" name="Text 3">
                              <a:extLst>
                                <a:ext uri="{FF2B5EF4-FFF2-40B4-BE49-F238E27FC236}">
                                  <a16:creationId xmlns:a16="http://schemas.microsoft.com/office/drawing/2014/main" id="{57F0452E-F0C6-48B7-B48F-C94C9CAB207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适应原理特性实现器件功能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19" name="组合 18">
                              <a:extLst>
                                <a:ext uri="{FF2B5EF4-FFF2-40B4-BE49-F238E27FC236}">
                                  <a16:creationId xmlns:a16="http://schemas.microsoft.com/office/drawing/2014/main" id="{67C03202-367E-4A06-96AF-67A2FAD3EA8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4" name="直接连接符 13">
                                <a:extLst>
                                  <a:ext uri="{FF2B5EF4-FFF2-40B4-BE49-F238E27FC236}">
                                    <a16:creationId xmlns:a16="http://schemas.microsoft.com/office/drawing/2014/main" id="{28D8F476-165E-49D4-8753-5A1561E14E4F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6" name="直角三角形 15">
                                <a:extLst>
                                  <a:ext uri="{FF2B5EF4-FFF2-40B4-BE49-F238E27FC236}">
                                    <a16:creationId xmlns:a16="http://schemas.microsoft.com/office/drawing/2014/main" id="{EAD44E72-8193-48D6-895A-000BD11AA9E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20" name="组合 19">
                              <a:extLst>
                                <a:ext uri="{FF2B5EF4-FFF2-40B4-BE49-F238E27FC236}">
                                  <a16:creationId xmlns:a16="http://schemas.microsoft.com/office/drawing/2014/main" id="{EF107DF3-5C52-4655-B7B8-EED6FC88BE2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21" name="直接连接符 20">
                                <a:extLst>
                                  <a:ext uri="{FF2B5EF4-FFF2-40B4-BE49-F238E27FC236}">
                                    <a16:creationId xmlns:a16="http://schemas.microsoft.com/office/drawing/2014/main" id="{C71A6151-0CF6-40C4-9017-E1785621182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22" name="直角三角形 21">
                                <a:extLst>
                                  <a:ext uri="{FF2B5EF4-FFF2-40B4-BE49-F238E27FC236}">
                                    <a16:creationId xmlns:a16="http://schemas.microsoft.com/office/drawing/2014/main" id="{C40E6E6B-2E0A-4FA8-B6D2-749D38C50EA7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12" name="图片 11">
                          <a:extLst>
                            <a:ext uri="{FF2B5EF4-FFF2-40B4-BE49-F238E27FC236}">
                              <a16:creationId xmlns:a16="http://schemas.microsoft.com/office/drawing/2014/main" id="{4BD975F5-CDEB-4F2A-84C9-733828486F2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828" name="Text 3">
                        <a:extLst>
                          <a:ext uri="{FF2B5EF4-FFF2-40B4-BE49-F238E27FC236}">
                            <a16:creationId xmlns:a16="http://schemas.microsoft.com/office/drawing/2014/main" id="{4B513E7D-F831-42FC-8BDD-6F3B82FF00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29" name="Text 3">
                        <a:extLst>
                          <a:ext uri="{FF2B5EF4-FFF2-40B4-BE49-F238E27FC236}">
                            <a16:creationId xmlns:a16="http://schemas.microsoft.com/office/drawing/2014/main" id="{E2C4FCC5-A2F6-496E-BCCF-3DB124C4B2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30" name="Text 3">
                        <a:extLst>
                          <a:ext uri="{FF2B5EF4-FFF2-40B4-BE49-F238E27FC236}">
                            <a16:creationId xmlns:a16="http://schemas.microsoft.com/office/drawing/2014/main" id="{FDC7773D-EC5D-4079-BDF3-34664BB407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831" name="直接连接符 830">
                        <a:extLst>
                          <a:ext uri="{FF2B5EF4-FFF2-40B4-BE49-F238E27FC236}">
                            <a16:creationId xmlns:a16="http://schemas.microsoft.com/office/drawing/2014/main" id="{000A71B0-BEA2-441A-9006-53CA8D95ADB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32" name="直角三角形 831">
                        <a:extLst>
                          <a:ext uri="{FF2B5EF4-FFF2-40B4-BE49-F238E27FC236}">
                            <a16:creationId xmlns:a16="http://schemas.microsoft.com/office/drawing/2014/main" id="{618AEC80-D3C8-47A6-AE46-F506168F1864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833" name="直接连接符 832">
                        <a:extLst>
                          <a:ext uri="{FF2B5EF4-FFF2-40B4-BE49-F238E27FC236}">
                            <a16:creationId xmlns:a16="http://schemas.microsoft.com/office/drawing/2014/main" id="{9EBE5B08-28FF-4E5A-8C2B-22383A65956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34" name="直角三角形 833">
                        <a:extLst>
                          <a:ext uri="{FF2B5EF4-FFF2-40B4-BE49-F238E27FC236}">
                            <a16:creationId xmlns:a16="http://schemas.microsoft.com/office/drawing/2014/main" id="{A23E438B-6291-46F7-B4DE-D3AC88BD6932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842" name="Text 3">
                      <a:extLst>
                        <a:ext uri="{FF2B5EF4-FFF2-40B4-BE49-F238E27FC236}">
                          <a16:creationId xmlns:a16="http://schemas.microsoft.com/office/drawing/2014/main" id="{9E8DD738-2FAB-491C-9565-2F601B4028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843" name="Text 3">
                      <a:extLst>
                        <a:ext uri="{FF2B5EF4-FFF2-40B4-BE49-F238E27FC236}">
                          <a16:creationId xmlns:a16="http://schemas.microsoft.com/office/drawing/2014/main" id="{98AAB1C4-FCB4-4478-9F32-29D399155D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844" name="Text 3">
                      <a:extLst>
                        <a:ext uri="{FF2B5EF4-FFF2-40B4-BE49-F238E27FC236}">
                          <a16:creationId xmlns:a16="http://schemas.microsoft.com/office/drawing/2014/main" id="{F445BCE2-573C-46CB-A594-8E0213EBB0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845" name="直接连接符 844">
                      <a:extLst>
                        <a:ext uri="{FF2B5EF4-FFF2-40B4-BE49-F238E27FC236}">
                          <a16:creationId xmlns:a16="http://schemas.microsoft.com/office/drawing/2014/main" id="{EE192C91-5762-42AE-A647-9581B55AAF6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46" name="直角三角形 845">
                      <a:extLst>
                        <a:ext uri="{FF2B5EF4-FFF2-40B4-BE49-F238E27FC236}">
                          <a16:creationId xmlns:a16="http://schemas.microsoft.com/office/drawing/2014/main" id="{EBB5311D-36DF-4B42-B3E2-6940974EAFE8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847" name="直接连接符 846">
                      <a:extLst>
                        <a:ext uri="{FF2B5EF4-FFF2-40B4-BE49-F238E27FC236}">
                          <a16:creationId xmlns:a16="http://schemas.microsoft.com/office/drawing/2014/main" id="{5C8C62E4-C43C-4624-A9B8-AB8B8BF3F7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48" name="直角三角形 847">
                      <a:extLst>
                        <a:ext uri="{FF2B5EF4-FFF2-40B4-BE49-F238E27FC236}">
                          <a16:creationId xmlns:a16="http://schemas.microsoft.com/office/drawing/2014/main" id="{2E815761-368B-4C2E-AB29-560E7368C578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849" name="Text 3">
                    <a:extLst>
                      <a:ext uri="{FF2B5EF4-FFF2-40B4-BE49-F238E27FC236}">
                        <a16:creationId xmlns:a16="http://schemas.microsoft.com/office/drawing/2014/main" id="{58D5569D-D96E-484A-A9AA-F95BF577CA37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850" name="Text 3">
                    <a:extLst>
                      <a:ext uri="{FF2B5EF4-FFF2-40B4-BE49-F238E27FC236}">
                        <a16:creationId xmlns:a16="http://schemas.microsoft.com/office/drawing/2014/main" id="{713391BD-7E83-4A07-8210-8087A42F402D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851" name="Text 3">
                    <a:extLst>
                      <a:ext uri="{FF2B5EF4-FFF2-40B4-BE49-F238E27FC236}">
                        <a16:creationId xmlns:a16="http://schemas.microsoft.com/office/drawing/2014/main" id="{90D415EC-ADD8-4075-B262-C8257C0B8E32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852" name="直接连接符 851">
                    <a:extLst>
                      <a:ext uri="{FF2B5EF4-FFF2-40B4-BE49-F238E27FC236}">
                        <a16:creationId xmlns:a16="http://schemas.microsoft.com/office/drawing/2014/main" id="{0DF0E659-148F-41A6-B5AC-BA1D4032C6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3" name="直角三角形 852">
                    <a:extLst>
                      <a:ext uri="{FF2B5EF4-FFF2-40B4-BE49-F238E27FC236}">
                        <a16:creationId xmlns:a16="http://schemas.microsoft.com/office/drawing/2014/main" id="{8069733C-45A5-4220-95EF-25C8B0E2572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54" name="直接连接符 853">
                    <a:extLst>
                      <a:ext uri="{FF2B5EF4-FFF2-40B4-BE49-F238E27FC236}">
                        <a16:creationId xmlns:a16="http://schemas.microsoft.com/office/drawing/2014/main" id="{C26BA643-98BC-4F1C-BFA7-46103FFBEA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5" name="直角三角形 854">
                    <a:extLst>
                      <a:ext uri="{FF2B5EF4-FFF2-40B4-BE49-F238E27FC236}">
                        <a16:creationId xmlns:a16="http://schemas.microsoft.com/office/drawing/2014/main" id="{3B20C4B3-309A-40DE-B33E-AA058EBE4FD1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26" name="图片 25">
                  <a:extLst>
                    <a:ext uri="{FF2B5EF4-FFF2-40B4-BE49-F238E27FC236}">
                      <a16:creationId xmlns:a16="http://schemas.microsoft.com/office/drawing/2014/main" id="{967B7586-C199-4FFC-950E-2742AB4125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F688802-8ABB-4267-81AF-BE09ECACFD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0F7D0E80-E069-4F3D-84BC-DDBE82548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  <p:sp>
        <p:nvSpPr>
          <p:cNvPr id="857" name="矩形 856">
            <a:extLst>
              <a:ext uri="{FF2B5EF4-FFF2-40B4-BE49-F238E27FC236}">
                <a16:creationId xmlns:a16="http://schemas.microsoft.com/office/drawing/2014/main" id="{DB031C05-FFAD-457D-9FBD-927E7A32376C}"/>
              </a:ext>
            </a:extLst>
          </p:cNvPr>
          <p:cNvSpPr/>
          <p:nvPr/>
        </p:nvSpPr>
        <p:spPr>
          <a:xfrm>
            <a:off x="4329994" y="106486"/>
            <a:ext cx="7263918" cy="521904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8" name="矩形 857">
            <a:extLst>
              <a:ext uri="{FF2B5EF4-FFF2-40B4-BE49-F238E27FC236}">
                <a16:creationId xmlns:a16="http://schemas.microsoft.com/office/drawing/2014/main" id="{2683E65B-48DC-4867-A971-77763D542ED6}"/>
              </a:ext>
            </a:extLst>
          </p:cNvPr>
          <p:cNvSpPr/>
          <p:nvPr/>
        </p:nvSpPr>
        <p:spPr>
          <a:xfrm>
            <a:off x="3966265" y="7216200"/>
            <a:ext cx="3860615" cy="147452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9" name="矩形 858">
            <a:extLst>
              <a:ext uri="{FF2B5EF4-FFF2-40B4-BE49-F238E27FC236}">
                <a16:creationId xmlns:a16="http://schemas.microsoft.com/office/drawing/2014/main" id="{C0D635CA-B78D-4A01-A731-BC743CDA18A6}"/>
              </a:ext>
            </a:extLst>
          </p:cNvPr>
          <p:cNvSpPr/>
          <p:nvPr/>
        </p:nvSpPr>
        <p:spPr>
          <a:xfrm>
            <a:off x="3723762" y="-3469910"/>
            <a:ext cx="3860615" cy="298349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5A206E39-7F83-461C-BAFD-A1B7906EF4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9108" y="155856"/>
            <a:ext cx="2990825" cy="2542201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5B74197A-41F9-4943-8F8D-480D20E911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7789" y="155856"/>
            <a:ext cx="2559520" cy="2527724"/>
          </a:xfrm>
          <a:prstGeom prst="rect">
            <a:avLst/>
          </a:prstGeom>
        </p:spPr>
      </p:pic>
      <p:sp>
        <p:nvSpPr>
          <p:cNvPr id="64" name="Text 3">
            <a:extLst>
              <a:ext uri="{FF2B5EF4-FFF2-40B4-BE49-F238E27FC236}">
                <a16:creationId xmlns:a16="http://schemas.microsoft.com/office/drawing/2014/main" id="{62309968-6DB7-41B6-85C1-5AD3F1A89AAE}"/>
              </a:ext>
            </a:extLst>
          </p:cNvPr>
          <p:cNvSpPr/>
          <p:nvPr/>
        </p:nvSpPr>
        <p:spPr>
          <a:xfrm>
            <a:off x="5594700" y="5054547"/>
            <a:ext cx="4875243" cy="2118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zh-CN" altLang="en-US" sz="2800" dirty="0">
                <a:latin typeface="方正姚体" panose="02010601030101010101" pitchFamily="2" charset="-122"/>
                <a:ea typeface="方正姚体" panose="02010601030101010101" pitchFamily="2" charset="-122"/>
                <a:cs typeface="MiSans" panose="02010600030101010101" charset="-122"/>
              </a:rPr>
              <a:t>将部分门电路及比较器换成</a:t>
            </a:r>
            <a:r>
              <a:rPr lang="en-US" altLang="zh-CN" sz="2800" dirty="0">
                <a:latin typeface="方正姚体" panose="02010601030101010101" pitchFamily="2" charset="-122"/>
                <a:ea typeface="方正姚体" panose="02010601030101010101" pitchFamily="2" charset="-122"/>
                <a:cs typeface="MiSans" panose="02010600030101010101" charset="-122"/>
              </a:rPr>
              <a:t>ABM</a:t>
            </a:r>
            <a:r>
              <a:rPr lang="zh-CN" altLang="en-US" sz="2800" dirty="0">
                <a:latin typeface="方正姚体" panose="02010601030101010101" pitchFamily="2" charset="-122"/>
                <a:ea typeface="方正姚体" panose="02010601030101010101" pitchFamily="2" charset="-122"/>
                <a:cs typeface="MiSans" panose="02010600030101010101" charset="-122"/>
              </a:rPr>
              <a:t>行为源，以便仿真收敛</a:t>
            </a:r>
            <a:endParaRPr lang="en-US" sz="2800" dirty="0">
              <a:latin typeface="方正姚体" panose="02010601030101010101" pitchFamily="2" charset="-122"/>
              <a:ea typeface="方正姚体" panose="02010601030101010101" pitchFamily="2" charset="-122"/>
              <a:cs typeface="MiSans" panose="02010600030101010101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F92FA925-6A1C-4B89-B25C-BEA4C54BC931}"/>
              </a:ext>
            </a:extLst>
          </p:cNvPr>
          <p:cNvSpPr/>
          <p:nvPr/>
        </p:nvSpPr>
        <p:spPr>
          <a:xfrm>
            <a:off x="13300976" y="11523104"/>
            <a:ext cx="4622043" cy="178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64C09092-47F2-4E69-8FD8-6CE6B478F8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5940" y="2960951"/>
            <a:ext cx="2235565" cy="2170694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9F8D6DE1-B623-419C-B777-2E7A7B4144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7078" y="2960951"/>
            <a:ext cx="2598123" cy="221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85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文本框 811">
            <a:extLst>
              <a:ext uri="{FF2B5EF4-FFF2-40B4-BE49-F238E27FC236}">
                <a16:creationId xmlns:a16="http://schemas.microsoft.com/office/drawing/2014/main" id="{458A518A-F136-4B07-B988-29F3CAE214AD}"/>
              </a:ext>
            </a:extLst>
          </p:cNvPr>
          <p:cNvSpPr txBox="1"/>
          <p:nvPr/>
        </p:nvSpPr>
        <p:spPr>
          <a:xfrm>
            <a:off x="3949306" y="394413"/>
            <a:ext cx="4484730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dirty="0"/>
              <a:t>原设计处理</a:t>
            </a:r>
            <a:r>
              <a:rPr lang="zh-CN" altLang="en-US" sz="3200" b="1" dirty="0"/>
              <a:t>编码后</a:t>
            </a:r>
            <a:r>
              <a:rPr lang="zh-CN" altLang="en-US" sz="2400" dirty="0"/>
              <a:t>两不同信号的共同响应时，简单的使用与门阵列判断</a:t>
            </a:r>
            <a:r>
              <a:rPr lang="zh-CN" altLang="en-US" sz="3200" b="1" dirty="0">
                <a:solidFill>
                  <a:srgbClr val="FF0000"/>
                </a:solidFill>
              </a:rPr>
              <a:t>“是否同时存在”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F76768D-1DE6-4B44-B3BD-387517A39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946" y="507851"/>
            <a:ext cx="2475775" cy="1342793"/>
          </a:xfrm>
          <a:prstGeom prst="rect">
            <a:avLst/>
          </a:prstGeom>
        </p:spPr>
      </p:pic>
      <p:sp>
        <p:nvSpPr>
          <p:cNvPr id="814" name="矩形 813">
            <a:extLst>
              <a:ext uri="{FF2B5EF4-FFF2-40B4-BE49-F238E27FC236}">
                <a16:creationId xmlns:a16="http://schemas.microsoft.com/office/drawing/2014/main" id="{A58F66FA-3E6F-4BB5-B3A7-7BB4E640043B}"/>
              </a:ext>
            </a:extLst>
          </p:cNvPr>
          <p:cNvSpPr/>
          <p:nvPr/>
        </p:nvSpPr>
        <p:spPr>
          <a:xfrm>
            <a:off x="8877330" y="394413"/>
            <a:ext cx="2654270" cy="154445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7" name="文本框 816">
            <a:extLst>
              <a:ext uri="{FF2B5EF4-FFF2-40B4-BE49-F238E27FC236}">
                <a16:creationId xmlns:a16="http://schemas.microsoft.com/office/drawing/2014/main" id="{7B8FE6E7-75DE-4715-B27F-45DD0841861C}"/>
              </a:ext>
            </a:extLst>
          </p:cNvPr>
          <p:cNvSpPr txBox="1"/>
          <p:nvPr/>
        </p:nvSpPr>
        <p:spPr>
          <a:xfrm>
            <a:off x="9157346" y="3197663"/>
            <a:ext cx="2926227" cy="29238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dirty="0"/>
              <a:t>实际上，两个同时出现的信号经编码后</a:t>
            </a:r>
            <a:r>
              <a:rPr lang="zh-CN" altLang="en-US" sz="3200" b="1" dirty="0">
                <a:solidFill>
                  <a:srgbClr val="FF0000"/>
                </a:solidFill>
              </a:rPr>
              <a:t>延迟，频率都不相同</a:t>
            </a:r>
            <a:r>
              <a:rPr lang="zh-CN" altLang="en-US" sz="2400" dirty="0"/>
              <a:t>。将这样的脉冲信号直接简单求与，无法得到“是否同时出现”的结果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0BDD7E1F-8557-4FD6-A8A7-57E656D137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235" y="4677723"/>
            <a:ext cx="4831583" cy="144655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73103925-74C2-40FC-978F-D8EFC22D52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363" y="3228350"/>
            <a:ext cx="4831583" cy="1317093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CE3146D2-7E6B-4C8A-9148-9E30889D9B75}"/>
              </a:ext>
            </a:extLst>
          </p:cNvPr>
          <p:cNvGrpSpPr/>
          <p:nvPr/>
        </p:nvGrpSpPr>
        <p:grpSpPr>
          <a:xfrm>
            <a:off x="4126235" y="3348062"/>
            <a:ext cx="242565" cy="1579538"/>
            <a:chOff x="4126235" y="3348061"/>
            <a:chExt cx="247037" cy="894375"/>
          </a:xfrm>
        </p:grpSpPr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B73D3140-C5FD-421B-864B-3E70FFD7988F}"/>
                </a:ext>
              </a:extLst>
            </p:cNvPr>
            <p:cNvCxnSpPr>
              <a:cxnSpLocks/>
            </p:cNvCxnSpPr>
            <p:nvPr/>
          </p:nvCxnSpPr>
          <p:spPr>
            <a:xfrm>
              <a:off x="4126235" y="3348061"/>
              <a:ext cx="9476" cy="894375"/>
            </a:xfrm>
            <a:prstGeom prst="line">
              <a:avLst/>
            </a:prstGeom>
            <a:ln w="28575">
              <a:solidFill>
                <a:srgbClr val="00002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直接连接符 822">
              <a:extLst>
                <a:ext uri="{FF2B5EF4-FFF2-40B4-BE49-F238E27FC236}">
                  <a16:creationId xmlns:a16="http://schemas.microsoft.com/office/drawing/2014/main" id="{E4F839D8-5304-4D51-8F93-26AA5F48F313}"/>
                </a:ext>
              </a:extLst>
            </p:cNvPr>
            <p:cNvCxnSpPr>
              <a:cxnSpLocks/>
            </p:cNvCxnSpPr>
            <p:nvPr/>
          </p:nvCxnSpPr>
          <p:spPr>
            <a:xfrm>
              <a:off x="4363796" y="3348061"/>
              <a:ext cx="9476" cy="894375"/>
            </a:xfrm>
            <a:prstGeom prst="line">
              <a:avLst/>
            </a:prstGeom>
            <a:ln w="28575">
              <a:solidFill>
                <a:srgbClr val="00002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5" name="组合 824">
            <a:extLst>
              <a:ext uri="{FF2B5EF4-FFF2-40B4-BE49-F238E27FC236}">
                <a16:creationId xmlns:a16="http://schemas.microsoft.com/office/drawing/2014/main" id="{0648E011-5CB5-4C5A-8832-290EABC99983}"/>
              </a:ext>
            </a:extLst>
          </p:cNvPr>
          <p:cNvGrpSpPr/>
          <p:nvPr/>
        </p:nvGrpSpPr>
        <p:grpSpPr>
          <a:xfrm>
            <a:off x="4135539" y="4842392"/>
            <a:ext cx="186741" cy="1276105"/>
            <a:chOff x="4126235" y="3348061"/>
            <a:chExt cx="247037" cy="894375"/>
          </a:xfrm>
        </p:grpSpPr>
        <p:cxnSp>
          <p:nvCxnSpPr>
            <p:cNvPr id="826" name="直接连接符 825">
              <a:extLst>
                <a:ext uri="{FF2B5EF4-FFF2-40B4-BE49-F238E27FC236}">
                  <a16:creationId xmlns:a16="http://schemas.microsoft.com/office/drawing/2014/main" id="{38346CEE-5B96-4AA8-BB1A-5E05CC87D386}"/>
                </a:ext>
              </a:extLst>
            </p:cNvPr>
            <p:cNvCxnSpPr>
              <a:cxnSpLocks/>
            </p:cNvCxnSpPr>
            <p:nvPr/>
          </p:nvCxnSpPr>
          <p:spPr>
            <a:xfrm>
              <a:off x="4126235" y="3348061"/>
              <a:ext cx="9476" cy="894375"/>
            </a:xfrm>
            <a:prstGeom prst="line">
              <a:avLst/>
            </a:prstGeom>
            <a:ln w="28575">
              <a:solidFill>
                <a:srgbClr val="00002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直接连接符 826">
              <a:extLst>
                <a:ext uri="{FF2B5EF4-FFF2-40B4-BE49-F238E27FC236}">
                  <a16:creationId xmlns:a16="http://schemas.microsoft.com/office/drawing/2014/main" id="{9C8EEE07-0AFD-4580-BC24-E6FE5C181F1B}"/>
                </a:ext>
              </a:extLst>
            </p:cNvPr>
            <p:cNvCxnSpPr>
              <a:cxnSpLocks/>
            </p:cNvCxnSpPr>
            <p:nvPr/>
          </p:nvCxnSpPr>
          <p:spPr>
            <a:xfrm>
              <a:off x="4363796" y="3348061"/>
              <a:ext cx="9476" cy="894375"/>
            </a:xfrm>
            <a:prstGeom prst="line">
              <a:avLst/>
            </a:prstGeom>
            <a:ln w="28575">
              <a:solidFill>
                <a:srgbClr val="00002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2967F3C-2F07-483C-9652-399E3F211C60}"/>
              </a:ext>
            </a:extLst>
          </p:cNvPr>
          <p:cNvCxnSpPr/>
          <p:nvPr/>
        </p:nvCxnSpPr>
        <p:spPr>
          <a:xfrm>
            <a:off x="4141932" y="4368247"/>
            <a:ext cx="217564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AEA6C299-49E6-4B46-9B16-EDB1A30FEA9D}"/>
              </a:ext>
            </a:extLst>
          </p:cNvPr>
          <p:cNvSpPr txBox="1"/>
          <p:nvPr/>
        </p:nvSpPr>
        <p:spPr>
          <a:xfrm>
            <a:off x="4092231" y="4122026"/>
            <a:ext cx="461665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 dirty="0">
                <a:solidFill>
                  <a:srgbClr val="FF0000"/>
                </a:solidFill>
              </a:rPr>
              <a:t>T1</a:t>
            </a:r>
            <a:endParaRPr lang="zh-CN" altLang="en-US" sz="1000" b="1" dirty="0">
              <a:solidFill>
                <a:srgbClr val="FF0000"/>
              </a:solidFill>
            </a:endParaRPr>
          </a:p>
        </p:txBody>
      </p:sp>
      <p:sp>
        <p:nvSpPr>
          <p:cNvPr id="835" name="文本框 834">
            <a:extLst>
              <a:ext uri="{FF2B5EF4-FFF2-40B4-BE49-F238E27FC236}">
                <a16:creationId xmlns:a16="http://schemas.microsoft.com/office/drawing/2014/main" id="{3604841B-DBCB-4445-936A-C8DF4138F3EC}"/>
              </a:ext>
            </a:extLst>
          </p:cNvPr>
          <p:cNvSpPr txBox="1"/>
          <p:nvPr/>
        </p:nvSpPr>
        <p:spPr>
          <a:xfrm>
            <a:off x="4069921" y="5719513"/>
            <a:ext cx="461665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000" b="1" dirty="0">
                <a:solidFill>
                  <a:srgbClr val="FF0000"/>
                </a:solidFill>
              </a:rPr>
              <a:t>T2</a:t>
            </a:r>
            <a:endParaRPr lang="zh-CN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836" name="直接箭头连接符 835">
            <a:extLst>
              <a:ext uri="{FF2B5EF4-FFF2-40B4-BE49-F238E27FC236}">
                <a16:creationId xmlns:a16="http://schemas.microsoft.com/office/drawing/2014/main" id="{53555F5D-5661-4A56-9178-C64F9AAB585B}"/>
              </a:ext>
            </a:extLst>
          </p:cNvPr>
          <p:cNvCxnSpPr>
            <a:cxnSpLocks/>
          </p:cNvCxnSpPr>
          <p:nvPr/>
        </p:nvCxnSpPr>
        <p:spPr>
          <a:xfrm>
            <a:off x="4141979" y="5976913"/>
            <a:ext cx="180301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7" name="矩形 836">
            <a:extLst>
              <a:ext uri="{FF2B5EF4-FFF2-40B4-BE49-F238E27FC236}">
                <a16:creationId xmlns:a16="http://schemas.microsoft.com/office/drawing/2014/main" id="{87B13122-399A-4A79-8C05-38A0460767AC}"/>
              </a:ext>
            </a:extLst>
          </p:cNvPr>
          <p:cNvSpPr/>
          <p:nvPr/>
        </p:nvSpPr>
        <p:spPr>
          <a:xfrm>
            <a:off x="4050728" y="3163345"/>
            <a:ext cx="4991672" cy="304272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291A58DD-66DE-4B1C-B38F-71E47B6441EE}"/>
              </a:ext>
            </a:extLst>
          </p:cNvPr>
          <p:cNvGrpSpPr/>
          <p:nvPr/>
        </p:nvGrpSpPr>
        <p:grpSpPr>
          <a:xfrm rot="10800000">
            <a:off x="-7040302" y="-2003194"/>
            <a:ext cx="10890880" cy="10864388"/>
            <a:chOff x="-7040302" y="-2003194"/>
            <a:chExt cx="10890880" cy="10864388"/>
          </a:xfrm>
        </p:grpSpPr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FD1BAA0B-0EE2-4F9A-8AB7-0A09E9FA76AB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031719AC-2045-4DC7-BB0C-D13212E29385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72" name="组合 71">
                  <a:extLst>
                    <a:ext uri="{FF2B5EF4-FFF2-40B4-BE49-F238E27FC236}">
                      <a16:creationId xmlns:a16="http://schemas.microsoft.com/office/drawing/2014/main" id="{B2A47224-9E5C-4102-8954-1EC7EE3E711E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74" name="组合 73">
                    <a:extLst>
                      <a:ext uri="{FF2B5EF4-FFF2-40B4-BE49-F238E27FC236}">
                        <a16:creationId xmlns:a16="http://schemas.microsoft.com/office/drawing/2014/main" id="{2978DB02-9883-4FDD-9A49-82B5457E0646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82" name="组合 81">
                      <a:extLst>
                        <a:ext uri="{FF2B5EF4-FFF2-40B4-BE49-F238E27FC236}">
                          <a16:creationId xmlns:a16="http://schemas.microsoft.com/office/drawing/2014/main" id="{194BCA2A-1C27-4905-8E84-9EB57DC16BBE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90" name="组合 89">
                        <a:extLst>
                          <a:ext uri="{FF2B5EF4-FFF2-40B4-BE49-F238E27FC236}">
                            <a16:creationId xmlns:a16="http://schemas.microsoft.com/office/drawing/2014/main" id="{E02F4211-1298-49FA-9825-1AFAB6001F1F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98" name="组合 97">
                          <a:extLst>
                            <a:ext uri="{FF2B5EF4-FFF2-40B4-BE49-F238E27FC236}">
                              <a16:creationId xmlns:a16="http://schemas.microsoft.com/office/drawing/2014/main" id="{C660ECC0-DDBB-4586-9A05-7F7E7D5CF45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100" name="组合 99">
                            <a:extLst>
                              <a:ext uri="{FF2B5EF4-FFF2-40B4-BE49-F238E27FC236}">
                                <a16:creationId xmlns:a16="http://schemas.microsoft.com/office/drawing/2014/main" id="{925AD9D6-90F0-4233-B841-9BDC2C050A0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111" name="任意多边形: 形状 110">
                              <a:extLst>
                                <a:ext uri="{FF2B5EF4-FFF2-40B4-BE49-F238E27FC236}">
                                  <a16:creationId xmlns:a16="http://schemas.microsoft.com/office/drawing/2014/main" id="{57A8091F-A4F2-4BBC-BA6D-346BBB099D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12" name="任意多边形: 形状 111">
                              <a:extLst>
                                <a:ext uri="{FF2B5EF4-FFF2-40B4-BE49-F238E27FC236}">
                                  <a16:creationId xmlns:a16="http://schemas.microsoft.com/office/drawing/2014/main" id="{4E1B2A79-A199-4B1A-A43A-7D4C83940AE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13" name="任意多边形: 形状 112">
                              <a:extLst>
                                <a:ext uri="{FF2B5EF4-FFF2-40B4-BE49-F238E27FC236}">
                                  <a16:creationId xmlns:a16="http://schemas.microsoft.com/office/drawing/2014/main" id="{57C0D7B2-5C84-4685-A0FA-1D35D8F540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14" name="任意多边形: 形状 113">
                              <a:extLst>
                                <a:ext uri="{FF2B5EF4-FFF2-40B4-BE49-F238E27FC236}">
                                  <a16:creationId xmlns:a16="http://schemas.microsoft.com/office/drawing/2014/main" id="{85F75705-9B0A-4015-8153-049F8B0E74F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101" name="Text 3">
                            <a:extLst>
                              <a:ext uri="{FF2B5EF4-FFF2-40B4-BE49-F238E27FC236}">
                                <a16:creationId xmlns:a16="http://schemas.microsoft.com/office/drawing/2014/main" id="{2C6C9791-EE17-4ED7-A8A5-14FB272E6A1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102" name="Text 3">
                            <a:extLst>
                              <a:ext uri="{FF2B5EF4-FFF2-40B4-BE49-F238E27FC236}">
                                <a16:creationId xmlns:a16="http://schemas.microsoft.com/office/drawing/2014/main" id="{F7A1D670-AA73-4CA7-924F-1F0E5878F68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原文中部分电路小范围测试时可以正常工作，整合电路中模拟无法收敛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103" name="组合 102">
                            <a:extLst>
                              <a:ext uri="{FF2B5EF4-FFF2-40B4-BE49-F238E27FC236}">
                                <a16:creationId xmlns:a16="http://schemas.microsoft.com/office/drawing/2014/main" id="{33FD90F2-0F11-4772-BAB8-33CE1E24EB1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104" name="Text 3">
                              <a:extLst>
                                <a:ext uri="{FF2B5EF4-FFF2-40B4-BE49-F238E27FC236}">
                                  <a16:creationId xmlns:a16="http://schemas.microsoft.com/office/drawing/2014/main" id="{836D433A-3F59-42E6-A223-7D38B1A7922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适应原理特性实现器件功能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105" name="组合 104">
                              <a:extLst>
                                <a:ext uri="{FF2B5EF4-FFF2-40B4-BE49-F238E27FC236}">
                                  <a16:creationId xmlns:a16="http://schemas.microsoft.com/office/drawing/2014/main" id="{7440A74F-7EFF-4D41-BEB1-BD212508564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09" name="直接连接符 108">
                                <a:extLst>
                                  <a:ext uri="{FF2B5EF4-FFF2-40B4-BE49-F238E27FC236}">
                                    <a16:creationId xmlns:a16="http://schemas.microsoft.com/office/drawing/2014/main" id="{C0A623CE-19DF-4877-A97D-BA6376BC14C5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10" name="直角三角形 109">
                                <a:extLst>
                                  <a:ext uri="{FF2B5EF4-FFF2-40B4-BE49-F238E27FC236}">
                                    <a16:creationId xmlns:a16="http://schemas.microsoft.com/office/drawing/2014/main" id="{302093C0-9FE2-4902-AE4D-462042DC5E2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106" name="组合 105">
                              <a:extLst>
                                <a:ext uri="{FF2B5EF4-FFF2-40B4-BE49-F238E27FC236}">
                                  <a16:creationId xmlns:a16="http://schemas.microsoft.com/office/drawing/2014/main" id="{692F5268-7B9D-4FA7-8005-665F034B442C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07" name="直接连接符 106">
                                <a:extLst>
                                  <a:ext uri="{FF2B5EF4-FFF2-40B4-BE49-F238E27FC236}">
                                    <a16:creationId xmlns:a16="http://schemas.microsoft.com/office/drawing/2014/main" id="{FC9AF279-EF28-4968-BF7E-0645461714DF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08" name="直角三角形 107">
                                <a:extLst>
                                  <a:ext uri="{FF2B5EF4-FFF2-40B4-BE49-F238E27FC236}">
                                    <a16:creationId xmlns:a16="http://schemas.microsoft.com/office/drawing/2014/main" id="{E64FCEE8-E975-468C-B45F-5A317B21C56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99" name="图片 98">
                          <a:extLst>
                            <a:ext uri="{FF2B5EF4-FFF2-40B4-BE49-F238E27FC236}">
                              <a16:creationId xmlns:a16="http://schemas.microsoft.com/office/drawing/2014/main" id="{095D2538-FD03-4752-951A-98F26891C27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91" name="Text 3">
                        <a:extLst>
                          <a:ext uri="{FF2B5EF4-FFF2-40B4-BE49-F238E27FC236}">
                            <a16:creationId xmlns:a16="http://schemas.microsoft.com/office/drawing/2014/main" id="{A755BBF8-1AEE-417A-992F-A1E59E737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92" name="Text 3">
                        <a:extLst>
                          <a:ext uri="{FF2B5EF4-FFF2-40B4-BE49-F238E27FC236}">
                            <a16:creationId xmlns:a16="http://schemas.microsoft.com/office/drawing/2014/main" id="{6686BA3A-DC47-49DD-964F-875F49E918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93" name="Text 3">
                        <a:extLst>
                          <a:ext uri="{FF2B5EF4-FFF2-40B4-BE49-F238E27FC236}">
                            <a16:creationId xmlns:a16="http://schemas.microsoft.com/office/drawing/2014/main" id="{73C2251D-C3D4-4FC1-BEFB-8E676E825E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94" name="直接连接符 93">
                        <a:extLst>
                          <a:ext uri="{FF2B5EF4-FFF2-40B4-BE49-F238E27FC236}">
                            <a16:creationId xmlns:a16="http://schemas.microsoft.com/office/drawing/2014/main" id="{9D71E974-E0F0-4C3B-AFC1-496DB7760CB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95" name="直角三角形 94">
                        <a:extLst>
                          <a:ext uri="{FF2B5EF4-FFF2-40B4-BE49-F238E27FC236}">
                            <a16:creationId xmlns:a16="http://schemas.microsoft.com/office/drawing/2014/main" id="{1C3A535B-7E73-4B88-853A-3B31569EB6F2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96" name="直接连接符 95">
                        <a:extLst>
                          <a:ext uri="{FF2B5EF4-FFF2-40B4-BE49-F238E27FC236}">
                            <a16:creationId xmlns:a16="http://schemas.microsoft.com/office/drawing/2014/main" id="{2AE8C6FF-B18F-46D6-8141-1CD6E21C957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97" name="直角三角形 96">
                        <a:extLst>
                          <a:ext uri="{FF2B5EF4-FFF2-40B4-BE49-F238E27FC236}">
                            <a16:creationId xmlns:a16="http://schemas.microsoft.com/office/drawing/2014/main" id="{7F199940-58F2-4DAD-88FB-7DD49E80A52F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83" name="Text 3">
                      <a:extLst>
                        <a:ext uri="{FF2B5EF4-FFF2-40B4-BE49-F238E27FC236}">
                          <a16:creationId xmlns:a16="http://schemas.microsoft.com/office/drawing/2014/main" id="{0CDD4713-FE7B-4496-87A6-C3C163BD30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84" name="Text 3">
                      <a:extLst>
                        <a:ext uri="{FF2B5EF4-FFF2-40B4-BE49-F238E27FC236}">
                          <a16:creationId xmlns:a16="http://schemas.microsoft.com/office/drawing/2014/main" id="{58E9438B-5D65-4F8A-8C94-AAEE4D43B1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85" name="Text 3">
                      <a:extLst>
                        <a:ext uri="{FF2B5EF4-FFF2-40B4-BE49-F238E27FC236}">
                          <a16:creationId xmlns:a16="http://schemas.microsoft.com/office/drawing/2014/main" id="{589A85A8-5160-45CB-B1DC-7BE97CF163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86" name="直接连接符 85">
                      <a:extLst>
                        <a:ext uri="{FF2B5EF4-FFF2-40B4-BE49-F238E27FC236}">
                          <a16:creationId xmlns:a16="http://schemas.microsoft.com/office/drawing/2014/main" id="{1FE8804F-4DB5-44A2-B0CD-EBA69F409E4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7" name="直角三角形 86">
                      <a:extLst>
                        <a:ext uri="{FF2B5EF4-FFF2-40B4-BE49-F238E27FC236}">
                          <a16:creationId xmlns:a16="http://schemas.microsoft.com/office/drawing/2014/main" id="{53B79175-60BF-47DB-94C1-083C7C06659E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88" name="直接连接符 87">
                      <a:extLst>
                        <a:ext uri="{FF2B5EF4-FFF2-40B4-BE49-F238E27FC236}">
                          <a16:creationId xmlns:a16="http://schemas.microsoft.com/office/drawing/2014/main" id="{B1BD2F91-A883-41E3-9766-3192F96CA83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9" name="直角三角形 88">
                      <a:extLst>
                        <a:ext uri="{FF2B5EF4-FFF2-40B4-BE49-F238E27FC236}">
                          <a16:creationId xmlns:a16="http://schemas.microsoft.com/office/drawing/2014/main" id="{0A06BD21-3483-4E0D-8D7E-D19216A48CC9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75" name="Text 3">
                    <a:extLst>
                      <a:ext uri="{FF2B5EF4-FFF2-40B4-BE49-F238E27FC236}">
                        <a16:creationId xmlns:a16="http://schemas.microsoft.com/office/drawing/2014/main" id="{385FE672-5674-4390-869E-E4D9188A14B3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76" name="Text 3">
                    <a:extLst>
                      <a:ext uri="{FF2B5EF4-FFF2-40B4-BE49-F238E27FC236}">
                        <a16:creationId xmlns:a16="http://schemas.microsoft.com/office/drawing/2014/main" id="{D8CA36B4-2E72-4F1F-BC44-BF376B87F4F9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77" name="Text 3">
                    <a:extLst>
                      <a:ext uri="{FF2B5EF4-FFF2-40B4-BE49-F238E27FC236}">
                        <a16:creationId xmlns:a16="http://schemas.microsoft.com/office/drawing/2014/main" id="{37995491-0DA0-46E8-958C-18600B7C8451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78" name="直接连接符 77">
                    <a:extLst>
                      <a:ext uri="{FF2B5EF4-FFF2-40B4-BE49-F238E27FC236}">
                        <a16:creationId xmlns:a16="http://schemas.microsoft.com/office/drawing/2014/main" id="{A3CE0D87-882C-4ED1-BF42-D3B4407FCD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" name="直角三角形 78">
                    <a:extLst>
                      <a:ext uri="{FF2B5EF4-FFF2-40B4-BE49-F238E27FC236}">
                        <a16:creationId xmlns:a16="http://schemas.microsoft.com/office/drawing/2014/main" id="{D78608A3-F06B-4330-9ACD-E5FE099C7AA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0" name="直接连接符 79">
                    <a:extLst>
                      <a:ext uri="{FF2B5EF4-FFF2-40B4-BE49-F238E27FC236}">
                        <a16:creationId xmlns:a16="http://schemas.microsoft.com/office/drawing/2014/main" id="{BCAD658D-D0A8-4311-A7CD-64E34716F8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1" name="直角三角形 80">
                    <a:extLst>
                      <a:ext uri="{FF2B5EF4-FFF2-40B4-BE49-F238E27FC236}">
                        <a16:creationId xmlns:a16="http://schemas.microsoft.com/office/drawing/2014/main" id="{C47EACB6-C52F-45CF-A92E-17DB68F0912B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73" name="图片 72">
                  <a:extLst>
                    <a:ext uri="{FF2B5EF4-FFF2-40B4-BE49-F238E27FC236}">
                      <a16:creationId xmlns:a16="http://schemas.microsoft.com/office/drawing/2014/main" id="{047C2D7A-FA81-4F56-90D5-9F64313CF4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71" name="图片 70">
                <a:extLst>
                  <a:ext uri="{FF2B5EF4-FFF2-40B4-BE49-F238E27FC236}">
                    <a16:creationId xmlns:a16="http://schemas.microsoft.com/office/drawing/2014/main" id="{63C64355-1337-42B9-9E33-71F8E06573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1E8AD5F1-F3AB-4305-83D3-D0186148F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9231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矩形 96">
            <a:extLst>
              <a:ext uri="{FF2B5EF4-FFF2-40B4-BE49-F238E27FC236}">
                <a16:creationId xmlns:a16="http://schemas.microsoft.com/office/drawing/2014/main" id="{768F4777-1347-44B2-9EFD-A9DB5DB37FBF}"/>
              </a:ext>
            </a:extLst>
          </p:cNvPr>
          <p:cNvSpPr/>
          <p:nvPr/>
        </p:nvSpPr>
        <p:spPr>
          <a:xfrm>
            <a:off x="9106087" y="2007153"/>
            <a:ext cx="2358126" cy="167923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5E0E6178-A34F-4592-9EE5-CF76C0F8A3BF}"/>
              </a:ext>
            </a:extLst>
          </p:cNvPr>
          <p:cNvSpPr/>
          <p:nvPr/>
        </p:nvSpPr>
        <p:spPr>
          <a:xfrm>
            <a:off x="7077955" y="1793748"/>
            <a:ext cx="1959288" cy="339980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2" name="文本框 811">
            <a:extLst>
              <a:ext uri="{FF2B5EF4-FFF2-40B4-BE49-F238E27FC236}">
                <a16:creationId xmlns:a16="http://schemas.microsoft.com/office/drawing/2014/main" id="{458A518A-F136-4B07-B988-29F3CAE214AD}"/>
              </a:ext>
            </a:extLst>
          </p:cNvPr>
          <p:cNvSpPr txBox="1"/>
          <p:nvPr/>
        </p:nvSpPr>
        <p:spPr>
          <a:xfrm>
            <a:off x="3759551" y="231412"/>
            <a:ext cx="448473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dirty="0"/>
              <a:t>此设计出自本文</a:t>
            </a:r>
            <a:r>
              <a:rPr lang="zh-CN" altLang="en-US" sz="2400" b="1" dirty="0"/>
              <a:t>引用文献</a:t>
            </a:r>
            <a:r>
              <a:rPr lang="en-US" altLang="zh-CN" sz="2400" b="1" dirty="0"/>
              <a:t>[30]</a:t>
            </a:r>
            <a:r>
              <a:rPr lang="en-US" altLang="zh-CN" sz="2400" dirty="0"/>
              <a:t>:</a:t>
            </a:r>
            <a:endParaRPr lang="zh-CN" altLang="en-US" sz="2400" dirty="0"/>
          </a:p>
        </p:txBody>
      </p:sp>
      <p:sp>
        <p:nvSpPr>
          <p:cNvPr id="814" name="矩形 813">
            <a:extLst>
              <a:ext uri="{FF2B5EF4-FFF2-40B4-BE49-F238E27FC236}">
                <a16:creationId xmlns:a16="http://schemas.microsoft.com/office/drawing/2014/main" id="{A58F66FA-3E6F-4BB5-B3A7-7BB4E640043B}"/>
              </a:ext>
            </a:extLst>
          </p:cNvPr>
          <p:cNvSpPr/>
          <p:nvPr/>
        </p:nvSpPr>
        <p:spPr>
          <a:xfrm>
            <a:off x="8936612" y="64915"/>
            <a:ext cx="1908598" cy="185603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DB200DAC-F8FF-4CE3-B966-10DB891A3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604" y="775688"/>
            <a:ext cx="5077534" cy="717341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78B2DC03-28DE-483B-970B-31F8EACF45ED}"/>
              </a:ext>
            </a:extLst>
          </p:cNvPr>
          <p:cNvSpPr/>
          <p:nvPr/>
        </p:nvSpPr>
        <p:spPr>
          <a:xfrm>
            <a:off x="5890661" y="1236058"/>
            <a:ext cx="434217" cy="306873"/>
          </a:xfrm>
          <a:prstGeom prst="rect">
            <a:avLst/>
          </a:prstGeom>
          <a:noFill/>
          <a:ln w="349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34BE9EB3-510E-4E71-9ED8-2B87FE156327}"/>
              </a:ext>
            </a:extLst>
          </p:cNvPr>
          <p:cNvCxnSpPr>
            <a:cxnSpLocks/>
          </p:cNvCxnSpPr>
          <p:nvPr/>
        </p:nvCxnSpPr>
        <p:spPr>
          <a:xfrm flipV="1">
            <a:off x="6324878" y="1357654"/>
            <a:ext cx="2718597" cy="15920"/>
          </a:xfrm>
          <a:prstGeom prst="straightConnector1">
            <a:avLst/>
          </a:prstGeom>
          <a:ln w="38100">
            <a:solidFill>
              <a:srgbClr val="FF0000"/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图片 43">
            <a:extLst>
              <a:ext uri="{FF2B5EF4-FFF2-40B4-BE49-F238E27FC236}">
                <a16:creationId xmlns:a16="http://schemas.microsoft.com/office/drawing/2014/main" id="{DB2333A3-A369-46D4-960C-C00E240C3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242" y="136379"/>
            <a:ext cx="1707122" cy="1657370"/>
          </a:xfrm>
          <a:prstGeom prst="rect">
            <a:avLst/>
          </a:prstGeom>
        </p:spPr>
      </p:pic>
      <p:sp>
        <p:nvSpPr>
          <p:cNvPr id="75" name="文本框 74">
            <a:extLst>
              <a:ext uri="{FF2B5EF4-FFF2-40B4-BE49-F238E27FC236}">
                <a16:creationId xmlns:a16="http://schemas.microsoft.com/office/drawing/2014/main" id="{310F051B-DD05-469A-888E-663959B3F5D4}"/>
              </a:ext>
            </a:extLst>
          </p:cNvPr>
          <p:cNvSpPr txBox="1"/>
          <p:nvPr/>
        </p:nvSpPr>
        <p:spPr>
          <a:xfrm>
            <a:off x="3637785" y="1629285"/>
            <a:ext cx="491643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dirty="0"/>
              <a:t>（此处是与非门，但设计逻辑相同）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C2B2536-BF35-44F8-8837-D873CA6FCC05}"/>
              </a:ext>
            </a:extLst>
          </p:cNvPr>
          <p:cNvSpPr txBox="1"/>
          <p:nvPr/>
        </p:nvSpPr>
        <p:spPr>
          <a:xfrm>
            <a:off x="4091643" y="2674049"/>
            <a:ext cx="3160874" cy="21852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dirty="0"/>
              <a:t>然而，该文章中信号强度相同，</a:t>
            </a:r>
            <a:r>
              <a:rPr lang="zh-CN" altLang="en-US" sz="3200" b="1" dirty="0">
                <a:solidFill>
                  <a:srgbClr val="FF0000"/>
                </a:solidFill>
              </a:rPr>
              <a:t>经编码后脉冲能够对齐</a:t>
            </a:r>
            <a:r>
              <a:rPr lang="zh-CN" altLang="en-US" sz="2400" dirty="0"/>
              <a:t>。因此可以直接使用与门获取并信号。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CE467FA-7277-4A1B-8EB9-2F59CC3C85B9}"/>
              </a:ext>
            </a:extLst>
          </p:cNvPr>
          <p:cNvSpPr txBox="1"/>
          <p:nvPr/>
        </p:nvSpPr>
        <p:spPr>
          <a:xfrm>
            <a:off x="11227392" y="165364"/>
            <a:ext cx="677108" cy="614665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and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Memristive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 Design for Multisensory Mutual Associative Memory Networks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220A47BD-8486-4724-9519-F535860FDB5E}"/>
              </a:ext>
            </a:extLst>
          </p:cNvPr>
          <p:cNvCxnSpPr>
            <a:cxnSpLocks/>
          </p:cNvCxnSpPr>
          <p:nvPr/>
        </p:nvCxnSpPr>
        <p:spPr>
          <a:xfrm flipH="1">
            <a:off x="11195163" y="100871"/>
            <a:ext cx="687121" cy="0"/>
          </a:xfrm>
          <a:prstGeom prst="line">
            <a:avLst/>
          </a:prstGeom>
          <a:ln w="28575">
            <a:solidFill>
              <a:srgbClr val="0000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>
            <a:extLst>
              <a:ext uri="{FF2B5EF4-FFF2-40B4-BE49-F238E27FC236}">
                <a16:creationId xmlns:a16="http://schemas.microsoft.com/office/drawing/2014/main" id="{B334C079-67C7-4514-B52C-4BCDD3A754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35598"/>
          <a:stretch/>
        </p:blipFill>
        <p:spPr>
          <a:xfrm>
            <a:off x="7146799" y="1867956"/>
            <a:ext cx="1792179" cy="3254240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D5C5AAB2-5C68-4BE5-819C-0F6B226900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5799" y="5387847"/>
            <a:ext cx="7723014" cy="1392221"/>
          </a:xfrm>
          <a:prstGeom prst="rect">
            <a:avLst/>
          </a:prstGeom>
        </p:spPr>
      </p:pic>
      <p:sp>
        <p:nvSpPr>
          <p:cNvPr id="91" name="矩形 90">
            <a:extLst>
              <a:ext uri="{FF2B5EF4-FFF2-40B4-BE49-F238E27FC236}">
                <a16:creationId xmlns:a16="http://schemas.microsoft.com/office/drawing/2014/main" id="{0B8DF00C-14F2-49FC-B202-175A471EF713}"/>
              </a:ext>
            </a:extLst>
          </p:cNvPr>
          <p:cNvSpPr/>
          <p:nvPr/>
        </p:nvSpPr>
        <p:spPr>
          <a:xfrm>
            <a:off x="3788912" y="693076"/>
            <a:ext cx="5248330" cy="90324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264A9367-44A2-4710-8E9B-2DC20B1268BB}"/>
              </a:ext>
            </a:extLst>
          </p:cNvPr>
          <p:cNvSpPr/>
          <p:nvPr/>
        </p:nvSpPr>
        <p:spPr>
          <a:xfrm>
            <a:off x="3613813" y="5319619"/>
            <a:ext cx="7850054" cy="151897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2170D60-50B6-4D12-9C1E-1B7BA621CB42}"/>
              </a:ext>
            </a:extLst>
          </p:cNvPr>
          <p:cNvSpPr/>
          <p:nvPr/>
        </p:nvSpPr>
        <p:spPr>
          <a:xfrm>
            <a:off x="3759551" y="6350148"/>
            <a:ext cx="947916" cy="361628"/>
          </a:xfrm>
          <a:prstGeom prst="rect">
            <a:avLst/>
          </a:prstGeom>
          <a:solidFill>
            <a:srgbClr val="FF0000">
              <a:alpha val="30000"/>
            </a:srgbClr>
          </a:solidFill>
          <a:ln w="349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631D6BFA-696F-492B-A857-7251ECF4D1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7346" y="2039152"/>
            <a:ext cx="2343477" cy="1609950"/>
          </a:xfrm>
          <a:prstGeom prst="rect">
            <a:avLst/>
          </a:prstGeom>
        </p:spPr>
      </p:pic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04B19874-088A-43E4-9EF2-833810CA3B6B}"/>
              </a:ext>
            </a:extLst>
          </p:cNvPr>
          <p:cNvGrpSpPr/>
          <p:nvPr/>
        </p:nvGrpSpPr>
        <p:grpSpPr>
          <a:xfrm rot="10800000">
            <a:off x="-7040302" y="-2003194"/>
            <a:ext cx="10890880" cy="10864388"/>
            <a:chOff x="-7040302" y="-2003194"/>
            <a:chExt cx="10890880" cy="10864388"/>
          </a:xfrm>
        </p:grpSpPr>
        <p:grpSp>
          <p:nvGrpSpPr>
            <p:cNvPr id="125" name="组合 124">
              <a:extLst>
                <a:ext uri="{FF2B5EF4-FFF2-40B4-BE49-F238E27FC236}">
                  <a16:creationId xmlns:a16="http://schemas.microsoft.com/office/drawing/2014/main" id="{C71E05A3-264E-44D4-86AE-11250E032F75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61A4854A-9747-48F1-B439-50EB095524DE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129" name="组合 128">
                  <a:extLst>
                    <a:ext uri="{FF2B5EF4-FFF2-40B4-BE49-F238E27FC236}">
                      <a16:creationId xmlns:a16="http://schemas.microsoft.com/office/drawing/2014/main" id="{F60BB866-38DF-4560-AC20-D7759B34A34F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131" name="组合 130">
                    <a:extLst>
                      <a:ext uri="{FF2B5EF4-FFF2-40B4-BE49-F238E27FC236}">
                        <a16:creationId xmlns:a16="http://schemas.microsoft.com/office/drawing/2014/main" id="{92638465-4405-46D4-892B-DA7F2A3AA71D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139" name="组合 138">
                      <a:extLst>
                        <a:ext uri="{FF2B5EF4-FFF2-40B4-BE49-F238E27FC236}">
                          <a16:creationId xmlns:a16="http://schemas.microsoft.com/office/drawing/2014/main" id="{9088A111-142C-4B0F-A0A3-40D050C5A0F7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147" name="组合 146">
                        <a:extLst>
                          <a:ext uri="{FF2B5EF4-FFF2-40B4-BE49-F238E27FC236}">
                            <a16:creationId xmlns:a16="http://schemas.microsoft.com/office/drawing/2014/main" id="{12272354-AF9B-4BEB-8709-F12DBC07805D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155" name="组合 154">
                          <a:extLst>
                            <a:ext uri="{FF2B5EF4-FFF2-40B4-BE49-F238E27FC236}">
                              <a16:creationId xmlns:a16="http://schemas.microsoft.com/office/drawing/2014/main" id="{AFC073EE-90B9-4A02-986C-E7A96AA589C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157" name="组合 156">
                            <a:extLst>
                              <a:ext uri="{FF2B5EF4-FFF2-40B4-BE49-F238E27FC236}">
                                <a16:creationId xmlns:a16="http://schemas.microsoft.com/office/drawing/2014/main" id="{F70D011A-D46B-4FD2-8C13-E582F735200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168" name="任意多边形: 形状 167">
                              <a:extLst>
                                <a:ext uri="{FF2B5EF4-FFF2-40B4-BE49-F238E27FC236}">
                                  <a16:creationId xmlns:a16="http://schemas.microsoft.com/office/drawing/2014/main" id="{4B47CF7B-8886-44FE-BF27-8BFDA85E156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69" name="任意多边形: 形状 168">
                              <a:extLst>
                                <a:ext uri="{FF2B5EF4-FFF2-40B4-BE49-F238E27FC236}">
                                  <a16:creationId xmlns:a16="http://schemas.microsoft.com/office/drawing/2014/main" id="{21B81324-9F76-4FF3-926C-2BC2479BBF5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70" name="任意多边形: 形状 169">
                              <a:extLst>
                                <a:ext uri="{FF2B5EF4-FFF2-40B4-BE49-F238E27FC236}">
                                  <a16:creationId xmlns:a16="http://schemas.microsoft.com/office/drawing/2014/main" id="{E9B9B161-62BA-4752-B46C-915923B4D1E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71" name="任意多边形: 形状 170">
                              <a:extLst>
                                <a:ext uri="{FF2B5EF4-FFF2-40B4-BE49-F238E27FC236}">
                                  <a16:creationId xmlns:a16="http://schemas.microsoft.com/office/drawing/2014/main" id="{51772264-AB9A-4873-B616-1538FFA484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158" name="Text 3">
                            <a:extLst>
                              <a:ext uri="{FF2B5EF4-FFF2-40B4-BE49-F238E27FC236}">
                                <a16:creationId xmlns:a16="http://schemas.microsoft.com/office/drawing/2014/main" id="{40D7EA15-7B8F-4717-87F5-6795A5D0C04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159" name="Text 3">
                            <a:extLst>
                              <a:ext uri="{FF2B5EF4-FFF2-40B4-BE49-F238E27FC236}">
                                <a16:creationId xmlns:a16="http://schemas.microsoft.com/office/drawing/2014/main" id="{0AEBE6EC-2637-4DE1-A1F8-A82788CCAB9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原文中部分电路小范围测试时可以正常工作，整合电路中模拟无法收敛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160" name="组合 159">
                            <a:extLst>
                              <a:ext uri="{FF2B5EF4-FFF2-40B4-BE49-F238E27FC236}">
                                <a16:creationId xmlns:a16="http://schemas.microsoft.com/office/drawing/2014/main" id="{CAAD23A6-AB27-466D-8096-75FF0F850A2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161" name="Text 3">
                              <a:extLst>
                                <a:ext uri="{FF2B5EF4-FFF2-40B4-BE49-F238E27FC236}">
                                  <a16:creationId xmlns:a16="http://schemas.microsoft.com/office/drawing/2014/main" id="{6ACDDB10-6150-4E8A-814B-467D5ECB0DE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适应原理特性实现器件功能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162" name="组合 161">
                              <a:extLst>
                                <a:ext uri="{FF2B5EF4-FFF2-40B4-BE49-F238E27FC236}">
                                  <a16:creationId xmlns:a16="http://schemas.microsoft.com/office/drawing/2014/main" id="{50C2AA61-F934-4817-8517-2BDAD630272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66" name="直接连接符 165">
                                <a:extLst>
                                  <a:ext uri="{FF2B5EF4-FFF2-40B4-BE49-F238E27FC236}">
                                    <a16:creationId xmlns:a16="http://schemas.microsoft.com/office/drawing/2014/main" id="{3BA8D858-65C1-4FB9-81AC-C6419B615A12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67" name="直角三角形 166">
                                <a:extLst>
                                  <a:ext uri="{FF2B5EF4-FFF2-40B4-BE49-F238E27FC236}">
                                    <a16:creationId xmlns:a16="http://schemas.microsoft.com/office/drawing/2014/main" id="{A970C15F-3912-4F53-A628-21BEEB817F7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163" name="组合 162">
                              <a:extLst>
                                <a:ext uri="{FF2B5EF4-FFF2-40B4-BE49-F238E27FC236}">
                                  <a16:creationId xmlns:a16="http://schemas.microsoft.com/office/drawing/2014/main" id="{A5EA19F0-66BE-4C11-AF0E-7B1381CD336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64" name="直接连接符 163">
                                <a:extLst>
                                  <a:ext uri="{FF2B5EF4-FFF2-40B4-BE49-F238E27FC236}">
                                    <a16:creationId xmlns:a16="http://schemas.microsoft.com/office/drawing/2014/main" id="{3A58DE76-4D58-46FD-A9B9-94844EA97A48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65" name="直角三角形 164">
                                <a:extLst>
                                  <a:ext uri="{FF2B5EF4-FFF2-40B4-BE49-F238E27FC236}">
                                    <a16:creationId xmlns:a16="http://schemas.microsoft.com/office/drawing/2014/main" id="{A8DEB8AE-8F79-40B7-951F-AB6F6CC837F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156" name="图片 155">
                          <a:extLst>
                            <a:ext uri="{FF2B5EF4-FFF2-40B4-BE49-F238E27FC236}">
                              <a16:creationId xmlns:a16="http://schemas.microsoft.com/office/drawing/2014/main" id="{31862E8B-20F0-452F-B6B8-D103099DFEB1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148" name="Text 3">
                        <a:extLst>
                          <a:ext uri="{FF2B5EF4-FFF2-40B4-BE49-F238E27FC236}">
                            <a16:creationId xmlns:a16="http://schemas.microsoft.com/office/drawing/2014/main" id="{3CEAB1AD-6754-4E5A-9511-3FC160DFCA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149" name="Text 3">
                        <a:extLst>
                          <a:ext uri="{FF2B5EF4-FFF2-40B4-BE49-F238E27FC236}">
                            <a16:creationId xmlns:a16="http://schemas.microsoft.com/office/drawing/2014/main" id="{4F579925-B2BE-4D2D-ABBE-72DC1DE538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150" name="Text 3">
                        <a:extLst>
                          <a:ext uri="{FF2B5EF4-FFF2-40B4-BE49-F238E27FC236}">
                            <a16:creationId xmlns:a16="http://schemas.microsoft.com/office/drawing/2014/main" id="{02FA6E42-4969-4C57-80BB-F29E89D780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151" name="直接连接符 150">
                        <a:extLst>
                          <a:ext uri="{FF2B5EF4-FFF2-40B4-BE49-F238E27FC236}">
                            <a16:creationId xmlns:a16="http://schemas.microsoft.com/office/drawing/2014/main" id="{77B2417B-AC90-4A4C-8B4C-9C6338B130C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52" name="直角三角形 151">
                        <a:extLst>
                          <a:ext uri="{FF2B5EF4-FFF2-40B4-BE49-F238E27FC236}">
                            <a16:creationId xmlns:a16="http://schemas.microsoft.com/office/drawing/2014/main" id="{DF9D2E2E-FA4F-436E-AB12-8B8A74F4E7BE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53" name="直接连接符 152">
                        <a:extLst>
                          <a:ext uri="{FF2B5EF4-FFF2-40B4-BE49-F238E27FC236}">
                            <a16:creationId xmlns:a16="http://schemas.microsoft.com/office/drawing/2014/main" id="{9C4BCE66-C45C-43FE-80DC-8A36056ABB0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54" name="直角三角形 153">
                        <a:extLst>
                          <a:ext uri="{FF2B5EF4-FFF2-40B4-BE49-F238E27FC236}">
                            <a16:creationId xmlns:a16="http://schemas.microsoft.com/office/drawing/2014/main" id="{18F463EC-AA0C-45E6-BB43-5593C8073CF0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140" name="Text 3">
                      <a:extLst>
                        <a:ext uri="{FF2B5EF4-FFF2-40B4-BE49-F238E27FC236}">
                          <a16:creationId xmlns:a16="http://schemas.microsoft.com/office/drawing/2014/main" id="{3507FABA-F51C-48D7-9FDB-07BE9FBE25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141" name="Text 3">
                      <a:extLst>
                        <a:ext uri="{FF2B5EF4-FFF2-40B4-BE49-F238E27FC236}">
                          <a16:creationId xmlns:a16="http://schemas.microsoft.com/office/drawing/2014/main" id="{0F7CC2AD-4676-4140-91F9-CF42623E79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142" name="Text 3">
                      <a:extLst>
                        <a:ext uri="{FF2B5EF4-FFF2-40B4-BE49-F238E27FC236}">
                          <a16:creationId xmlns:a16="http://schemas.microsoft.com/office/drawing/2014/main" id="{3C08EDE1-9422-4DE6-A820-1D10E91509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143" name="直接连接符 142">
                      <a:extLst>
                        <a:ext uri="{FF2B5EF4-FFF2-40B4-BE49-F238E27FC236}">
                          <a16:creationId xmlns:a16="http://schemas.microsoft.com/office/drawing/2014/main" id="{B99D58BE-4B90-4819-AAF9-F83991C1B38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44" name="直角三角形 143">
                      <a:extLst>
                        <a:ext uri="{FF2B5EF4-FFF2-40B4-BE49-F238E27FC236}">
                          <a16:creationId xmlns:a16="http://schemas.microsoft.com/office/drawing/2014/main" id="{A5A16581-887A-4E2B-888F-DEAC96F558DC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45" name="直接连接符 144">
                      <a:extLst>
                        <a:ext uri="{FF2B5EF4-FFF2-40B4-BE49-F238E27FC236}">
                          <a16:creationId xmlns:a16="http://schemas.microsoft.com/office/drawing/2014/main" id="{1FFD2067-301B-4D68-A859-64BE3BA890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46" name="直角三角形 145">
                      <a:extLst>
                        <a:ext uri="{FF2B5EF4-FFF2-40B4-BE49-F238E27FC236}">
                          <a16:creationId xmlns:a16="http://schemas.microsoft.com/office/drawing/2014/main" id="{04FD14B5-3D36-4C14-9408-9AEC46467F3F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132" name="Text 3">
                    <a:extLst>
                      <a:ext uri="{FF2B5EF4-FFF2-40B4-BE49-F238E27FC236}">
                        <a16:creationId xmlns:a16="http://schemas.microsoft.com/office/drawing/2014/main" id="{37A2BBEF-CBC1-4D5C-BC5D-362DC590ECCA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133" name="Text 3">
                    <a:extLst>
                      <a:ext uri="{FF2B5EF4-FFF2-40B4-BE49-F238E27FC236}">
                        <a16:creationId xmlns:a16="http://schemas.microsoft.com/office/drawing/2014/main" id="{0A6EFC73-1C0C-4628-B585-3F1498C441AC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134" name="Text 3">
                    <a:extLst>
                      <a:ext uri="{FF2B5EF4-FFF2-40B4-BE49-F238E27FC236}">
                        <a16:creationId xmlns:a16="http://schemas.microsoft.com/office/drawing/2014/main" id="{97355C12-293D-460B-8895-990594D8854B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135" name="直接连接符 134">
                    <a:extLst>
                      <a:ext uri="{FF2B5EF4-FFF2-40B4-BE49-F238E27FC236}">
                        <a16:creationId xmlns:a16="http://schemas.microsoft.com/office/drawing/2014/main" id="{9135F524-D8FF-4C86-9771-314DB78366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6" name="直角三角形 135">
                    <a:extLst>
                      <a:ext uri="{FF2B5EF4-FFF2-40B4-BE49-F238E27FC236}">
                        <a16:creationId xmlns:a16="http://schemas.microsoft.com/office/drawing/2014/main" id="{749ABD3B-3DCE-4EA1-9297-8CE588E4F758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7" name="直接连接符 136">
                    <a:extLst>
                      <a:ext uri="{FF2B5EF4-FFF2-40B4-BE49-F238E27FC236}">
                        <a16:creationId xmlns:a16="http://schemas.microsoft.com/office/drawing/2014/main" id="{F1EFBCC5-912D-4C82-9F2F-268B070648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8" name="直角三角形 137">
                    <a:extLst>
                      <a:ext uri="{FF2B5EF4-FFF2-40B4-BE49-F238E27FC236}">
                        <a16:creationId xmlns:a16="http://schemas.microsoft.com/office/drawing/2014/main" id="{55955E18-3D40-447D-831E-9D0C4B9C2901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130" name="图片 129">
                  <a:extLst>
                    <a:ext uri="{FF2B5EF4-FFF2-40B4-BE49-F238E27FC236}">
                      <a16:creationId xmlns:a16="http://schemas.microsoft.com/office/drawing/2014/main" id="{409E8CA3-79EF-494F-BDDF-41D4097C92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128" name="图片 127">
                <a:extLst>
                  <a:ext uri="{FF2B5EF4-FFF2-40B4-BE49-F238E27FC236}">
                    <a16:creationId xmlns:a16="http://schemas.microsoft.com/office/drawing/2014/main" id="{417C2F5E-86BC-4D98-85A8-EDEE925927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126" name="图片 125">
              <a:extLst>
                <a:ext uri="{FF2B5EF4-FFF2-40B4-BE49-F238E27FC236}">
                  <a16:creationId xmlns:a16="http://schemas.microsoft.com/office/drawing/2014/main" id="{CEEE2FBF-461B-4568-A424-2CB812B73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52127A9-1EEC-4391-8D17-262FEE90DE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50053" y="3847324"/>
            <a:ext cx="2238760" cy="134502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B4E48A40-02C5-40E2-9922-42AACA39273C}"/>
              </a:ext>
            </a:extLst>
          </p:cNvPr>
          <p:cNvSpPr/>
          <p:nvPr/>
        </p:nvSpPr>
        <p:spPr>
          <a:xfrm>
            <a:off x="9106087" y="3813998"/>
            <a:ext cx="2358126" cy="142795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489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90">
            <a:extLst>
              <a:ext uri="{FF2B5EF4-FFF2-40B4-BE49-F238E27FC236}">
                <a16:creationId xmlns:a16="http://schemas.microsoft.com/office/drawing/2014/main" id="{0B8DF00C-14F2-49FC-B202-175A471EF713}"/>
              </a:ext>
            </a:extLst>
          </p:cNvPr>
          <p:cNvSpPr/>
          <p:nvPr/>
        </p:nvSpPr>
        <p:spPr>
          <a:xfrm>
            <a:off x="4132281" y="693076"/>
            <a:ext cx="7196119" cy="616492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67E7F28B-A234-4B68-81B6-EA16BA672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056" y="762411"/>
            <a:ext cx="7091456" cy="6034310"/>
          </a:xfrm>
          <a:prstGeom prst="rect">
            <a:avLst/>
          </a:prstGeom>
        </p:spPr>
      </p:pic>
      <p:grpSp>
        <p:nvGrpSpPr>
          <p:cNvPr id="48" name="组合 47">
            <a:extLst>
              <a:ext uri="{FF2B5EF4-FFF2-40B4-BE49-F238E27FC236}">
                <a16:creationId xmlns:a16="http://schemas.microsoft.com/office/drawing/2014/main" id="{19C0463A-1427-4466-87DD-EDDF17C5FABD}"/>
              </a:ext>
            </a:extLst>
          </p:cNvPr>
          <p:cNvGrpSpPr/>
          <p:nvPr/>
        </p:nvGrpSpPr>
        <p:grpSpPr>
          <a:xfrm>
            <a:off x="3369733" y="61279"/>
            <a:ext cx="8130051" cy="461665"/>
            <a:chOff x="3369733" y="61279"/>
            <a:chExt cx="8130051" cy="461665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2CAC993-151E-4B4F-9FE2-2F6097D8E30A}"/>
                </a:ext>
              </a:extLst>
            </p:cNvPr>
            <p:cNvSpPr/>
            <p:nvPr/>
          </p:nvSpPr>
          <p:spPr>
            <a:xfrm>
              <a:off x="3446096" y="274410"/>
              <a:ext cx="7854666" cy="2308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2" name="文本框 811">
              <a:extLst>
                <a:ext uri="{FF2B5EF4-FFF2-40B4-BE49-F238E27FC236}">
                  <a16:creationId xmlns:a16="http://schemas.microsoft.com/office/drawing/2014/main" id="{458A518A-F136-4B07-B988-29F3CAE214AD}"/>
                </a:ext>
              </a:extLst>
            </p:cNvPr>
            <p:cNvSpPr txBox="1"/>
            <p:nvPr/>
          </p:nvSpPr>
          <p:spPr>
            <a:xfrm>
              <a:off x="3719267" y="61279"/>
              <a:ext cx="7780517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zh-CN" altLang="en-US" sz="2400" dirty="0"/>
                <a:t>为实现检索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“两信号是否同时出现”</a:t>
              </a:r>
              <a:r>
                <a:rPr lang="zh-CN" altLang="en-US" sz="2400" dirty="0"/>
                <a:t>的逻辑，设计以下电路</a:t>
              </a: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A9C8468-AB04-40DB-964B-9A060D262C84}"/>
                </a:ext>
              </a:extLst>
            </p:cNvPr>
            <p:cNvCxnSpPr>
              <a:cxnSpLocks/>
            </p:cNvCxnSpPr>
            <p:nvPr/>
          </p:nvCxnSpPr>
          <p:spPr>
            <a:xfrm>
              <a:off x="4089400" y="507851"/>
              <a:ext cx="7410384" cy="0"/>
            </a:xfrm>
            <a:prstGeom prst="line">
              <a:avLst/>
            </a:prstGeom>
            <a:ln w="50800">
              <a:solidFill>
                <a:srgbClr val="00002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28E27DD5-0E99-4939-A110-26844AAF89AA}"/>
                </a:ext>
              </a:extLst>
            </p:cNvPr>
            <p:cNvCxnSpPr>
              <a:cxnSpLocks/>
            </p:cNvCxnSpPr>
            <p:nvPr/>
          </p:nvCxnSpPr>
          <p:spPr>
            <a:xfrm>
              <a:off x="3369733" y="507851"/>
              <a:ext cx="594215" cy="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508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直角三角形 70">
              <a:extLst>
                <a:ext uri="{FF2B5EF4-FFF2-40B4-BE49-F238E27FC236}">
                  <a16:creationId xmlns:a16="http://schemas.microsoft.com/office/drawing/2014/main" id="{FD9259C1-0E72-4128-81CD-F3ADEFF3DF01}"/>
                </a:ext>
              </a:extLst>
            </p:cNvPr>
            <p:cNvSpPr/>
            <p:nvPr/>
          </p:nvSpPr>
          <p:spPr>
            <a:xfrm rot="13500000">
              <a:off x="3436500" y="176566"/>
              <a:ext cx="216000" cy="216000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F14E3405-8929-4B02-8FCA-235DB8675166}"/>
              </a:ext>
            </a:extLst>
          </p:cNvPr>
          <p:cNvSpPr txBox="1"/>
          <p:nvPr/>
        </p:nvSpPr>
        <p:spPr>
          <a:xfrm rot="5400000">
            <a:off x="9960751" y="3781881"/>
            <a:ext cx="3211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Bi-sensory integration unit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E64C46FF-FB23-45D7-8EC8-B7412238940F}"/>
              </a:ext>
            </a:extLst>
          </p:cNvPr>
          <p:cNvCxnSpPr>
            <a:cxnSpLocks/>
          </p:cNvCxnSpPr>
          <p:nvPr/>
        </p:nvCxnSpPr>
        <p:spPr>
          <a:xfrm flipH="1">
            <a:off x="11375175" y="2207278"/>
            <a:ext cx="292050" cy="1"/>
          </a:xfrm>
          <a:prstGeom prst="line">
            <a:avLst/>
          </a:prstGeom>
          <a:ln w="28575">
            <a:solidFill>
              <a:srgbClr val="0000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78D7824C-6D81-457F-8CEC-5F4D7FD032A4}"/>
              </a:ext>
            </a:extLst>
          </p:cNvPr>
          <p:cNvSpPr txBox="1"/>
          <p:nvPr/>
        </p:nvSpPr>
        <p:spPr>
          <a:xfrm rot="5400000">
            <a:off x="11326633" y="5155018"/>
            <a:ext cx="479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\\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直角三角形 84">
            <a:extLst>
              <a:ext uri="{FF2B5EF4-FFF2-40B4-BE49-F238E27FC236}">
                <a16:creationId xmlns:a16="http://schemas.microsoft.com/office/drawing/2014/main" id="{0802AB09-6E28-43FE-B3BD-0537811FAD10}"/>
              </a:ext>
            </a:extLst>
          </p:cNvPr>
          <p:cNvSpPr/>
          <p:nvPr/>
        </p:nvSpPr>
        <p:spPr>
          <a:xfrm rot="18900000">
            <a:off x="11433799" y="2185121"/>
            <a:ext cx="180000" cy="180000"/>
          </a:xfrm>
          <a:prstGeom prst="rtTriangle">
            <a:avLst/>
          </a:prstGeom>
          <a:solidFill>
            <a:schemeClr val="tx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66055CF9-A173-4FCA-B3B7-0D0D111AC02D}"/>
              </a:ext>
            </a:extLst>
          </p:cNvPr>
          <p:cNvSpPr txBox="1"/>
          <p:nvPr/>
        </p:nvSpPr>
        <p:spPr>
          <a:xfrm>
            <a:off x="8765963" y="6297194"/>
            <a:ext cx="21804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 err="1">
                <a:solidFill>
                  <a:schemeClr val="tx1">
                    <a:alpha val="24000"/>
                  </a:schemeClr>
                </a:solidFill>
                <a:latin typeface="Bodoni MT Black" panose="02070A03080606020203" pitchFamily="18" charset="0"/>
                <a:cs typeface="Times New Roman" panose="02020603050405020304" pitchFamily="18" charset="0"/>
              </a:rPr>
              <a:t>Haike</a:t>
            </a:r>
            <a:endParaRPr lang="en-US" altLang="zh-CN" sz="1200" dirty="0">
              <a:solidFill>
                <a:schemeClr val="tx1">
                  <a:alpha val="24000"/>
                </a:schemeClr>
              </a:solidFill>
              <a:latin typeface="Bodoni MT Black" panose="02070A03080606020203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1200" dirty="0">
                <a:solidFill>
                  <a:schemeClr val="tx1">
                    <a:alpha val="24000"/>
                  </a:schemeClr>
                </a:solidFill>
                <a:latin typeface="Bodoni MT Black" panose="02070A03080606020203" pitchFamily="18" charset="0"/>
                <a:cs typeface="Times New Roman" panose="02020603050405020304" pitchFamily="18" charset="0"/>
              </a:rPr>
              <a:t>Nakamura</a:t>
            </a:r>
            <a:endParaRPr lang="zh-CN" altLang="en-US" sz="1200" dirty="0">
              <a:solidFill>
                <a:schemeClr val="tx1">
                  <a:alpha val="24000"/>
                </a:schemeClr>
              </a:solidFill>
              <a:latin typeface="Bodoni MT Black" panose="02070A03080606020203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9BF76070-FB08-4B39-8CB6-94B7A0BBD79E}"/>
              </a:ext>
            </a:extLst>
          </p:cNvPr>
          <p:cNvCxnSpPr>
            <a:cxnSpLocks/>
          </p:cNvCxnSpPr>
          <p:nvPr/>
        </p:nvCxnSpPr>
        <p:spPr>
          <a:xfrm flipV="1">
            <a:off x="11110226" y="6350148"/>
            <a:ext cx="0" cy="378073"/>
          </a:xfrm>
          <a:prstGeom prst="line">
            <a:avLst/>
          </a:prstGeom>
          <a:ln w="38100">
            <a:solidFill>
              <a:srgbClr val="00002A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0D0501F5-F139-4BC8-AF1B-04960BEB01B5}"/>
              </a:ext>
            </a:extLst>
          </p:cNvPr>
          <p:cNvSpPr/>
          <p:nvPr/>
        </p:nvSpPr>
        <p:spPr>
          <a:xfrm>
            <a:off x="10946412" y="6350148"/>
            <a:ext cx="103073" cy="378072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>
                  <a:alpha val="23000"/>
                </a:schemeClr>
              </a:solidFill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E4209B7A-066D-4D95-A554-06868EBA6F99}"/>
              </a:ext>
            </a:extLst>
          </p:cNvPr>
          <p:cNvGrpSpPr/>
          <p:nvPr/>
        </p:nvGrpSpPr>
        <p:grpSpPr>
          <a:xfrm rot="10800000">
            <a:off x="-7040302" y="-2003194"/>
            <a:ext cx="10890880" cy="10864388"/>
            <a:chOff x="-7040302" y="-2003194"/>
            <a:chExt cx="10890880" cy="10864388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9E9847ED-9AEB-4D73-AE38-12C616A141AC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6CB5109C-247A-4FCD-8162-9A3933F21141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70" name="组合 69">
                  <a:extLst>
                    <a:ext uri="{FF2B5EF4-FFF2-40B4-BE49-F238E27FC236}">
                      <a16:creationId xmlns:a16="http://schemas.microsoft.com/office/drawing/2014/main" id="{08C33B32-E9B9-4B87-BC05-8F1629B91E90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73" name="组合 72">
                    <a:extLst>
                      <a:ext uri="{FF2B5EF4-FFF2-40B4-BE49-F238E27FC236}">
                        <a16:creationId xmlns:a16="http://schemas.microsoft.com/office/drawing/2014/main" id="{96939226-70AD-4803-96CF-E7418E6FCAFD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84" name="组合 83">
                      <a:extLst>
                        <a:ext uri="{FF2B5EF4-FFF2-40B4-BE49-F238E27FC236}">
                          <a16:creationId xmlns:a16="http://schemas.microsoft.com/office/drawing/2014/main" id="{087A01BE-75DF-482F-A6AC-55C69CF4605F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96" name="组合 95">
                        <a:extLst>
                          <a:ext uri="{FF2B5EF4-FFF2-40B4-BE49-F238E27FC236}">
                            <a16:creationId xmlns:a16="http://schemas.microsoft.com/office/drawing/2014/main" id="{6DDA32EA-B9E1-4733-BABE-47D063B780D1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104" name="组合 103">
                          <a:extLst>
                            <a:ext uri="{FF2B5EF4-FFF2-40B4-BE49-F238E27FC236}">
                              <a16:creationId xmlns:a16="http://schemas.microsoft.com/office/drawing/2014/main" id="{854966B9-ACB3-4E34-A022-17B31AC5AE4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106" name="组合 105">
                            <a:extLst>
                              <a:ext uri="{FF2B5EF4-FFF2-40B4-BE49-F238E27FC236}">
                                <a16:creationId xmlns:a16="http://schemas.microsoft.com/office/drawing/2014/main" id="{2F95F580-619D-4B61-A4FC-70E11B13AA9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117" name="任意多边形: 形状 116">
                              <a:extLst>
                                <a:ext uri="{FF2B5EF4-FFF2-40B4-BE49-F238E27FC236}">
                                  <a16:creationId xmlns:a16="http://schemas.microsoft.com/office/drawing/2014/main" id="{6929CB27-8DF0-43F9-85D8-C5537795E10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18" name="任意多边形: 形状 117">
                              <a:extLst>
                                <a:ext uri="{FF2B5EF4-FFF2-40B4-BE49-F238E27FC236}">
                                  <a16:creationId xmlns:a16="http://schemas.microsoft.com/office/drawing/2014/main" id="{EC55BA54-82B8-4364-A9E7-7B1191EAF84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19" name="任意多边形: 形状 118">
                              <a:extLst>
                                <a:ext uri="{FF2B5EF4-FFF2-40B4-BE49-F238E27FC236}">
                                  <a16:creationId xmlns:a16="http://schemas.microsoft.com/office/drawing/2014/main" id="{D9D766E4-285E-46EC-B73E-8EB37E95494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20" name="任意多边形: 形状 119">
                              <a:extLst>
                                <a:ext uri="{FF2B5EF4-FFF2-40B4-BE49-F238E27FC236}">
                                  <a16:creationId xmlns:a16="http://schemas.microsoft.com/office/drawing/2014/main" id="{3EF0A33F-CF19-40FB-A9A8-94229E3919C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107" name="Text 3">
                            <a:extLst>
                              <a:ext uri="{FF2B5EF4-FFF2-40B4-BE49-F238E27FC236}">
                                <a16:creationId xmlns:a16="http://schemas.microsoft.com/office/drawing/2014/main" id="{D61BACB9-0F37-466A-86E1-6A0BD0A5DE5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108" name="Text 3">
                            <a:extLst>
                              <a:ext uri="{FF2B5EF4-FFF2-40B4-BE49-F238E27FC236}">
                                <a16:creationId xmlns:a16="http://schemas.microsoft.com/office/drawing/2014/main" id="{AA27F2F3-3F90-45CD-B942-D23C5DA08FB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原文中部分电路小范围测试时可以正常工作，整合电路中模拟无法收敛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109" name="组合 108">
                            <a:extLst>
                              <a:ext uri="{FF2B5EF4-FFF2-40B4-BE49-F238E27FC236}">
                                <a16:creationId xmlns:a16="http://schemas.microsoft.com/office/drawing/2014/main" id="{1A9503C3-CCE1-4C90-9C46-E2B791E029E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110" name="Text 3">
                              <a:extLst>
                                <a:ext uri="{FF2B5EF4-FFF2-40B4-BE49-F238E27FC236}">
                                  <a16:creationId xmlns:a16="http://schemas.microsoft.com/office/drawing/2014/main" id="{9737AA09-2C10-4782-A26A-1A14B8EC35F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适应原理特性实现器件功能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111" name="组合 110">
                              <a:extLst>
                                <a:ext uri="{FF2B5EF4-FFF2-40B4-BE49-F238E27FC236}">
                                  <a16:creationId xmlns:a16="http://schemas.microsoft.com/office/drawing/2014/main" id="{77FF03E7-E909-4A37-B7F7-F780140F80F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15" name="直接连接符 114">
                                <a:extLst>
                                  <a:ext uri="{FF2B5EF4-FFF2-40B4-BE49-F238E27FC236}">
                                    <a16:creationId xmlns:a16="http://schemas.microsoft.com/office/drawing/2014/main" id="{CC45F2A8-E265-48CE-B475-0177A8BAD5C4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16" name="直角三角形 115">
                                <a:extLst>
                                  <a:ext uri="{FF2B5EF4-FFF2-40B4-BE49-F238E27FC236}">
                                    <a16:creationId xmlns:a16="http://schemas.microsoft.com/office/drawing/2014/main" id="{7C7D50C9-6477-4468-916E-39EA64DB24EE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112" name="组合 111">
                              <a:extLst>
                                <a:ext uri="{FF2B5EF4-FFF2-40B4-BE49-F238E27FC236}">
                                  <a16:creationId xmlns:a16="http://schemas.microsoft.com/office/drawing/2014/main" id="{E0EDD1A2-F336-4118-92D8-19FCFB49FCF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13" name="直接连接符 112">
                                <a:extLst>
                                  <a:ext uri="{FF2B5EF4-FFF2-40B4-BE49-F238E27FC236}">
                                    <a16:creationId xmlns:a16="http://schemas.microsoft.com/office/drawing/2014/main" id="{E3820B6E-13C0-4C2A-BCB3-C3B224B2797A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14" name="直角三角形 113">
                                <a:extLst>
                                  <a:ext uri="{FF2B5EF4-FFF2-40B4-BE49-F238E27FC236}">
                                    <a16:creationId xmlns:a16="http://schemas.microsoft.com/office/drawing/2014/main" id="{A0585407-888E-4031-A02A-810F6488A61B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105" name="图片 104">
                          <a:extLst>
                            <a:ext uri="{FF2B5EF4-FFF2-40B4-BE49-F238E27FC236}">
                              <a16:creationId xmlns:a16="http://schemas.microsoft.com/office/drawing/2014/main" id="{149F3B56-7AAA-4216-888D-42865602C62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97" name="Text 3">
                        <a:extLst>
                          <a:ext uri="{FF2B5EF4-FFF2-40B4-BE49-F238E27FC236}">
                            <a16:creationId xmlns:a16="http://schemas.microsoft.com/office/drawing/2014/main" id="{717A5EB0-B46D-40A4-805F-1E24D4FCEC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98" name="Text 3">
                        <a:extLst>
                          <a:ext uri="{FF2B5EF4-FFF2-40B4-BE49-F238E27FC236}">
                            <a16:creationId xmlns:a16="http://schemas.microsoft.com/office/drawing/2014/main" id="{5786A884-B129-4BAE-B1CE-D73A4ADBB5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99" name="Text 3">
                        <a:extLst>
                          <a:ext uri="{FF2B5EF4-FFF2-40B4-BE49-F238E27FC236}">
                            <a16:creationId xmlns:a16="http://schemas.microsoft.com/office/drawing/2014/main" id="{F741E9AF-8D91-40F1-B284-3A109660ED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100" name="直接连接符 99">
                        <a:extLst>
                          <a:ext uri="{FF2B5EF4-FFF2-40B4-BE49-F238E27FC236}">
                            <a16:creationId xmlns:a16="http://schemas.microsoft.com/office/drawing/2014/main" id="{25F67B58-57F6-4674-8673-6623B7599C6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1" name="直角三角形 100">
                        <a:extLst>
                          <a:ext uri="{FF2B5EF4-FFF2-40B4-BE49-F238E27FC236}">
                            <a16:creationId xmlns:a16="http://schemas.microsoft.com/office/drawing/2014/main" id="{1F21A7BB-A8F3-481E-9C2D-58B969FA17DF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02" name="直接连接符 101">
                        <a:extLst>
                          <a:ext uri="{FF2B5EF4-FFF2-40B4-BE49-F238E27FC236}">
                            <a16:creationId xmlns:a16="http://schemas.microsoft.com/office/drawing/2014/main" id="{95479AD2-798B-4C2C-9226-F86D8CC8C81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3" name="直角三角形 102">
                        <a:extLst>
                          <a:ext uri="{FF2B5EF4-FFF2-40B4-BE49-F238E27FC236}">
                            <a16:creationId xmlns:a16="http://schemas.microsoft.com/office/drawing/2014/main" id="{B1B6E566-977A-4B00-8224-70B25814585A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88" name="Text 3">
                      <a:extLst>
                        <a:ext uri="{FF2B5EF4-FFF2-40B4-BE49-F238E27FC236}">
                          <a16:creationId xmlns:a16="http://schemas.microsoft.com/office/drawing/2014/main" id="{D9E0B4E3-F791-4DE8-B798-8D8BFC731E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89" name="Text 3">
                      <a:extLst>
                        <a:ext uri="{FF2B5EF4-FFF2-40B4-BE49-F238E27FC236}">
                          <a16:creationId xmlns:a16="http://schemas.microsoft.com/office/drawing/2014/main" id="{68B95EF4-3B37-40C6-BF57-3BD45A95B8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90" name="Text 3">
                      <a:extLst>
                        <a:ext uri="{FF2B5EF4-FFF2-40B4-BE49-F238E27FC236}">
                          <a16:creationId xmlns:a16="http://schemas.microsoft.com/office/drawing/2014/main" id="{FEB7ACB9-4DE6-487C-8895-00DBC58E99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92" name="直接连接符 91">
                      <a:extLst>
                        <a:ext uri="{FF2B5EF4-FFF2-40B4-BE49-F238E27FC236}">
                          <a16:creationId xmlns:a16="http://schemas.microsoft.com/office/drawing/2014/main" id="{5AE8E2BB-E042-4591-8D92-7EFA0D83AA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3" name="直角三角形 92">
                      <a:extLst>
                        <a:ext uri="{FF2B5EF4-FFF2-40B4-BE49-F238E27FC236}">
                          <a16:creationId xmlns:a16="http://schemas.microsoft.com/office/drawing/2014/main" id="{F92559DD-8CAA-4243-91CF-F46B185D17C1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94" name="直接连接符 93">
                      <a:extLst>
                        <a:ext uri="{FF2B5EF4-FFF2-40B4-BE49-F238E27FC236}">
                          <a16:creationId xmlns:a16="http://schemas.microsoft.com/office/drawing/2014/main" id="{09215A6B-2725-4B5C-8E3A-70A000E561A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5" name="直角三角形 94">
                      <a:extLst>
                        <a:ext uri="{FF2B5EF4-FFF2-40B4-BE49-F238E27FC236}">
                          <a16:creationId xmlns:a16="http://schemas.microsoft.com/office/drawing/2014/main" id="{8A0DCAB1-95E7-4269-9569-3749D5E375B5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74" name="Text 3">
                    <a:extLst>
                      <a:ext uri="{FF2B5EF4-FFF2-40B4-BE49-F238E27FC236}">
                        <a16:creationId xmlns:a16="http://schemas.microsoft.com/office/drawing/2014/main" id="{60E7A4B1-F546-48FF-9971-8F4353175E98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75" name="Text 3">
                    <a:extLst>
                      <a:ext uri="{FF2B5EF4-FFF2-40B4-BE49-F238E27FC236}">
                        <a16:creationId xmlns:a16="http://schemas.microsoft.com/office/drawing/2014/main" id="{158494A7-C612-44EF-B37E-A58CCD205F70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76" name="Text 3">
                    <a:extLst>
                      <a:ext uri="{FF2B5EF4-FFF2-40B4-BE49-F238E27FC236}">
                        <a16:creationId xmlns:a16="http://schemas.microsoft.com/office/drawing/2014/main" id="{6685C849-DC7F-456D-BE7E-DE2A9869F3F9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77" name="直接连接符 76">
                    <a:extLst>
                      <a:ext uri="{FF2B5EF4-FFF2-40B4-BE49-F238E27FC236}">
                        <a16:creationId xmlns:a16="http://schemas.microsoft.com/office/drawing/2014/main" id="{50E0FB2A-2AAF-41AD-9AA3-3B241E6CBD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0" name="直角三角形 79">
                    <a:extLst>
                      <a:ext uri="{FF2B5EF4-FFF2-40B4-BE49-F238E27FC236}">
                        <a16:creationId xmlns:a16="http://schemas.microsoft.com/office/drawing/2014/main" id="{F17228BF-662D-4392-8C0D-5CAEE4FA67B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1" name="直接连接符 80">
                    <a:extLst>
                      <a:ext uri="{FF2B5EF4-FFF2-40B4-BE49-F238E27FC236}">
                        <a16:creationId xmlns:a16="http://schemas.microsoft.com/office/drawing/2014/main" id="{A38751D9-85FA-4743-84FF-072E8AD931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2" name="直角三角形 81">
                    <a:extLst>
                      <a:ext uri="{FF2B5EF4-FFF2-40B4-BE49-F238E27FC236}">
                        <a16:creationId xmlns:a16="http://schemas.microsoft.com/office/drawing/2014/main" id="{4F244D49-9A23-4B4F-98D8-9CC9EA69B8B3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72" name="图片 71">
                  <a:extLst>
                    <a:ext uri="{FF2B5EF4-FFF2-40B4-BE49-F238E27FC236}">
                      <a16:creationId xmlns:a16="http://schemas.microsoft.com/office/drawing/2014/main" id="{D563BF20-1234-4897-9DE3-B1991FD967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69" name="图片 68">
                <a:extLst>
                  <a:ext uri="{FF2B5EF4-FFF2-40B4-BE49-F238E27FC236}">
                    <a16:creationId xmlns:a16="http://schemas.microsoft.com/office/drawing/2014/main" id="{456D6558-2191-4186-B994-77323D92AE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67" name="图片 66">
              <a:extLst>
                <a:ext uri="{FF2B5EF4-FFF2-40B4-BE49-F238E27FC236}">
                  <a16:creationId xmlns:a16="http://schemas.microsoft.com/office/drawing/2014/main" id="{83F51F58-52D6-4175-A191-8E7B4B53E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6149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图片 79">
            <a:extLst>
              <a:ext uri="{FF2B5EF4-FFF2-40B4-BE49-F238E27FC236}">
                <a16:creationId xmlns:a16="http://schemas.microsoft.com/office/drawing/2014/main" id="{8D9BA56F-7FED-4018-B1C0-1F658A92D8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94" t="46057" r="67686" b="21130"/>
          <a:stretch/>
        </p:blipFill>
        <p:spPr>
          <a:xfrm>
            <a:off x="4597814" y="4147786"/>
            <a:ext cx="1980000" cy="1980000"/>
          </a:xfrm>
          <a:custGeom>
            <a:avLst/>
            <a:gdLst>
              <a:gd name="connsiteX0" fmla="*/ 990000 w 1980000"/>
              <a:gd name="connsiteY0" fmla="*/ 0 h 1980000"/>
              <a:gd name="connsiteX1" fmla="*/ 1980000 w 1980000"/>
              <a:gd name="connsiteY1" fmla="*/ 990000 h 1980000"/>
              <a:gd name="connsiteX2" fmla="*/ 990000 w 1980000"/>
              <a:gd name="connsiteY2" fmla="*/ 1980000 h 1980000"/>
              <a:gd name="connsiteX3" fmla="*/ 0 w 1980000"/>
              <a:gd name="connsiteY3" fmla="*/ 990000 h 1980000"/>
              <a:gd name="connsiteX4" fmla="*/ 990000 w 1980000"/>
              <a:gd name="connsiteY4" fmla="*/ 0 h 19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0000" h="1980000">
                <a:moveTo>
                  <a:pt x="990000" y="0"/>
                </a:moveTo>
                <a:cubicBezTo>
                  <a:pt x="1536762" y="0"/>
                  <a:pt x="1980000" y="443238"/>
                  <a:pt x="1980000" y="990000"/>
                </a:cubicBezTo>
                <a:cubicBezTo>
                  <a:pt x="1980000" y="1536762"/>
                  <a:pt x="1536762" y="1980000"/>
                  <a:pt x="990000" y="1980000"/>
                </a:cubicBezTo>
                <a:cubicBezTo>
                  <a:pt x="443238" y="1980000"/>
                  <a:pt x="0" y="1536762"/>
                  <a:pt x="0" y="990000"/>
                </a:cubicBezTo>
                <a:cubicBezTo>
                  <a:pt x="0" y="443238"/>
                  <a:pt x="443238" y="0"/>
                  <a:pt x="990000" y="0"/>
                </a:cubicBezTo>
                <a:close/>
              </a:path>
            </a:pathLst>
          </a:cu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5C828BCB-4047-425A-B2EC-4B9C819C8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828" y="458316"/>
            <a:ext cx="8839418" cy="7521698"/>
          </a:xfrm>
          <a:prstGeom prst="rect">
            <a:avLst/>
          </a:prstGeom>
          <a:noFill/>
        </p:spPr>
      </p:pic>
      <p:grpSp>
        <p:nvGrpSpPr>
          <p:cNvPr id="37" name="组合 36">
            <a:extLst>
              <a:ext uri="{FF2B5EF4-FFF2-40B4-BE49-F238E27FC236}">
                <a16:creationId xmlns:a16="http://schemas.microsoft.com/office/drawing/2014/main" id="{81B50563-0C38-4F9A-A3EA-24F88D03A1F4}"/>
              </a:ext>
            </a:extLst>
          </p:cNvPr>
          <p:cNvGrpSpPr/>
          <p:nvPr/>
        </p:nvGrpSpPr>
        <p:grpSpPr>
          <a:xfrm>
            <a:off x="3446096" y="274411"/>
            <a:ext cx="10934091" cy="8589645"/>
            <a:chOff x="3446096" y="274411"/>
            <a:chExt cx="10934091" cy="8589645"/>
          </a:xfrm>
        </p:grpSpPr>
        <p:sp useBgFill="1">
          <p:nvSpPr>
            <p:cNvPr id="36" name="矩形 35">
              <a:extLst>
                <a:ext uri="{FF2B5EF4-FFF2-40B4-BE49-F238E27FC236}">
                  <a16:creationId xmlns:a16="http://schemas.microsoft.com/office/drawing/2014/main" id="{556F4BCA-8C23-4B2E-B4B6-AE5C575F559C}"/>
                </a:ext>
              </a:extLst>
            </p:cNvPr>
            <p:cNvSpPr/>
            <p:nvPr/>
          </p:nvSpPr>
          <p:spPr>
            <a:xfrm>
              <a:off x="3963948" y="274411"/>
              <a:ext cx="9959039" cy="76314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76" name="矩形 75">
              <a:extLst>
                <a:ext uri="{FF2B5EF4-FFF2-40B4-BE49-F238E27FC236}">
                  <a16:creationId xmlns:a16="http://schemas.microsoft.com/office/drawing/2014/main" id="{04168579-B808-4477-8324-B113EC0270CF}"/>
                </a:ext>
              </a:extLst>
            </p:cNvPr>
            <p:cNvSpPr/>
            <p:nvPr/>
          </p:nvSpPr>
          <p:spPr>
            <a:xfrm>
              <a:off x="7309915" y="762412"/>
              <a:ext cx="6917872" cy="79492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77" name="矩形 76">
              <a:extLst>
                <a:ext uri="{FF2B5EF4-FFF2-40B4-BE49-F238E27FC236}">
                  <a16:creationId xmlns:a16="http://schemas.microsoft.com/office/drawing/2014/main" id="{ED898C6C-4A14-4E0F-A4CE-D9643D839061}"/>
                </a:ext>
              </a:extLst>
            </p:cNvPr>
            <p:cNvSpPr/>
            <p:nvPr/>
          </p:nvSpPr>
          <p:spPr>
            <a:xfrm>
              <a:off x="3446096" y="6071774"/>
              <a:ext cx="10934091" cy="27922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3461507B-A3B7-449A-80F3-BDEC041C2E98}"/>
              </a:ext>
            </a:extLst>
          </p:cNvPr>
          <p:cNvSpPr txBox="1"/>
          <p:nvPr/>
        </p:nvSpPr>
        <p:spPr>
          <a:xfrm>
            <a:off x="7609525" y="1128850"/>
            <a:ext cx="4430075" cy="44627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dirty="0"/>
              <a:t>首先，将原</a:t>
            </a:r>
            <a:r>
              <a:rPr lang="en-US" altLang="zh-CN" sz="2400" dirty="0"/>
              <a:t>EN</a:t>
            </a:r>
            <a:r>
              <a:rPr lang="zh-CN" altLang="en-US" sz="2400" dirty="0"/>
              <a:t>单元信号分立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b="1" dirty="0"/>
              <a:t>经宽度拓展的信号</a:t>
            </a:r>
            <a:r>
              <a:rPr lang="zh-CN" altLang="en-US" sz="2400" dirty="0"/>
              <a:t>继续加以延长直至能覆盖出现信号的整个时间段，成为</a:t>
            </a:r>
            <a:r>
              <a:rPr lang="en-US" altLang="zh-CN" sz="2800" b="1" dirty="0">
                <a:solidFill>
                  <a:srgbClr val="7030A0"/>
                </a:solidFill>
              </a:rPr>
              <a:t>VPERM </a:t>
            </a:r>
            <a:r>
              <a:rPr lang="zh-CN" altLang="en-US" sz="2800" b="1" dirty="0">
                <a:solidFill>
                  <a:srgbClr val="7030A0"/>
                </a:solidFill>
              </a:rPr>
              <a:t>使能信号</a:t>
            </a:r>
            <a:endParaRPr lang="en-US" altLang="zh-CN" sz="2800" b="1" dirty="0">
              <a:solidFill>
                <a:srgbClr val="7030A0"/>
              </a:solidFill>
            </a:endParaRPr>
          </a:p>
          <a:p>
            <a:endParaRPr lang="en-US" altLang="zh-CN" sz="2800" b="1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编码后的原生神经信号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不加以延长直接输入，新命名为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VNE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神经元信号</a:t>
            </a:r>
            <a:endParaRPr lang="en-US" altLang="zh-CN" sz="2800" b="1" dirty="0">
              <a:solidFill>
                <a:srgbClr val="00B0F0"/>
              </a:solidFill>
            </a:endParaRPr>
          </a:p>
          <a:p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3EA052DF-D0F4-4168-A368-A05C984939C6}"/>
              </a:ext>
            </a:extLst>
          </p:cNvPr>
          <p:cNvGrpSpPr/>
          <p:nvPr/>
        </p:nvGrpSpPr>
        <p:grpSpPr>
          <a:xfrm>
            <a:off x="4375260" y="1643814"/>
            <a:ext cx="628197" cy="432352"/>
            <a:chOff x="8886014" y="1701800"/>
            <a:chExt cx="628197" cy="432352"/>
          </a:xfrm>
        </p:grpSpPr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2B0CC31D-BF7A-450E-88E8-B19E61EF9C39}"/>
                </a:ext>
              </a:extLst>
            </p:cNvPr>
            <p:cNvCxnSpPr/>
            <p:nvPr/>
          </p:nvCxnSpPr>
          <p:spPr>
            <a:xfrm>
              <a:off x="8886014" y="1701800"/>
              <a:ext cx="597277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39E98D2B-165D-4696-A41A-EB2A1BCF3AB6}"/>
                </a:ext>
              </a:extLst>
            </p:cNvPr>
            <p:cNvCxnSpPr/>
            <p:nvPr/>
          </p:nvCxnSpPr>
          <p:spPr>
            <a:xfrm>
              <a:off x="8916934" y="2134152"/>
              <a:ext cx="597277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506046FF-EC5D-41C2-BAD1-DC1A27F8B441}"/>
              </a:ext>
            </a:extLst>
          </p:cNvPr>
          <p:cNvSpPr txBox="1"/>
          <p:nvPr/>
        </p:nvSpPr>
        <p:spPr>
          <a:xfrm>
            <a:off x="4272427" y="1274482"/>
            <a:ext cx="965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7030A0"/>
                </a:solidFill>
              </a:rPr>
              <a:t>VPERM1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D71CCC9-2EA7-467D-99E4-AD7B4D329D39}"/>
              </a:ext>
            </a:extLst>
          </p:cNvPr>
          <p:cNvSpPr txBox="1"/>
          <p:nvPr/>
        </p:nvSpPr>
        <p:spPr>
          <a:xfrm>
            <a:off x="4270987" y="1691767"/>
            <a:ext cx="965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7030A0"/>
                </a:solidFill>
              </a:rPr>
              <a:t>VPERM2</a:t>
            </a:r>
            <a:endParaRPr lang="zh-CN" altLang="en-US" dirty="0">
              <a:solidFill>
                <a:srgbClr val="7030A0"/>
              </a:solidFill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D6D692A-FBF1-4B74-B754-1E3151CDA286}"/>
              </a:ext>
            </a:extLst>
          </p:cNvPr>
          <p:cNvCxnSpPr/>
          <p:nvPr/>
        </p:nvCxnSpPr>
        <p:spPr>
          <a:xfrm>
            <a:off x="4481558" y="4897633"/>
            <a:ext cx="597277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0BF0FBD9-2988-4515-ACF6-E519CAB5DE2D}"/>
              </a:ext>
            </a:extLst>
          </p:cNvPr>
          <p:cNvCxnSpPr/>
          <p:nvPr/>
        </p:nvCxnSpPr>
        <p:spPr>
          <a:xfrm>
            <a:off x="4512478" y="5329985"/>
            <a:ext cx="597277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494400CA-0744-42CA-AF22-5A69FFB41028}"/>
              </a:ext>
            </a:extLst>
          </p:cNvPr>
          <p:cNvSpPr txBox="1"/>
          <p:nvPr/>
        </p:nvSpPr>
        <p:spPr>
          <a:xfrm>
            <a:off x="4412970" y="4535835"/>
            <a:ext cx="965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99FF"/>
                </a:solidFill>
              </a:rPr>
              <a:t>VNE1</a:t>
            </a:r>
            <a:endParaRPr lang="zh-CN" altLang="en-US" dirty="0">
              <a:solidFill>
                <a:srgbClr val="0099FF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77061F8-3AF7-4AAC-B410-A453CA1F398C}"/>
              </a:ext>
            </a:extLst>
          </p:cNvPr>
          <p:cNvSpPr txBox="1"/>
          <p:nvPr/>
        </p:nvSpPr>
        <p:spPr>
          <a:xfrm>
            <a:off x="4411530" y="4953120"/>
            <a:ext cx="965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99FF"/>
                </a:solidFill>
              </a:rPr>
              <a:t>VNE2</a:t>
            </a:r>
            <a:endParaRPr lang="zh-CN" altLang="en-US" dirty="0">
              <a:solidFill>
                <a:srgbClr val="0099FF"/>
              </a:solidFill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382057AA-83C9-436A-9353-91D337695CDD}"/>
              </a:ext>
            </a:extLst>
          </p:cNvPr>
          <p:cNvGrpSpPr/>
          <p:nvPr/>
        </p:nvGrpSpPr>
        <p:grpSpPr>
          <a:xfrm>
            <a:off x="3369733" y="61279"/>
            <a:ext cx="8130051" cy="461665"/>
            <a:chOff x="3369733" y="61279"/>
            <a:chExt cx="8130051" cy="461665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3AA8C7D4-DEE8-447E-9F9F-FB42F2ED483A}"/>
                </a:ext>
              </a:extLst>
            </p:cNvPr>
            <p:cNvSpPr/>
            <p:nvPr/>
          </p:nvSpPr>
          <p:spPr>
            <a:xfrm>
              <a:off x="3446096" y="274410"/>
              <a:ext cx="7854666" cy="2308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89275103-0FE5-4D97-B28B-807A2E529567}"/>
                </a:ext>
              </a:extLst>
            </p:cNvPr>
            <p:cNvSpPr txBox="1"/>
            <p:nvPr/>
          </p:nvSpPr>
          <p:spPr>
            <a:xfrm>
              <a:off x="3719267" y="61279"/>
              <a:ext cx="7780517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zh-CN" altLang="en-US" sz="2400" dirty="0"/>
                <a:t>为实现检索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“两信号是否同时出现”</a:t>
              </a:r>
              <a:r>
                <a:rPr lang="zh-CN" altLang="en-US" sz="2400" dirty="0"/>
                <a:t>的逻辑，设计以下电路</a:t>
              </a:r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887C2DFC-86E3-4887-83F1-88CAF4593D4D}"/>
                </a:ext>
              </a:extLst>
            </p:cNvPr>
            <p:cNvCxnSpPr>
              <a:cxnSpLocks/>
            </p:cNvCxnSpPr>
            <p:nvPr/>
          </p:nvCxnSpPr>
          <p:spPr>
            <a:xfrm>
              <a:off x="4089400" y="507851"/>
              <a:ext cx="7410384" cy="0"/>
            </a:xfrm>
            <a:prstGeom prst="line">
              <a:avLst/>
            </a:prstGeom>
            <a:ln w="50800">
              <a:solidFill>
                <a:srgbClr val="00002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CA3FCAA6-6E63-4118-AC1D-E9F2E1B493AB}"/>
                </a:ext>
              </a:extLst>
            </p:cNvPr>
            <p:cNvCxnSpPr>
              <a:cxnSpLocks/>
            </p:cNvCxnSpPr>
            <p:nvPr/>
          </p:nvCxnSpPr>
          <p:spPr>
            <a:xfrm>
              <a:off x="3369733" y="507851"/>
              <a:ext cx="594215" cy="1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 w="508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直角三角形 71">
              <a:extLst>
                <a:ext uri="{FF2B5EF4-FFF2-40B4-BE49-F238E27FC236}">
                  <a16:creationId xmlns:a16="http://schemas.microsoft.com/office/drawing/2014/main" id="{34F5A283-35C0-48E9-A208-BE16BAEBF629}"/>
                </a:ext>
              </a:extLst>
            </p:cNvPr>
            <p:cNvSpPr/>
            <p:nvPr/>
          </p:nvSpPr>
          <p:spPr>
            <a:xfrm rot="13500000">
              <a:off x="3436500" y="176566"/>
              <a:ext cx="216000" cy="216000"/>
            </a:xfrm>
            <a:prstGeom prst="rtTriangl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9" name="矩形 78">
            <a:extLst>
              <a:ext uri="{FF2B5EF4-FFF2-40B4-BE49-F238E27FC236}">
                <a16:creationId xmlns:a16="http://schemas.microsoft.com/office/drawing/2014/main" id="{CB50DE82-D8C5-4585-B0CF-3950AA21C01F}"/>
              </a:ext>
            </a:extLst>
          </p:cNvPr>
          <p:cNvSpPr/>
          <p:nvPr/>
        </p:nvSpPr>
        <p:spPr>
          <a:xfrm>
            <a:off x="4338684" y="946027"/>
            <a:ext cx="3045878" cy="522376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56DA3326-AED1-4309-AB58-7D4881B219AF}"/>
              </a:ext>
            </a:extLst>
          </p:cNvPr>
          <p:cNvGrpSpPr/>
          <p:nvPr/>
        </p:nvGrpSpPr>
        <p:grpSpPr>
          <a:xfrm rot="10800000">
            <a:off x="-7040302" y="-2003194"/>
            <a:ext cx="10890880" cy="10864388"/>
            <a:chOff x="-7040302" y="-2003194"/>
            <a:chExt cx="10890880" cy="10864388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9CA844C1-0C5F-4FD4-A768-89C69E9BE711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2A2C008A-5A6D-4C0B-B72C-D374D5758276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83" name="组合 82">
                  <a:extLst>
                    <a:ext uri="{FF2B5EF4-FFF2-40B4-BE49-F238E27FC236}">
                      <a16:creationId xmlns:a16="http://schemas.microsoft.com/office/drawing/2014/main" id="{CBD176DA-48A9-4342-8ADF-90C545206DAF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85" name="组合 84">
                    <a:extLst>
                      <a:ext uri="{FF2B5EF4-FFF2-40B4-BE49-F238E27FC236}">
                        <a16:creationId xmlns:a16="http://schemas.microsoft.com/office/drawing/2014/main" id="{A5349CA8-2C8E-437C-8659-957C4B118A49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93" name="组合 92">
                      <a:extLst>
                        <a:ext uri="{FF2B5EF4-FFF2-40B4-BE49-F238E27FC236}">
                          <a16:creationId xmlns:a16="http://schemas.microsoft.com/office/drawing/2014/main" id="{9DCB6A1C-A7CE-4183-8EB6-B77E3FB9E961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101" name="组合 100">
                        <a:extLst>
                          <a:ext uri="{FF2B5EF4-FFF2-40B4-BE49-F238E27FC236}">
                            <a16:creationId xmlns:a16="http://schemas.microsoft.com/office/drawing/2014/main" id="{AFB56C06-128F-40DD-8E72-DE41E02F19A6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109" name="组合 108">
                          <a:extLst>
                            <a:ext uri="{FF2B5EF4-FFF2-40B4-BE49-F238E27FC236}">
                              <a16:creationId xmlns:a16="http://schemas.microsoft.com/office/drawing/2014/main" id="{BF85BF22-3622-4054-9F88-496687DB16D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111" name="组合 110">
                            <a:extLst>
                              <a:ext uri="{FF2B5EF4-FFF2-40B4-BE49-F238E27FC236}">
                                <a16:creationId xmlns:a16="http://schemas.microsoft.com/office/drawing/2014/main" id="{6D45AB37-17E3-4030-8A25-308F5687FA3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122" name="任意多边形: 形状 121">
                              <a:extLst>
                                <a:ext uri="{FF2B5EF4-FFF2-40B4-BE49-F238E27FC236}">
                                  <a16:creationId xmlns:a16="http://schemas.microsoft.com/office/drawing/2014/main" id="{F17DAA86-615B-42DE-8EEC-DD947F64D93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23" name="任意多边形: 形状 122">
                              <a:extLst>
                                <a:ext uri="{FF2B5EF4-FFF2-40B4-BE49-F238E27FC236}">
                                  <a16:creationId xmlns:a16="http://schemas.microsoft.com/office/drawing/2014/main" id="{7389CBF9-D816-4A81-8129-68A0BECBBA1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24" name="任意多边形: 形状 123">
                              <a:extLst>
                                <a:ext uri="{FF2B5EF4-FFF2-40B4-BE49-F238E27FC236}">
                                  <a16:creationId xmlns:a16="http://schemas.microsoft.com/office/drawing/2014/main" id="{6F15A807-B56B-481A-8FBF-A5BCEFDD131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25" name="任意多边形: 形状 124">
                              <a:extLst>
                                <a:ext uri="{FF2B5EF4-FFF2-40B4-BE49-F238E27FC236}">
                                  <a16:creationId xmlns:a16="http://schemas.microsoft.com/office/drawing/2014/main" id="{A511FBFE-E642-4752-B7E2-BFF27ED41AE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112" name="Text 3">
                            <a:extLst>
                              <a:ext uri="{FF2B5EF4-FFF2-40B4-BE49-F238E27FC236}">
                                <a16:creationId xmlns:a16="http://schemas.microsoft.com/office/drawing/2014/main" id="{4EFC4F00-8625-406F-95AF-D08006FA037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113" name="Text 3">
                            <a:extLst>
                              <a:ext uri="{FF2B5EF4-FFF2-40B4-BE49-F238E27FC236}">
                                <a16:creationId xmlns:a16="http://schemas.microsoft.com/office/drawing/2014/main" id="{997E55F2-BB77-47DA-AF13-3F2A5708AAE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原文中部分电路小范围测试时可以正常工作，整合电路中模拟无法收敛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114" name="组合 113">
                            <a:extLst>
                              <a:ext uri="{FF2B5EF4-FFF2-40B4-BE49-F238E27FC236}">
                                <a16:creationId xmlns:a16="http://schemas.microsoft.com/office/drawing/2014/main" id="{CC2426A5-170E-47B5-9F05-84FB8A090C5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115" name="Text 3">
                              <a:extLst>
                                <a:ext uri="{FF2B5EF4-FFF2-40B4-BE49-F238E27FC236}">
                                  <a16:creationId xmlns:a16="http://schemas.microsoft.com/office/drawing/2014/main" id="{A5677F6C-6576-42FB-AB5B-5225ECC4878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适应原理特性实现器件功能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116" name="组合 115">
                              <a:extLst>
                                <a:ext uri="{FF2B5EF4-FFF2-40B4-BE49-F238E27FC236}">
                                  <a16:creationId xmlns:a16="http://schemas.microsoft.com/office/drawing/2014/main" id="{FAE5CBCC-2607-45B2-A8CE-E114605B40F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20" name="直接连接符 119">
                                <a:extLst>
                                  <a:ext uri="{FF2B5EF4-FFF2-40B4-BE49-F238E27FC236}">
                                    <a16:creationId xmlns:a16="http://schemas.microsoft.com/office/drawing/2014/main" id="{D00CFF58-3687-49C7-8273-3291D0C7DE7B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21" name="直角三角形 120">
                                <a:extLst>
                                  <a:ext uri="{FF2B5EF4-FFF2-40B4-BE49-F238E27FC236}">
                                    <a16:creationId xmlns:a16="http://schemas.microsoft.com/office/drawing/2014/main" id="{3C8B349B-C31D-4529-9BB5-38BE7F128980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117" name="组合 116">
                              <a:extLst>
                                <a:ext uri="{FF2B5EF4-FFF2-40B4-BE49-F238E27FC236}">
                                  <a16:creationId xmlns:a16="http://schemas.microsoft.com/office/drawing/2014/main" id="{D0E5B108-66B8-46DE-891E-065B0553567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18" name="直接连接符 117">
                                <a:extLst>
                                  <a:ext uri="{FF2B5EF4-FFF2-40B4-BE49-F238E27FC236}">
                                    <a16:creationId xmlns:a16="http://schemas.microsoft.com/office/drawing/2014/main" id="{D4F2AF07-1638-49AC-B478-CB82C3C92A89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19" name="直角三角形 118">
                                <a:extLst>
                                  <a:ext uri="{FF2B5EF4-FFF2-40B4-BE49-F238E27FC236}">
                                    <a16:creationId xmlns:a16="http://schemas.microsoft.com/office/drawing/2014/main" id="{B89AC680-7B73-4BE7-B07B-38DE3CA1FBB0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110" name="图片 109">
                          <a:extLst>
                            <a:ext uri="{FF2B5EF4-FFF2-40B4-BE49-F238E27FC236}">
                              <a16:creationId xmlns:a16="http://schemas.microsoft.com/office/drawing/2014/main" id="{65BA9811-3B57-407A-B474-138014A498B1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102" name="Text 3">
                        <a:extLst>
                          <a:ext uri="{FF2B5EF4-FFF2-40B4-BE49-F238E27FC236}">
                            <a16:creationId xmlns:a16="http://schemas.microsoft.com/office/drawing/2014/main" id="{90EC3B78-1347-4623-8A95-6A16E181C9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103" name="Text 3">
                        <a:extLst>
                          <a:ext uri="{FF2B5EF4-FFF2-40B4-BE49-F238E27FC236}">
                            <a16:creationId xmlns:a16="http://schemas.microsoft.com/office/drawing/2014/main" id="{66ECD960-9099-4248-9AC3-1A5C1D5D38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104" name="Text 3">
                        <a:extLst>
                          <a:ext uri="{FF2B5EF4-FFF2-40B4-BE49-F238E27FC236}">
                            <a16:creationId xmlns:a16="http://schemas.microsoft.com/office/drawing/2014/main" id="{4778ED84-705E-4C2E-9C43-DD49C91858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105" name="直接连接符 104">
                        <a:extLst>
                          <a:ext uri="{FF2B5EF4-FFF2-40B4-BE49-F238E27FC236}">
                            <a16:creationId xmlns:a16="http://schemas.microsoft.com/office/drawing/2014/main" id="{B51FA6DB-48E4-4F72-932C-7B8E62C4E9C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6" name="直角三角形 105">
                        <a:extLst>
                          <a:ext uri="{FF2B5EF4-FFF2-40B4-BE49-F238E27FC236}">
                            <a16:creationId xmlns:a16="http://schemas.microsoft.com/office/drawing/2014/main" id="{443770A0-B2ED-4263-A412-F0910F5E80A6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07" name="直接连接符 106">
                        <a:extLst>
                          <a:ext uri="{FF2B5EF4-FFF2-40B4-BE49-F238E27FC236}">
                            <a16:creationId xmlns:a16="http://schemas.microsoft.com/office/drawing/2014/main" id="{E25252AB-56B1-40C7-9265-881CF73278D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8" name="直角三角形 107">
                        <a:extLst>
                          <a:ext uri="{FF2B5EF4-FFF2-40B4-BE49-F238E27FC236}">
                            <a16:creationId xmlns:a16="http://schemas.microsoft.com/office/drawing/2014/main" id="{AA9D3354-3663-4A98-B615-AABB9DF09E2B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94" name="Text 3">
                      <a:extLst>
                        <a:ext uri="{FF2B5EF4-FFF2-40B4-BE49-F238E27FC236}">
                          <a16:creationId xmlns:a16="http://schemas.microsoft.com/office/drawing/2014/main" id="{D63F18C6-91C2-4B3C-B7FD-2D1DDACB0F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95" name="Text 3">
                      <a:extLst>
                        <a:ext uri="{FF2B5EF4-FFF2-40B4-BE49-F238E27FC236}">
                          <a16:creationId xmlns:a16="http://schemas.microsoft.com/office/drawing/2014/main" id="{C51912F5-E143-4B27-A2BE-D98328467C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96" name="Text 3">
                      <a:extLst>
                        <a:ext uri="{FF2B5EF4-FFF2-40B4-BE49-F238E27FC236}">
                          <a16:creationId xmlns:a16="http://schemas.microsoft.com/office/drawing/2014/main" id="{CEFDCAB4-93AE-4605-8B7A-F60CAD5517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97" name="直接连接符 96">
                      <a:extLst>
                        <a:ext uri="{FF2B5EF4-FFF2-40B4-BE49-F238E27FC236}">
                          <a16:creationId xmlns:a16="http://schemas.microsoft.com/office/drawing/2014/main" id="{EB68A6F4-2BD5-46A5-9FC3-4C0A895E06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8" name="直角三角形 97">
                      <a:extLst>
                        <a:ext uri="{FF2B5EF4-FFF2-40B4-BE49-F238E27FC236}">
                          <a16:creationId xmlns:a16="http://schemas.microsoft.com/office/drawing/2014/main" id="{B9A68857-9FD3-4E83-B53F-CF34502EF2F8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99" name="直接连接符 98">
                      <a:extLst>
                        <a:ext uri="{FF2B5EF4-FFF2-40B4-BE49-F238E27FC236}">
                          <a16:creationId xmlns:a16="http://schemas.microsoft.com/office/drawing/2014/main" id="{9DD59360-D525-4A2D-916A-DDD1C2E6FBE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0" name="直角三角形 99">
                      <a:extLst>
                        <a:ext uri="{FF2B5EF4-FFF2-40B4-BE49-F238E27FC236}">
                          <a16:creationId xmlns:a16="http://schemas.microsoft.com/office/drawing/2014/main" id="{7E3B06B2-28B6-4AA7-87BF-C9A3E241DE7B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86" name="Text 3">
                    <a:extLst>
                      <a:ext uri="{FF2B5EF4-FFF2-40B4-BE49-F238E27FC236}">
                        <a16:creationId xmlns:a16="http://schemas.microsoft.com/office/drawing/2014/main" id="{C8D45EA0-AECB-4E4B-8940-D8CFE4932842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87" name="Text 3">
                    <a:extLst>
                      <a:ext uri="{FF2B5EF4-FFF2-40B4-BE49-F238E27FC236}">
                        <a16:creationId xmlns:a16="http://schemas.microsoft.com/office/drawing/2014/main" id="{8CE343C8-9E31-42D2-A9A2-10F29AC18CED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88" name="Text 3">
                    <a:extLst>
                      <a:ext uri="{FF2B5EF4-FFF2-40B4-BE49-F238E27FC236}">
                        <a16:creationId xmlns:a16="http://schemas.microsoft.com/office/drawing/2014/main" id="{3E0F047B-2FAB-4F41-9E55-D91B074DC9F1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89" name="直接连接符 88">
                    <a:extLst>
                      <a:ext uri="{FF2B5EF4-FFF2-40B4-BE49-F238E27FC236}">
                        <a16:creationId xmlns:a16="http://schemas.microsoft.com/office/drawing/2014/main" id="{9C96648B-ED56-417B-BD01-02FBF57014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" name="直角三角形 89">
                    <a:extLst>
                      <a:ext uri="{FF2B5EF4-FFF2-40B4-BE49-F238E27FC236}">
                        <a16:creationId xmlns:a16="http://schemas.microsoft.com/office/drawing/2014/main" id="{A7A180C1-C991-4223-AB6C-B2AFBA0C6A50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1" name="直接连接符 90">
                    <a:extLst>
                      <a:ext uri="{FF2B5EF4-FFF2-40B4-BE49-F238E27FC236}">
                        <a16:creationId xmlns:a16="http://schemas.microsoft.com/office/drawing/2014/main" id="{7CA18D8F-E25F-4293-AAB0-49E24C9DF8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2" name="直角三角形 91">
                    <a:extLst>
                      <a:ext uri="{FF2B5EF4-FFF2-40B4-BE49-F238E27FC236}">
                        <a16:creationId xmlns:a16="http://schemas.microsoft.com/office/drawing/2014/main" id="{31FD5922-FA9A-439A-81EE-D3545CB9E03B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84" name="图片 83">
                  <a:extLst>
                    <a:ext uri="{FF2B5EF4-FFF2-40B4-BE49-F238E27FC236}">
                      <a16:creationId xmlns:a16="http://schemas.microsoft.com/office/drawing/2014/main" id="{FBF8CC25-F120-453C-81EF-260284E880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82" name="图片 81">
                <a:extLst>
                  <a:ext uri="{FF2B5EF4-FFF2-40B4-BE49-F238E27FC236}">
                    <a16:creationId xmlns:a16="http://schemas.microsoft.com/office/drawing/2014/main" id="{2E58E47D-510E-4C50-8701-3C161AB1DA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557E9B9C-B6C5-4A35-9B9D-DBEF47780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8415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90">
            <a:extLst>
              <a:ext uri="{FF2B5EF4-FFF2-40B4-BE49-F238E27FC236}">
                <a16:creationId xmlns:a16="http://schemas.microsoft.com/office/drawing/2014/main" id="{0B8DF00C-14F2-49FC-B202-175A471EF713}"/>
              </a:ext>
            </a:extLst>
          </p:cNvPr>
          <p:cNvSpPr/>
          <p:nvPr/>
        </p:nvSpPr>
        <p:spPr>
          <a:xfrm>
            <a:off x="4462890" y="3803180"/>
            <a:ext cx="1980000" cy="199770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E4C8A184-A731-4194-B4AB-7DABAB0C67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94" t="46057" r="67686" b="21130"/>
          <a:stretch/>
        </p:blipFill>
        <p:spPr>
          <a:xfrm>
            <a:off x="4466122" y="3820882"/>
            <a:ext cx="1980000" cy="1980000"/>
          </a:xfrm>
          <a:custGeom>
            <a:avLst/>
            <a:gdLst>
              <a:gd name="connsiteX0" fmla="*/ 990000 w 1980000"/>
              <a:gd name="connsiteY0" fmla="*/ 0 h 1980000"/>
              <a:gd name="connsiteX1" fmla="*/ 1980000 w 1980000"/>
              <a:gd name="connsiteY1" fmla="*/ 990000 h 1980000"/>
              <a:gd name="connsiteX2" fmla="*/ 990000 w 1980000"/>
              <a:gd name="connsiteY2" fmla="*/ 1980000 h 1980000"/>
              <a:gd name="connsiteX3" fmla="*/ 0 w 1980000"/>
              <a:gd name="connsiteY3" fmla="*/ 990000 h 1980000"/>
              <a:gd name="connsiteX4" fmla="*/ 990000 w 1980000"/>
              <a:gd name="connsiteY4" fmla="*/ 0 h 19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0000" h="1980000">
                <a:moveTo>
                  <a:pt x="990000" y="0"/>
                </a:moveTo>
                <a:cubicBezTo>
                  <a:pt x="1536762" y="0"/>
                  <a:pt x="1980000" y="443238"/>
                  <a:pt x="1980000" y="990000"/>
                </a:cubicBezTo>
                <a:cubicBezTo>
                  <a:pt x="1980000" y="1536762"/>
                  <a:pt x="1536762" y="1980000"/>
                  <a:pt x="990000" y="1980000"/>
                </a:cubicBezTo>
                <a:cubicBezTo>
                  <a:pt x="443238" y="1980000"/>
                  <a:pt x="0" y="1536762"/>
                  <a:pt x="0" y="990000"/>
                </a:cubicBezTo>
                <a:cubicBezTo>
                  <a:pt x="0" y="443238"/>
                  <a:pt x="443238" y="0"/>
                  <a:pt x="990000" y="0"/>
                </a:cubicBezTo>
                <a:close/>
              </a:path>
            </a:pathLst>
          </a:custGeom>
        </p:spPr>
      </p:pic>
      <p:grpSp>
        <p:nvGrpSpPr>
          <p:cNvPr id="48" name="组合 47">
            <a:extLst>
              <a:ext uri="{FF2B5EF4-FFF2-40B4-BE49-F238E27FC236}">
                <a16:creationId xmlns:a16="http://schemas.microsoft.com/office/drawing/2014/main" id="{19C0463A-1427-4466-87DD-EDDF17C5FABD}"/>
              </a:ext>
            </a:extLst>
          </p:cNvPr>
          <p:cNvGrpSpPr/>
          <p:nvPr/>
        </p:nvGrpSpPr>
        <p:grpSpPr>
          <a:xfrm>
            <a:off x="3369733" y="61279"/>
            <a:ext cx="8130051" cy="461665"/>
            <a:chOff x="3369733" y="61279"/>
            <a:chExt cx="8130051" cy="461665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2CAC993-151E-4B4F-9FE2-2F6097D8E30A}"/>
                </a:ext>
              </a:extLst>
            </p:cNvPr>
            <p:cNvSpPr/>
            <p:nvPr/>
          </p:nvSpPr>
          <p:spPr>
            <a:xfrm>
              <a:off x="3446096" y="274410"/>
              <a:ext cx="7854666" cy="2308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2" name="文本框 811">
              <a:extLst>
                <a:ext uri="{FF2B5EF4-FFF2-40B4-BE49-F238E27FC236}">
                  <a16:creationId xmlns:a16="http://schemas.microsoft.com/office/drawing/2014/main" id="{458A518A-F136-4B07-B988-29F3CAE214AD}"/>
                </a:ext>
              </a:extLst>
            </p:cNvPr>
            <p:cNvSpPr txBox="1"/>
            <p:nvPr/>
          </p:nvSpPr>
          <p:spPr>
            <a:xfrm>
              <a:off x="3719267" y="61279"/>
              <a:ext cx="7780517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zh-CN" altLang="en-US" sz="2400" dirty="0"/>
                <a:t>为实现检索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“两信号是否同时出现”</a:t>
              </a:r>
              <a:r>
                <a:rPr lang="zh-CN" altLang="en-US" sz="2400" dirty="0"/>
                <a:t>的逻辑，设计以下电路</a:t>
              </a: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A9C8468-AB04-40DB-964B-9A060D262C84}"/>
                </a:ext>
              </a:extLst>
            </p:cNvPr>
            <p:cNvCxnSpPr>
              <a:cxnSpLocks/>
            </p:cNvCxnSpPr>
            <p:nvPr/>
          </p:nvCxnSpPr>
          <p:spPr>
            <a:xfrm>
              <a:off x="4089400" y="507851"/>
              <a:ext cx="7410384" cy="0"/>
            </a:xfrm>
            <a:prstGeom prst="line">
              <a:avLst/>
            </a:prstGeom>
            <a:ln w="50800">
              <a:solidFill>
                <a:srgbClr val="00002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28E27DD5-0E99-4939-A110-26844AAF89AA}"/>
                </a:ext>
              </a:extLst>
            </p:cNvPr>
            <p:cNvCxnSpPr>
              <a:cxnSpLocks/>
            </p:cNvCxnSpPr>
            <p:nvPr/>
          </p:nvCxnSpPr>
          <p:spPr>
            <a:xfrm>
              <a:off x="3369733" y="507851"/>
              <a:ext cx="594215" cy="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508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直角三角形 70">
              <a:extLst>
                <a:ext uri="{FF2B5EF4-FFF2-40B4-BE49-F238E27FC236}">
                  <a16:creationId xmlns:a16="http://schemas.microsoft.com/office/drawing/2014/main" id="{FD9259C1-0E72-4128-81CD-F3ADEFF3DF01}"/>
                </a:ext>
              </a:extLst>
            </p:cNvPr>
            <p:cNvSpPr/>
            <p:nvPr/>
          </p:nvSpPr>
          <p:spPr>
            <a:xfrm rot="13500000">
              <a:off x="3436500" y="176566"/>
              <a:ext cx="216000" cy="216000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61" name="矩形 60">
            <a:extLst>
              <a:ext uri="{FF2B5EF4-FFF2-40B4-BE49-F238E27FC236}">
                <a16:creationId xmlns:a16="http://schemas.microsoft.com/office/drawing/2014/main" id="{4A6A8058-B0EE-4F91-A165-F133BF943973}"/>
              </a:ext>
            </a:extLst>
          </p:cNvPr>
          <p:cNvSpPr/>
          <p:nvPr/>
        </p:nvSpPr>
        <p:spPr>
          <a:xfrm>
            <a:off x="7525807" y="2812482"/>
            <a:ext cx="3973977" cy="391573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689EC7AF-BC8D-4A72-A225-2525C58C9C91}"/>
              </a:ext>
            </a:extLst>
          </p:cNvPr>
          <p:cNvSpPr/>
          <p:nvPr/>
        </p:nvSpPr>
        <p:spPr>
          <a:xfrm>
            <a:off x="4462890" y="3807508"/>
            <a:ext cx="1980000" cy="1980000"/>
          </a:xfrm>
          <a:prstGeom prst="ellipse">
            <a:avLst/>
          </a:prstGeom>
          <a:noFill/>
          <a:ln w="38100">
            <a:solidFill>
              <a:srgbClr val="0099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01C2F62-F109-46C9-B826-B680E91D493D}"/>
              </a:ext>
            </a:extLst>
          </p:cNvPr>
          <p:cNvGrpSpPr/>
          <p:nvPr/>
        </p:nvGrpSpPr>
        <p:grpSpPr>
          <a:xfrm>
            <a:off x="7609525" y="2874596"/>
            <a:ext cx="3780000" cy="3791505"/>
            <a:chOff x="6414641" y="2478247"/>
            <a:chExt cx="3780000" cy="3791505"/>
          </a:xfrm>
        </p:grpSpPr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89ECB062-0CA9-4737-BA2A-168A38774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7060" t="23649" r="27060" b="21233"/>
            <a:stretch>
              <a:fillRect/>
            </a:stretch>
          </p:blipFill>
          <p:spPr>
            <a:xfrm>
              <a:off x="6414641" y="2478247"/>
              <a:ext cx="3780000" cy="3780000"/>
            </a:xfrm>
            <a:custGeom>
              <a:avLst/>
              <a:gdLst>
                <a:gd name="connsiteX0" fmla="*/ 1890000 w 3780000"/>
                <a:gd name="connsiteY0" fmla="*/ 0 h 3780000"/>
                <a:gd name="connsiteX1" fmla="*/ 3780000 w 3780000"/>
                <a:gd name="connsiteY1" fmla="*/ 1890000 h 3780000"/>
                <a:gd name="connsiteX2" fmla="*/ 1890000 w 3780000"/>
                <a:gd name="connsiteY2" fmla="*/ 3780000 h 3780000"/>
                <a:gd name="connsiteX3" fmla="*/ 0 w 3780000"/>
                <a:gd name="connsiteY3" fmla="*/ 1890000 h 3780000"/>
                <a:gd name="connsiteX4" fmla="*/ 1890000 w 3780000"/>
                <a:gd name="connsiteY4" fmla="*/ 0 h 37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0000" h="3780000">
                  <a:moveTo>
                    <a:pt x="1890000" y="0"/>
                  </a:moveTo>
                  <a:cubicBezTo>
                    <a:pt x="2933818" y="0"/>
                    <a:pt x="3780000" y="846182"/>
                    <a:pt x="3780000" y="1890000"/>
                  </a:cubicBezTo>
                  <a:cubicBezTo>
                    <a:pt x="3780000" y="2933818"/>
                    <a:pt x="2933818" y="3780000"/>
                    <a:pt x="1890000" y="3780000"/>
                  </a:cubicBezTo>
                  <a:cubicBezTo>
                    <a:pt x="846182" y="3780000"/>
                    <a:pt x="0" y="2933818"/>
                    <a:pt x="0" y="1890000"/>
                  </a:cubicBezTo>
                  <a:cubicBezTo>
                    <a:pt x="0" y="846182"/>
                    <a:pt x="846182" y="0"/>
                    <a:pt x="1890000" y="0"/>
                  </a:cubicBezTo>
                  <a:close/>
                </a:path>
              </a:pathLst>
            </a:custGeom>
          </p:spPr>
        </p:pic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B74FECFD-40EB-45B5-A86E-809BBADC2396}"/>
                </a:ext>
              </a:extLst>
            </p:cNvPr>
            <p:cNvSpPr/>
            <p:nvPr/>
          </p:nvSpPr>
          <p:spPr>
            <a:xfrm>
              <a:off x="6414641" y="2489752"/>
              <a:ext cx="3780000" cy="3780000"/>
            </a:xfrm>
            <a:prstGeom prst="ellipse">
              <a:avLst/>
            </a:prstGeom>
            <a:noFill/>
            <a:ln w="38100">
              <a:solidFill>
                <a:srgbClr val="0099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11E4227D-789C-4743-B03F-F5A14BDCB4B1}"/>
              </a:ext>
            </a:extLst>
          </p:cNvPr>
          <p:cNvCxnSpPr>
            <a:cxnSpLocks/>
            <a:stCxn id="38" idx="7"/>
            <a:endCxn id="68" idx="1"/>
          </p:cNvCxnSpPr>
          <p:nvPr/>
        </p:nvCxnSpPr>
        <p:spPr>
          <a:xfrm flipV="1">
            <a:off x="6152926" y="3439669"/>
            <a:ext cx="2010167" cy="657803"/>
          </a:xfrm>
          <a:prstGeom prst="line">
            <a:avLst/>
          </a:prstGeom>
          <a:ln w="381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46B033C0-640A-4BEB-9095-624CD432ABC3}"/>
              </a:ext>
            </a:extLst>
          </p:cNvPr>
          <p:cNvCxnSpPr>
            <a:cxnSpLocks/>
            <a:stCxn id="38" idx="5"/>
            <a:endCxn id="68" idx="3"/>
          </p:cNvCxnSpPr>
          <p:nvPr/>
        </p:nvCxnSpPr>
        <p:spPr>
          <a:xfrm>
            <a:off x="6152926" y="5497544"/>
            <a:ext cx="2010167" cy="614989"/>
          </a:xfrm>
          <a:prstGeom prst="line">
            <a:avLst/>
          </a:prstGeom>
          <a:ln w="381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19C4C600-2909-486C-9482-CCB47FB9BF8E}"/>
              </a:ext>
            </a:extLst>
          </p:cNvPr>
          <p:cNvSpPr txBox="1"/>
          <p:nvPr/>
        </p:nvSpPr>
        <p:spPr>
          <a:xfrm>
            <a:off x="5230796" y="1160766"/>
            <a:ext cx="5127592" cy="16927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VNE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神经元信号</a:t>
            </a:r>
            <a:r>
              <a:rPr lang="zh-CN" altLang="en-US" sz="2400" dirty="0">
                <a:latin typeface="等线" panose="020F0502020204030204"/>
                <a:ea typeface="等线" panose="02010600030101010101" pitchFamily="2" charset="-122"/>
              </a:rPr>
              <a:t>暂时采用加和，原理采用放大器电路，实际部署时采用</a:t>
            </a:r>
            <a:r>
              <a:rPr lang="en-US" altLang="zh-CN" sz="2400" dirty="0">
                <a:latin typeface="等线" panose="020F0502020204030204"/>
                <a:ea typeface="等线" panose="02010600030101010101" pitchFamily="2" charset="-122"/>
              </a:rPr>
              <a:t>ABM</a:t>
            </a:r>
            <a:r>
              <a:rPr lang="zh-CN" altLang="en-US" sz="2400" dirty="0">
                <a:latin typeface="等线" panose="020F0502020204030204"/>
                <a:ea typeface="等线" panose="02010600030101010101" pitchFamily="2" charset="-122"/>
              </a:rPr>
              <a:t>行为源代替</a:t>
            </a:r>
            <a:endParaRPr lang="en-US" altLang="zh-CN" sz="2400" dirty="0"/>
          </a:p>
          <a:p>
            <a:endParaRPr lang="zh-CN" altLang="en-US" sz="2400" dirty="0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A9BBE794-6870-4234-8DB0-5BB4F02FA884}"/>
              </a:ext>
            </a:extLst>
          </p:cNvPr>
          <p:cNvGrpSpPr/>
          <p:nvPr/>
        </p:nvGrpSpPr>
        <p:grpSpPr>
          <a:xfrm rot="10800000">
            <a:off x="-7040302" y="-2003194"/>
            <a:ext cx="10890880" cy="10864388"/>
            <a:chOff x="-7040302" y="-2003194"/>
            <a:chExt cx="10890880" cy="10864388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8FB91D5F-03A2-4542-A542-075B10B3D426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77F7F7C5-A986-4E4E-B7B5-07C12F3B9EF4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75" name="组合 74">
                  <a:extLst>
                    <a:ext uri="{FF2B5EF4-FFF2-40B4-BE49-F238E27FC236}">
                      <a16:creationId xmlns:a16="http://schemas.microsoft.com/office/drawing/2014/main" id="{C2D9827E-123C-4F67-A2EF-2878DE2B017E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78" name="组合 77">
                    <a:extLst>
                      <a:ext uri="{FF2B5EF4-FFF2-40B4-BE49-F238E27FC236}">
                        <a16:creationId xmlns:a16="http://schemas.microsoft.com/office/drawing/2014/main" id="{A4EBD794-EFC2-4B7F-B584-D5A3A02101C5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87" name="组合 86">
                      <a:extLst>
                        <a:ext uri="{FF2B5EF4-FFF2-40B4-BE49-F238E27FC236}">
                          <a16:creationId xmlns:a16="http://schemas.microsoft.com/office/drawing/2014/main" id="{E67390C8-5BB6-48C9-AEC8-441F163FCA6D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96" name="组合 95">
                        <a:extLst>
                          <a:ext uri="{FF2B5EF4-FFF2-40B4-BE49-F238E27FC236}">
                            <a16:creationId xmlns:a16="http://schemas.microsoft.com/office/drawing/2014/main" id="{24EFDF93-F75E-4168-9555-40B20D6FA44D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104" name="组合 103">
                          <a:extLst>
                            <a:ext uri="{FF2B5EF4-FFF2-40B4-BE49-F238E27FC236}">
                              <a16:creationId xmlns:a16="http://schemas.microsoft.com/office/drawing/2014/main" id="{E778DA2D-B93E-4A73-8ADF-B2EFCC3E4B5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106" name="组合 105">
                            <a:extLst>
                              <a:ext uri="{FF2B5EF4-FFF2-40B4-BE49-F238E27FC236}">
                                <a16:creationId xmlns:a16="http://schemas.microsoft.com/office/drawing/2014/main" id="{93215533-2209-4AA4-A1B9-A44181F7903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117" name="任意多边形: 形状 116">
                              <a:extLst>
                                <a:ext uri="{FF2B5EF4-FFF2-40B4-BE49-F238E27FC236}">
                                  <a16:creationId xmlns:a16="http://schemas.microsoft.com/office/drawing/2014/main" id="{060FEB4D-5326-4D4D-A611-70AEE4E5705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18" name="任意多边形: 形状 117">
                              <a:extLst>
                                <a:ext uri="{FF2B5EF4-FFF2-40B4-BE49-F238E27FC236}">
                                  <a16:creationId xmlns:a16="http://schemas.microsoft.com/office/drawing/2014/main" id="{8B7D0953-5E46-48CA-9D6B-18DA5052F4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19" name="任意多边形: 形状 118">
                              <a:extLst>
                                <a:ext uri="{FF2B5EF4-FFF2-40B4-BE49-F238E27FC236}">
                                  <a16:creationId xmlns:a16="http://schemas.microsoft.com/office/drawing/2014/main" id="{530D2E6B-551C-4297-A083-9691E941721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20" name="任意多边形: 形状 119">
                              <a:extLst>
                                <a:ext uri="{FF2B5EF4-FFF2-40B4-BE49-F238E27FC236}">
                                  <a16:creationId xmlns:a16="http://schemas.microsoft.com/office/drawing/2014/main" id="{BB97D118-EEDB-490D-AE6C-5926D6469E9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107" name="Text 3">
                            <a:extLst>
                              <a:ext uri="{FF2B5EF4-FFF2-40B4-BE49-F238E27FC236}">
                                <a16:creationId xmlns:a16="http://schemas.microsoft.com/office/drawing/2014/main" id="{9635E6B6-4902-46B7-8A75-91A3ED7E625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108" name="Text 3">
                            <a:extLst>
                              <a:ext uri="{FF2B5EF4-FFF2-40B4-BE49-F238E27FC236}">
                                <a16:creationId xmlns:a16="http://schemas.microsoft.com/office/drawing/2014/main" id="{D357AFB3-F700-4741-8580-810A2825BFE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原文中部分电路小范围测试时可以正常工作，整合电路中模拟无法收敛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109" name="组合 108">
                            <a:extLst>
                              <a:ext uri="{FF2B5EF4-FFF2-40B4-BE49-F238E27FC236}">
                                <a16:creationId xmlns:a16="http://schemas.microsoft.com/office/drawing/2014/main" id="{D462C9A0-AF50-45A2-A306-7FFC096B960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110" name="Text 3">
                              <a:extLst>
                                <a:ext uri="{FF2B5EF4-FFF2-40B4-BE49-F238E27FC236}">
                                  <a16:creationId xmlns:a16="http://schemas.microsoft.com/office/drawing/2014/main" id="{161184FE-D82F-4D13-9275-C84C307C855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适应原理特性实现器件功能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111" name="组合 110">
                              <a:extLst>
                                <a:ext uri="{FF2B5EF4-FFF2-40B4-BE49-F238E27FC236}">
                                  <a16:creationId xmlns:a16="http://schemas.microsoft.com/office/drawing/2014/main" id="{2485CCC5-933D-4701-998E-4332F2D68F8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15" name="直接连接符 114">
                                <a:extLst>
                                  <a:ext uri="{FF2B5EF4-FFF2-40B4-BE49-F238E27FC236}">
                                    <a16:creationId xmlns:a16="http://schemas.microsoft.com/office/drawing/2014/main" id="{B208BB78-0D70-454E-BAD2-FE43ECD9C081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16" name="直角三角形 115">
                                <a:extLst>
                                  <a:ext uri="{FF2B5EF4-FFF2-40B4-BE49-F238E27FC236}">
                                    <a16:creationId xmlns:a16="http://schemas.microsoft.com/office/drawing/2014/main" id="{3F6FDF55-CCBA-4A26-A8D8-8FD389D1A59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112" name="组合 111">
                              <a:extLst>
                                <a:ext uri="{FF2B5EF4-FFF2-40B4-BE49-F238E27FC236}">
                                  <a16:creationId xmlns:a16="http://schemas.microsoft.com/office/drawing/2014/main" id="{C8D7EA43-8D5F-4635-9EEA-4E25CBD65E4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13" name="直接连接符 112">
                                <a:extLst>
                                  <a:ext uri="{FF2B5EF4-FFF2-40B4-BE49-F238E27FC236}">
                                    <a16:creationId xmlns:a16="http://schemas.microsoft.com/office/drawing/2014/main" id="{3D115534-DB08-4D6B-90BA-BED3392EE137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14" name="直角三角形 113">
                                <a:extLst>
                                  <a:ext uri="{FF2B5EF4-FFF2-40B4-BE49-F238E27FC236}">
                                    <a16:creationId xmlns:a16="http://schemas.microsoft.com/office/drawing/2014/main" id="{0C9DFE0E-83C9-49A0-B545-30EE2EF6D14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105" name="图片 104">
                          <a:extLst>
                            <a:ext uri="{FF2B5EF4-FFF2-40B4-BE49-F238E27FC236}">
                              <a16:creationId xmlns:a16="http://schemas.microsoft.com/office/drawing/2014/main" id="{4876A3D6-49FF-4F71-990D-6009E4E9E0E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97" name="Text 3">
                        <a:extLst>
                          <a:ext uri="{FF2B5EF4-FFF2-40B4-BE49-F238E27FC236}">
                            <a16:creationId xmlns:a16="http://schemas.microsoft.com/office/drawing/2014/main" id="{E9D4CDAB-22BF-4859-BAC9-14B2F5085C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98" name="Text 3">
                        <a:extLst>
                          <a:ext uri="{FF2B5EF4-FFF2-40B4-BE49-F238E27FC236}">
                            <a16:creationId xmlns:a16="http://schemas.microsoft.com/office/drawing/2014/main" id="{9248947C-0F27-4600-9DC0-A9103167BB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99" name="Text 3">
                        <a:extLst>
                          <a:ext uri="{FF2B5EF4-FFF2-40B4-BE49-F238E27FC236}">
                            <a16:creationId xmlns:a16="http://schemas.microsoft.com/office/drawing/2014/main" id="{0BB05779-2EA3-44B2-A8D9-6098C654DA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100" name="直接连接符 99">
                        <a:extLst>
                          <a:ext uri="{FF2B5EF4-FFF2-40B4-BE49-F238E27FC236}">
                            <a16:creationId xmlns:a16="http://schemas.microsoft.com/office/drawing/2014/main" id="{88D79522-42DF-4B79-8C70-528B07DD7A8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1" name="直角三角形 100">
                        <a:extLst>
                          <a:ext uri="{FF2B5EF4-FFF2-40B4-BE49-F238E27FC236}">
                            <a16:creationId xmlns:a16="http://schemas.microsoft.com/office/drawing/2014/main" id="{8519D160-DA3F-4C7E-8201-F9771A2625F9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02" name="直接连接符 101">
                        <a:extLst>
                          <a:ext uri="{FF2B5EF4-FFF2-40B4-BE49-F238E27FC236}">
                            <a16:creationId xmlns:a16="http://schemas.microsoft.com/office/drawing/2014/main" id="{F90CCDE9-EEFC-42C8-9F70-AE6617ABB94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3" name="直角三角形 102">
                        <a:extLst>
                          <a:ext uri="{FF2B5EF4-FFF2-40B4-BE49-F238E27FC236}">
                            <a16:creationId xmlns:a16="http://schemas.microsoft.com/office/drawing/2014/main" id="{59B3F48D-7B4B-4A84-A5CD-B87123C98914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88" name="Text 3">
                      <a:extLst>
                        <a:ext uri="{FF2B5EF4-FFF2-40B4-BE49-F238E27FC236}">
                          <a16:creationId xmlns:a16="http://schemas.microsoft.com/office/drawing/2014/main" id="{A9658DB4-96EB-4556-B74A-1A0B60F907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89" name="Text 3">
                      <a:extLst>
                        <a:ext uri="{FF2B5EF4-FFF2-40B4-BE49-F238E27FC236}">
                          <a16:creationId xmlns:a16="http://schemas.microsoft.com/office/drawing/2014/main" id="{6D9567C2-77B0-4A67-936E-0E5E984A7D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90" name="Text 3">
                      <a:extLst>
                        <a:ext uri="{FF2B5EF4-FFF2-40B4-BE49-F238E27FC236}">
                          <a16:creationId xmlns:a16="http://schemas.microsoft.com/office/drawing/2014/main" id="{DDA95ECD-C0E5-40C5-9B92-355031994F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92" name="直接连接符 91">
                      <a:extLst>
                        <a:ext uri="{FF2B5EF4-FFF2-40B4-BE49-F238E27FC236}">
                          <a16:creationId xmlns:a16="http://schemas.microsoft.com/office/drawing/2014/main" id="{F2E4C669-2AEC-4943-939C-C7E8F61030D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3" name="直角三角形 92">
                      <a:extLst>
                        <a:ext uri="{FF2B5EF4-FFF2-40B4-BE49-F238E27FC236}">
                          <a16:creationId xmlns:a16="http://schemas.microsoft.com/office/drawing/2014/main" id="{F394DD8B-0803-4FE1-B9A1-FBACEEB294B8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94" name="直接连接符 93">
                      <a:extLst>
                        <a:ext uri="{FF2B5EF4-FFF2-40B4-BE49-F238E27FC236}">
                          <a16:creationId xmlns:a16="http://schemas.microsoft.com/office/drawing/2014/main" id="{268C4E1D-0533-4B62-B858-FC6693E02E3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5" name="直角三角形 94">
                      <a:extLst>
                        <a:ext uri="{FF2B5EF4-FFF2-40B4-BE49-F238E27FC236}">
                          <a16:creationId xmlns:a16="http://schemas.microsoft.com/office/drawing/2014/main" id="{53965AD0-9481-4098-80B8-30ADA1C61897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79" name="Text 3">
                    <a:extLst>
                      <a:ext uri="{FF2B5EF4-FFF2-40B4-BE49-F238E27FC236}">
                        <a16:creationId xmlns:a16="http://schemas.microsoft.com/office/drawing/2014/main" id="{832F9B2E-E8F2-4573-A0A0-4CE385C74C5B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80" name="Text 3">
                    <a:extLst>
                      <a:ext uri="{FF2B5EF4-FFF2-40B4-BE49-F238E27FC236}">
                        <a16:creationId xmlns:a16="http://schemas.microsoft.com/office/drawing/2014/main" id="{103A8FE0-11EA-4330-BA38-12A170D54EDD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81" name="Text 3">
                    <a:extLst>
                      <a:ext uri="{FF2B5EF4-FFF2-40B4-BE49-F238E27FC236}">
                        <a16:creationId xmlns:a16="http://schemas.microsoft.com/office/drawing/2014/main" id="{CF3AE4B0-A9FE-49A0-B9DF-2F1DAE6D46F2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82" name="直接连接符 81">
                    <a:extLst>
                      <a:ext uri="{FF2B5EF4-FFF2-40B4-BE49-F238E27FC236}">
                        <a16:creationId xmlns:a16="http://schemas.microsoft.com/office/drawing/2014/main" id="{1F152FE2-DA6F-4ABF-BB7B-91C16D1786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" name="直角三角形 82">
                    <a:extLst>
                      <a:ext uri="{FF2B5EF4-FFF2-40B4-BE49-F238E27FC236}">
                        <a16:creationId xmlns:a16="http://schemas.microsoft.com/office/drawing/2014/main" id="{5E0BEEF7-F1AD-4EB4-A760-1B162DEE475E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4" name="直接连接符 83">
                    <a:extLst>
                      <a:ext uri="{FF2B5EF4-FFF2-40B4-BE49-F238E27FC236}">
                        <a16:creationId xmlns:a16="http://schemas.microsoft.com/office/drawing/2014/main" id="{1A65594D-7792-4CEF-9EC8-F6C1DE4741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" name="直角三角形 84">
                    <a:extLst>
                      <a:ext uri="{FF2B5EF4-FFF2-40B4-BE49-F238E27FC236}">
                        <a16:creationId xmlns:a16="http://schemas.microsoft.com/office/drawing/2014/main" id="{D3559473-D6A7-465B-824F-87BE6A837A51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76" name="图片 75">
                  <a:extLst>
                    <a:ext uri="{FF2B5EF4-FFF2-40B4-BE49-F238E27FC236}">
                      <a16:creationId xmlns:a16="http://schemas.microsoft.com/office/drawing/2014/main" id="{416A6EFD-AAFD-4FD2-92FB-961436EAB2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74" name="图片 73">
                <a:extLst>
                  <a:ext uri="{FF2B5EF4-FFF2-40B4-BE49-F238E27FC236}">
                    <a16:creationId xmlns:a16="http://schemas.microsoft.com/office/drawing/2014/main" id="{6F92179A-10E6-44DC-A14D-49C8341948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D33A1E75-5660-4220-B5C6-270FBAE93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9534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90">
            <a:extLst>
              <a:ext uri="{FF2B5EF4-FFF2-40B4-BE49-F238E27FC236}">
                <a16:creationId xmlns:a16="http://schemas.microsoft.com/office/drawing/2014/main" id="{0B8DF00C-14F2-49FC-B202-175A471EF713}"/>
              </a:ext>
            </a:extLst>
          </p:cNvPr>
          <p:cNvSpPr/>
          <p:nvPr/>
        </p:nvSpPr>
        <p:spPr>
          <a:xfrm>
            <a:off x="7928281" y="693076"/>
            <a:ext cx="4153678" cy="616492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67E7F28B-A234-4B68-81B6-EA16BA6728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243" r="2118" b="1135"/>
          <a:stretch/>
        </p:blipFill>
        <p:spPr>
          <a:xfrm>
            <a:off x="8032344" y="782579"/>
            <a:ext cx="3945551" cy="5965808"/>
          </a:xfrm>
          <a:prstGeom prst="rect">
            <a:avLst/>
          </a:prstGeom>
        </p:spPr>
      </p:pic>
      <p:grpSp>
        <p:nvGrpSpPr>
          <p:cNvPr id="48" name="组合 47">
            <a:extLst>
              <a:ext uri="{FF2B5EF4-FFF2-40B4-BE49-F238E27FC236}">
                <a16:creationId xmlns:a16="http://schemas.microsoft.com/office/drawing/2014/main" id="{19C0463A-1427-4466-87DD-EDDF17C5FABD}"/>
              </a:ext>
            </a:extLst>
          </p:cNvPr>
          <p:cNvGrpSpPr/>
          <p:nvPr/>
        </p:nvGrpSpPr>
        <p:grpSpPr>
          <a:xfrm>
            <a:off x="3369733" y="61279"/>
            <a:ext cx="8130051" cy="461665"/>
            <a:chOff x="3369733" y="61279"/>
            <a:chExt cx="8130051" cy="461665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2CAC993-151E-4B4F-9FE2-2F6097D8E30A}"/>
                </a:ext>
              </a:extLst>
            </p:cNvPr>
            <p:cNvSpPr/>
            <p:nvPr/>
          </p:nvSpPr>
          <p:spPr>
            <a:xfrm>
              <a:off x="3446096" y="274410"/>
              <a:ext cx="7854666" cy="2308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2" name="文本框 811">
              <a:extLst>
                <a:ext uri="{FF2B5EF4-FFF2-40B4-BE49-F238E27FC236}">
                  <a16:creationId xmlns:a16="http://schemas.microsoft.com/office/drawing/2014/main" id="{458A518A-F136-4B07-B988-29F3CAE214AD}"/>
                </a:ext>
              </a:extLst>
            </p:cNvPr>
            <p:cNvSpPr txBox="1"/>
            <p:nvPr/>
          </p:nvSpPr>
          <p:spPr>
            <a:xfrm>
              <a:off x="3719267" y="61279"/>
              <a:ext cx="7780517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zh-CN" altLang="en-US" sz="2400" dirty="0"/>
                <a:t>为实现检索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“两信号是否同时出现”</a:t>
              </a:r>
              <a:r>
                <a:rPr lang="zh-CN" altLang="en-US" sz="2400" dirty="0"/>
                <a:t>的逻辑，设计以下电路</a:t>
              </a: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A9C8468-AB04-40DB-964B-9A060D262C84}"/>
                </a:ext>
              </a:extLst>
            </p:cNvPr>
            <p:cNvCxnSpPr>
              <a:cxnSpLocks/>
            </p:cNvCxnSpPr>
            <p:nvPr/>
          </p:nvCxnSpPr>
          <p:spPr>
            <a:xfrm>
              <a:off x="4089400" y="507851"/>
              <a:ext cx="7410384" cy="0"/>
            </a:xfrm>
            <a:prstGeom prst="line">
              <a:avLst/>
            </a:prstGeom>
            <a:ln w="50800">
              <a:solidFill>
                <a:srgbClr val="00002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28E27DD5-0E99-4939-A110-26844AAF89AA}"/>
                </a:ext>
              </a:extLst>
            </p:cNvPr>
            <p:cNvCxnSpPr>
              <a:cxnSpLocks/>
            </p:cNvCxnSpPr>
            <p:nvPr/>
          </p:nvCxnSpPr>
          <p:spPr>
            <a:xfrm>
              <a:off x="3369733" y="507851"/>
              <a:ext cx="594215" cy="1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 w="508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直角三角形 70">
              <a:extLst>
                <a:ext uri="{FF2B5EF4-FFF2-40B4-BE49-F238E27FC236}">
                  <a16:creationId xmlns:a16="http://schemas.microsoft.com/office/drawing/2014/main" id="{FD9259C1-0E72-4128-81CD-F3ADEFF3DF01}"/>
                </a:ext>
              </a:extLst>
            </p:cNvPr>
            <p:cNvSpPr/>
            <p:nvPr/>
          </p:nvSpPr>
          <p:spPr>
            <a:xfrm rot="13500000">
              <a:off x="3436500" y="176566"/>
              <a:ext cx="216000" cy="216000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8376525F-9D65-4FBA-9E94-A2C477F6A197}"/>
              </a:ext>
            </a:extLst>
          </p:cNvPr>
          <p:cNvSpPr txBox="1"/>
          <p:nvPr/>
        </p:nvSpPr>
        <p:spPr>
          <a:xfrm>
            <a:off x="4089400" y="1236058"/>
            <a:ext cx="3838880" cy="45858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</a:rPr>
              <a:t>VPERM </a:t>
            </a:r>
            <a:r>
              <a:rPr lang="zh-CN" altLang="en-US" sz="2800" b="1" dirty="0">
                <a:solidFill>
                  <a:srgbClr val="7030A0"/>
                </a:solidFill>
              </a:rPr>
              <a:t>使能信号</a:t>
            </a:r>
            <a:r>
              <a:rPr lang="zh-CN" altLang="en-US" sz="2400" dirty="0">
                <a:latin typeface="等线" panose="020F0502020204030204"/>
                <a:ea typeface="等线" panose="02010600030101010101" pitchFamily="2" charset="-122"/>
              </a:rPr>
              <a:t>都为高时，</a:t>
            </a:r>
            <a:r>
              <a:rPr lang="en-US" altLang="zh-CN" sz="2400" dirty="0">
                <a:latin typeface="等线" panose="020F0502020204030204"/>
                <a:ea typeface="等线" panose="02010600030101010101" pitchFamily="2" charset="-122"/>
              </a:rPr>
              <a:t>MOS</a:t>
            </a:r>
            <a:r>
              <a:rPr lang="zh-CN" altLang="en-US" sz="2400" dirty="0">
                <a:latin typeface="等线" panose="020F0502020204030204"/>
                <a:ea typeface="等线" panose="02010600030101010101" pitchFamily="2" charset="-122"/>
              </a:rPr>
              <a:t>管关断。</a:t>
            </a:r>
            <a:endParaRPr lang="en-US" altLang="zh-CN" sz="2400" dirty="0">
              <a:latin typeface="等线" panose="020F0502020204030204"/>
              <a:ea typeface="等线" panose="02010600030101010101" pitchFamily="2" charset="-122"/>
            </a:endParaRPr>
          </a:p>
          <a:p>
            <a:r>
              <a:rPr lang="zh-CN" altLang="en-US" sz="2400" dirty="0">
                <a:latin typeface="等线" panose="020F0502020204030204"/>
                <a:ea typeface="等线" panose="02010600030101010101" pitchFamily="2" charset="-122"/>
              </a:rPr>
              <a:t>由于至此模拟信号已经被转换为脉冲信号，仅由频率区别，整合后的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VNE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神经元信号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由比较器</a:t>
            </a:r>
            <a:r>
              <a:rPr lang="zh-CN" altLang="en-US" sz="2400" dirty="0">
                <a:latin typeface="等线" panose="020F0502020204030204"/>
                <a:ea typeface="等线" panose="02010600030101010101" pitchFamily="2" charset="-122"/>
              </a:rPr>
              <a:t>统一整理输出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强度为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3V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VENG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。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endParaRPr lang="en-US" altLang="zh-CN" sz="2400" dirty="0">
              <a:latin typeface="等线" panose="020F0502020204030204"/>
              <a:ea typeface="等线" panose="02010600030101010101" pitchFamily="2" charset="-122"/>
            </a:endParaRPr>
          </a:p>
          <a:p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VPERM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使能信号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不都为高时，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MOS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管打开，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VENG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恒为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0V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。</a:t>
            </a:r>
            <a:endParaRPr lang="zh-CN" altLang="en-US" sz="2400" dirty="0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6F0420DA-077F-40F6-B346-057162D309A2}"/>
              </a:ext>
            </a:extLst>
          </p:cNvPr>
          <p:cNvGrpSpPr/>
          <p:nvPr/>
        </p:nvGrpSpPr>
        <p:grpSpPr>
          <a:xfrm rot="10800000">
            <a:off x="-7040302" y="-2003194"/>
            <a:ext cx="10890880" cy="10864388"/>
            <a:chOff x="-7040302" y="-2003194"/>
            <a:chExt cx="10890880" cy="10864388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DFE88DB9-654C-49B1-88E0-A40BD111141D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219BB5D6-26C2-439D-A843-8A4BAF7EEBF7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66" name="组合 65">
                  <a:extLst>
                    <a:ext uri="{FF2B5EF4-FFF2-40B4-BE49-F238E27FC236}">
                      <a16:creationId xmlns:a16="http://schemas.microsoft.com/office/drawing/2014/main" id="{91C76D67-B143-4B03-8362-64C0E8B66348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68" name="组合 67">
                    <a:extLst>
                      <a:ext uri="{FF2B5EF4-FFF2-40B4-BE49-F238E27FC236}">
                        <a16:creationId xmlns:a16="http://schemas.microsoft.com/office/drawing/2014/main" id="{C3996E1C-91D1-4C05-AD0E-493F2591726A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77" name="组合 76">
                      <a:extLst>
                        <a:ext uri="{FF2B5EF4-FFF2-40B4-BE49-F238E27FC236}">
                          <a16:creationId xmlns:a16="http://schemas.microsoft.com/office/drawing/2014/main" id="{E46A4AE0-E625-474B-B1C7-5AED190A3ECE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85" name="组合 84">
                        <a:extLst>
                          <a:ext uri="{FF2B5EF4-FFF2-40B4-BE49-F238E27FC236}">
                            <a16:creationId xmlns:a16="http://schemas.microsoft.com/office/drawing/2014/main" id="{FFF64DB7-DEAE-4541-A3AC-C2BEB5B479C9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94" name="组合 93">
                          <a:extLst>
                            <a:ext uri="{FF2B5EF4-FFF2-40B4-BE49-F238E27FC236}">
                              <a16:creationId xmlns:a16="http://schemas.microsoft.com/office/drawing/2014/main" id="{2840C175-A5C8-464A-A626-CBEBB138382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96" name="组合 95">
                            <a:extLst>
                              <a:ext uri="{FF2B5EF4-FFF2-40B4-BE49-F238E27FC236}">
                                <a16:creationId xmlns:a16="http://schemas.microsoft.com/office/drawing/2014/main" id="{E2E998F3-5160-4822-829A-6C7356AF52D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107" name="任意多边形: 形状 106">
                              <a:extLst>
                                <a:ext uri="{FF2B5EF4-FFF2-40B4-BE49-F238E27FC236}">
                                  <a16:creationId xmlns:a16="http://schemas.microsoft.com/office/drawing/2014/main" id="{3D4EFD02-FEF1-4562-B4B3-6E049528384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8" name="任意多边形: 形状 107">
                              <a:extLst>
                                <a:ext uri="{FF2B5EF4-FFF2-40B4-BE49-F238E27FC236}">
                                  <a16:creationId xmlns:a16="http://schemas.microsoft.com/office/drawing/2014/main" id="{42AB5B36-916E-4E03-8FC0-10CC5F19AB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9" name="任意多边形: 形状 108">
                              <a:extLst>
                                <a:ext uri="{FF2B5EF4-FFF2-40B4-BE49-F238E27FC236}">
                                  <a16:creationId xmlns:a16="http://schemas.microsoft.com/office/drawing/2014/main" id="{7A9DD1E7-C281-419B-84BE-AC9507773D5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10" name="任意多边形: 形状 109">
                              <a:extLst>
                                <a:ext uri="{FF2B5EF4-FFF2-40B4-BE49-F238E27FC236}">
                                  <a16:creationId xmlns:a16="http://schemas.microsoft.com/office/drawing/2014/main" id="{60FD18B8-AFAF-4380-8518-21C5B852D8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97" name="Text 3">
                            <a:extLst>
                              <a:ext uri="{FF2B5EF4-FFF2-40B4-BE49-F238E27FC236}">
                                <a16:creationId xmlns:a16="http://schemas.microsoft.com/office/drawing/2014/main" id="{5E2B5A7B-A25F-4D5B-AE5E-4F6EC818472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98" name="Text 3">
                            <a:extLst>
                              <a:ext uri="{FF2B5EF4-FFF2-40B4-BE49-F238E27FC236}">
                                <a16:creationId xmlns:a16="http://schemas.microsoft.com/office/drawing/2014/main" id="{F0538D00-DE9E-4A41-91EE-C80CBE5C72E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原文中部分电路小范围测试时可以正常工作，整合电路中模拟无法收敛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99" name="组合 98">
                            <a:extLst>
                              <a:ext uri="{FF2B5EF4-FFF2-40B4-BE49-F238E27FC236}">
                                <a16:creationId xmlns:a16="http://schemas.microsoft.com/office/drawing/2014/main" id="{4B041259-3576-4972-85CE-99392D3117C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100" name="Text 3">
                              <a:extLst>
                                <a:ext uri="{FF2B5EF4-FFF2-40B4-BE49-F238E27FC236}">
                                  <a16:creationId xmlns:a16="http://schemas.microsoft.com/office/drawing/2014/main" id="{94222275-060B-49F0-B349-9EA92C9DFA3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适应原理特性实现器件功能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101" name="组合 100">
                              <a:extLst>
                                <a:ext uri="{FF2B5EF4-FFF2-40B4-BE49-F238E27FC236}">
                                  <a16:creationId xmlns:a16="http://schemas.microsoft.com/office/drawing/2014/main" id="{784EAD34-0B1C-4DE9-B813-D12098F5167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05" name="直接连接符 104">
                                <a:extLst>
                                  <a:ext uri="{FF2B5EF4-FFF2-40B4-BE49-F238E27FC236}">
                                    <a16:creationId xmlns:a16="http://schemas.microsoft.com/office/drawing/2014/main" id="{EFF16247-6CBE-4F8F-8DFF-C964448D12BE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06" name="直角三角形 105">
                                <a:extLst>
                                  <a:ext uri="{FF2B5EF4-FFF2-40B4-BE49-F238E27FC236}">
                                    <a16:creationId xmlns:a16="http://schemas.microsoft.com/office/drawing/2014/main" id="{36123840-30C0-42F9-8EB4-73F4AC60501C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102" name="组合 101">
                              <a:extLst>
                                <a:ext uri="{FF2B5EF4-FFF2-40B4-BE49-F238E27FC236}">
                                  <a16:creationId xmlns:a16="http://schemas.microsoft.com/office/drawing/2014/main" id="{619F4A41-0CFA-435D-8BA3-452C0549B96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03" name="直接连接符 102">
                                <a:extLst>
                                  <a:ext uri="{FF2B5EF4-FFF2-40B4-BE49-F238E27FC236}">
                                    <a16:creationId xmlns:a16="http://schemas.microsoft.com/office/drawing/2014/main" id="{6296A853-77E4-4D01-ADF7-454FDB262465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04" name="直角三角形 103">
                                <a:extLst>
                                  <a:ext uri="{FF2B5EF4-FFF2-40B4-BE49-F238E27FC236}">
                                    <a16:creationId xmlns:a16="http://schemas.microsoft.com/office/drawing/2014/main" id="{685560FC-031F-4A09-9D78-BF7E17077D8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95" name="图片 94">
                          <a:extLst>
                            <a:ext uri="{FF2B5EF4-FFF2-40B4-BE49-F238E27FC236}">
                              <a16:creationId xmlns:a16="http://schemas.microsoft.com/office/drawing/2014/main" id="{372530FC-3088-48ED-B12C-9A6D5809A3E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86" name="Text 3">
                        <a:extLst>
                          <a:ext uri="{FF2B5EF4-FFF2-40B4-BE49-F238E27FC236}">
                            <a16:creationId xmlns:a16="http://schemas.microsoft.com/office/drawing/2014/main" id="{40A2B916-A699-433C-B560-982713331F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7" name="Text 3">
                        <a:extLst>
                          <a:ext uri="{FF2B5EF4-FFF2-40B4-BE49-F238E27FC236}">
                            <a16:creationId xmlns:a16="http://schemas.microsoft.com/office/drawing/2014/main" id="{B2975998-5906-4F54-B5DB-7163944E8D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8" name="Text 3">
                        <a:extLst>
                          <a:ext uri="{FF2B5EF4-FFF2-40B4-BE49-F238E27FC236}">
                            <a16:creationId xmlns:a16="http://schemas.microsoft.com/office/drawing/2014/main" id="{51F3A6BA-17D9-464F-AE0B-A41FD4805D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89" name="直接连接符 88">
                        <a:extLst>
                          <a:ext uri="{FF2B5EF4-FFF2-40B4-BE49-F238E27FC236}">
                            <a16:creationId xmlns:a16="http://schemas.microsoft.com/office/drawing/2014/main" id="{3A10D861-B2C2-4178-A09D-6B0CB3BD986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90" name="直角三角形 89">
                        <a:extLst>
                          <a:ext uri="{FF2B5EF4-FFF2-40B4-BE49-F238E27FC236}">
                            <a16:creationId xmlns:a16="http://schemas.microsoft.com/office/drawing/2014/main" id="{B9CD03DF-2F88-4465-91B2-3066228369BA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92" name="直接连接符 91">
                        <a:extLst>
                          <a:ext uri="{FF2B5EF4-FFF2-40B4-BE49-F238E27FC236}">
                            <a16:creationId xmlns:a16="http://schemas.microsoft.com/office/drawing/2014/main" id="{E72A9DD2-08B7-45B4-A76E-004A396191F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93" name="直角三角形 92">
                        <a:extLst>
                          <a:ext uri="{FF2B5EF4-FFF2-40B4-BE49-F238E27FC236}">
                            <a16:creationId xmlns:a16="http://schemas.microsoft.com/office/drawing/2014/main" id="{0A78C3BB-4617-4B6B-87A4-01A636101FA2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78" name="Text 3">
                      <a:extLst>
                        <a:ext uri="{FF2B5EF4-FFF2-40B4-BE49-F238E27FC236}">
                          <a16:creationId xmlns:a16="http://schemas.microsoft.com/office/drawing/2014/main" id="{A0129882-EF40-4C8E-A79E-EFF659E355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79" name="Text 3">
                      <a:extLst>
                        <a:ext uri="{FF2B5EF4-FFF2-40B4-BE49-F238E27FC236}">
                          <a16:creationId xmlns:a16="http://schemas.microsoft.com/office/drawing/2014/main" id="{328A92A9-3774-4963-8D19-5CE0F55CA2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80" name="Text 3">
                      <a:extLst>
                        <a:ext uri="{FF2B5EF4-FFF2-40B4-BE49-F238E27FC236}">
                          <a16:creationId xmlns:a16="http://schemas.microsoft.com/office/drawing/2014/main" id="{040710C3-7BAF-4B64-80A4-2706DEECBF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81" name="直接连接符 80">
                      <a:extLst>
                        <a:ext uri="{FF2B5EF4-FFF2-40B4-BE49-F238E27FC236}">
                          <a16:creationId xmlns:a16="http://schemas.microsoft.com/office/drawing/2014/main" id="{BB2922A7-9703-4C76-9DAF-B000E0E3DD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2" name="直角三角形 81">
                      <a:extLst>
                        <a:ext uri="{FF2B5EF4-FFF2-40B4-BE49-F238E27FC236}">
                          <a16:creationId xmlns:a16="http://schemas.microsoft.com/office/drawing/2014/main" id="{754D49E2-7807-47D2-A29B-4541CEA1D2FC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83" name="直接连接符 82">
                      <a:extLst>
                        <a:ext uri="{FF2B5EF4-FFF2-40B4-BE49-F238E27FC236}">
                          <a16:creationId xmlns:a16="http://schemas.microsoft.com/office/drawing/2014/main" id="{AD792116-631A-4E4F-948B-C7E343F9A95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4" name="直角三角形 83">
                      <a:extLst>
                        <a:ext uri="{FF2B5EF4-FFF2-40B4-BE49-F238E27FC236}">
                          <a16:creationId xmlns:a16="http://schemas.microsoft.com/office/drawing/2014/main" id="{3243A1E8-CE19-4D28-8BF6-9D28F276A3CE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69" name="Text 3">
                    <a:extLst>
                      <a:ext uri="{FF2B5EF4-FFF2-40B4-BE49-F238E27FC236}">
                        <a16:creationId xmlns:a16="http://schemas.microsoft.com/office/drawing/2014/main" id="{08EF2158-EFAE-4D3B-9425-9CACA6E3601C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70" name="Text 3">
                    <a:extLst>
                      <a:ext uri="{FF2B5EF4-FFF2-40B4-BE49-F238E27FC236}">
                        <a16:creationId xmlns:a16="http://schemas.microsoft.com/office/drawing/2014/main" id="{766B90AE-D1E9-4EB9-A570-0966650371FF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72" name="Text 3">
                    <a:extLst>
                      <a:ext uri="{FF2B5EF4-FFF2-40B4-BE49-F238E27FC236}">
                        <a16:creationId xmlns:a16="http://schemas.microsoft.com/office/drawing/2014/main" id="{EC6F8353-3651-42D3-B4DC-0EFB8DC4EC80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73" name="直接连接符 72">
                    <a:extLst>
                      <a:ext uri="{FF2B5EF4-FFF2-40B4-BE49-F238E27FC236}">
                        <a16:creationId xmlns:a16="http://schemas.microsoft.com/office/drawing/2014/main" id="{1E2B01AB-F596-4890-A1E0-83BFEE8B4C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4" name="直角三角形 73">
                    <a:extLst>
                      <a:ext uri="{FF2B5EF4-FFF2-40B4-BE49-F238E27FC236}">
                        <a16:creationId xmlns:a16="http://schemas.microsoft.com/office/drawing/2014/main" id="{FB1D68A5-D4DA-465E-A6DA-F1DA14213A62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75" name="直接连接符 74">
                    <a:extLst>
                      <a:ext uri="{FF2B5EF4-FFF2-40B4-BE49-F238E27FC236}">
                        <a16:creationId xmlns:a16="http://schemas.microsoft.com/office/drawing/2014/main" id="{D61A62B9-0C2E-4ADA-824A-26527BE58F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6" name="直角三角形 75">
                    <a:extLst>
                      <a:ext uri="{FF2B5EF4-FFF2-40B4-BE49-F238E27FC236}">
                        <a16:creationId xmlns:a16="http://schemas.microsoft.com/office/drawing/2014/main" id="{FC4677B5-B7F6-4D5B-B08D-430D184256B0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67" name="图片 66">
                  <a:extLst>
                    <a:ext uri="{FF2B5EF4-FFF2-40B4-BE49-F238E27FC236}">
                      <a16:creationId xmlns:a16="http://schemas.microsoft.com/office/drawing/2014/main" id="{6B251468-6162-4040-9F60-6903789C19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65" name="图片 64">
                <a:extLst>
                  <a:ext uri="{FF2B5EF4-FFF2-40B4-BE49-F238E27FC236}">
                    <a16:creationId xmlns:a16="http://schemas.microsoft.com/office/drawing/2014/main" id="{ECBE2EE5-B6BE-4AE8-BFFA-464A384915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866C3B56-85C7-42E0-9D93-819029C46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0132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>
            <a:extLst>
              <a:ext uri="{FF2B5EF4-FFF2-40B4-BE49-F238E27FC236}">
                <a16:creationId xmlns:a16="http://schemas.microsoft.com/office/drawing/2014/main" id="{600DE0A7-A240-4054-A9D7-FC1702CEB75F}"/>
              </a:ext>
            </a:extLst>
          </p:cNvPr>
          <p:cNvGrpSpPr/>
          <p:nvPr/>
        </p:nvGrpSpPr>
        <p:grpSpPr>
          <a:xfrm>
            <a:off x="3652372" y="46186"/>
            <a:ext cx="8130051" cy="461665"/>
            <a:chOff x="3369733" y="61279"/>
            <a:chExt cx="8130051" cy="461665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A5A54A26-E178-464F-AD54-9A6593ADA21B}"/>
                </a:ext>
              </a:extLst>
            </p:cNvPr>
            <p:cNvSpPr/>
            <p:nvPr/>
          </p:nvSpPr>
          <p:spPr>
            <a:xfrm>
              <a:off x="3446096" y="274410"/>
              <a:ext cx="7854666" cy="2308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1AEFE783-86F5-4364-96D3-D4C9A6FB1BDB}"/>
                </a:ext>
              </a:extLst>
            </p:cNvPr>
            <p:cNvSpPr txBox="1"/>
            <p:nvPr/>
          </p:nvSpPr>
          <p:spPr>
            <a:xfrm>
              <a:off x="3719267" y="61279"/>
              <a:ext cx="7780517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zh-CN" altLang="en-US" sz="2400" dirty="0"/>
                <a:t>基于生物联想学习的机制，该模块有进一步改进的空间</a:t>
              </a:r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642239A5-6DE4-45C2-B123-75351C8C041C}"/>
                </a:ext>
              </a:extLst>
            </p:cNvPr>
            <p:cNvCxnSpPr>
              <a:cxnSpLocks/>
            </p:cNvCxnSpPr>
            <p:nvPr/>
          </p:nvCxnSpPr>
          <p:spPr>
            <a:xfrm>
              <a:off x="4089400" y="507851"/>
              <a:ext cx="7410384" cy="0"/>
            </a:xfrm>
            <a:prstGeom prst="line">
              <a:avLst/>
            </a:prstGeom>
            <a:ln w="50800">
              <a:solidFill>
                <a:srgbClr val="00002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9E4D2A1-50EF-4CA7-8E1B-538256FC30CF}"/>
                </a:ext>
              </a:extLst>
            </p:cNvPr>
            <p:cNvCxnSpPr>
              <a:cxnSpLocks/>
            </p:cNvCxnSpPr>
            <p:nvPr/>
          </p:nvCxnSpPr>
          <p:spPr>
            <a:xfrm>
              <a:off x="3369733" y="507851"/>
              <a:ext cx="594215" cy="1"/>
            </a:xfrm>
            <a:prstGeom prst="line">
              <a:avLst/>
            </a:prstGeom>
            <a:solidFill>
              <a:srgbClr val="FF0000"/>
            </a:solidFill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直角三角形 67">
              <a:extLst>
                <a:ext uri="{FF2B5EF4-FFF2-40B4-BE49-F238E27FC236}">
                  <a16:creationId xmlns:a16="http://schemas.microsoft.com/office/drawing/2014/main" id="{9362DE47-5E6B-46C7-BF30-96426B349A29}"/>
                </a:ext>
              </a:extLst>
            </p:cNvPr>
            <p:cNvSpPr/>
            <p:nvPr/>
          </p:nvSpPr>
          <p:spPr>
            <a:xfrm rot="13500000">
              <a:off x="3436500" y="176566"/>
              <a:ext cx="216000" cy="216000"/>
            </a:xfrm>
            <a:prstGeom prst="rt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1978FF9-16CF-43A6-A56A-F15BF229B3F4}"/>
              </a:ext>
            </a:extLst>
          </p:cNvPr>
          <p:cNvGrpSpPr/>
          <p:nvPr/>
        </p:nvGrpSpPr>
        <p:grpSpPr>
          <a:xfrm>
            <a:off x="4372039" y="913963"/>
            <a:ext cx="5236655" cy="872951"/>
            <a:chOff x="4988442" y="1215233"/>
            <a:chExt cx="5236655" cy="872951"/>
          </a:xfrm>
        </p:grpSpPr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A823E578-BF45-4635-A32F-822D5F9EB092}"/>
                </a:ext>
              </a:extLst>
            </p:cNvPr>
            <p:cNvSpPr txBox="1"/>
            <p:nvPr/>
          </p:nvSpPr>
          <p:spPr>
            <a:xfrm>
              <a:off x="5365437" y="1215233"/>
              <a:ext cx="485966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关于突触链接建立的条件与方向性——MMAM单元前的判断机制</a:t>
              </a:r>
            </a:p>
          </p:txBody>
        </p: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DB1C3AB2-993D-45FF-9F20-8C49C7CD9F82}"/>
                </a:ext>
              </a:extLst>
            </p:cNvPr>
            <p:cNvCxnSpPr>
              <a:cxnSpLocks/>
            </p:cNvCxnSpPr>
            <p:nvPr/>
          </p:nvCxnSpPr>
          <p:spPr>
            <a:xfrm>
              <a:off x="5375283" y="2072051"/>
              <a:ext cx="1799439" cy="6312"/>
            </a:xfrm>
            <a:prstGeom prst="line">
              <a:avLst/>
            </a:prstGeom>
            <a:ln w="50800">
              <a:solidFill>
                <a:srgbClr val="00002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9FF085D4-2300-4494-B0FA-0971270951B6}"/>
                </a:ext>
              </a:extLst>
            </p:cNvPr>
            <p:cNvSpPr/>
            <p:nvPr/>
          </p:nvSpPr>
          <p:spPr>
            <a:xfrm>
              <a:off x="5115007" y="1235977"/>
              <a:ext cx="147239" cy="830997"/>
            </a:xfrm>
            <a:prstGeom prst="rect">
              <a:avLst/>
            </a:prstGeom>
            <a:solidFill>
              <a:srgbClr val="0000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E9389C36-89F3-4394-B512-4473B3F76597}"/>
                </a:ext>
              </a:extLst>
            </p:cNvPr>
            <p:cNvSpPr/>
            <p:nvPr/>
          </p:nvSpPr>
          <p:spPr>
            <a:xfrm>
              <a:off x="4988442" y="1247366"/>
              <a:ext cx="45719" cy="830997"/>
            </a:xfrm>
            <a:prstGeom prst="rect">
              <a:avLst/>
            </a:prstGeom>
            <a:solidFill>
              <a:srgbClr val="0000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89A088DC-8BB5-4E36-9171-445C1C23C6C8}"/>
                </a:ext>
              </a:extLst>
            </p:cNvPr>
            <p:cNvCxnSpPr>
              <a:cxnSpLocks/>
            </p:cNvCxnSpPr>
            <p:nvPr/>
          </p:nvCxnSpPr>
          <p:spPr>
            <a:xfrm>
              <a:off x="7170668" y="2081392"/>
              <a:ext cx="1799439" cy="6312"/>
            </a:xfrm>
            <a:prstGeom prst="line">
              <a:avLst/>
            </a:prstGeom>
            <a:ln w="508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ED4C81B-2EE0-4C80-9333-02F7644A9005}"/>
                </a:ext>
              </a:extLst>
            </p:cNvPr>
            <p:cNvCxnSpPr>
              <a:cxnSpLocks/>
            </p:cNvCxnSpPr>
            <p:nvPr/>
          </p:nvCxnSpPr>
          <p:spPr>
            <a:xfrm>
              <a:off x="8970107" y="2088184"/>
              <a:ext cx="1073875" cy="0"/>
            </a:xfrm>
            <a:prstGeom prst="line">
              <a:avLst/>
            </a:prstGeom>
            <a:ln w="5080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939C49BD-837B-45AC-93AC-F2ADBDBEA059}"/>
              </a:ext>
            </a:extLst>
          </p:cNvPr>
          <p:cNvSpPr/>
          <p:nvPr/>
        </p:nvSpPr>
        <p:spPr>
          <a:xfrm>
            <a:off x="4407011" y="1913467"/>
            <a:ext cx="5015829" cy="4550909"/>
          </a:xfrm>
          <a:prstGeom prst="rect">
            <a:avLst/>
          </a:prstGeom>
          <a:pattFill prst="pct10">
            <a:fgClr>
              <a:schemeClr val="bg1">
                <a:lumMod val="50000"/>
              </a:schemeClr>
            </a:fgClr>
            <a:bgClr>
              <a:schemeClr val="bg1">
                <a:lumMod val="85000"/>
              </a:schemeClr>
            </a:bgClr>
          </a:pattFill>
          <a:ln w="34925">
            <a:solidFill>
              <a:srgbClr val="00002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E6B1F1F9-C471-4B26-8532-C30A1DCDFDB7}"/>
              </a:ext>
            </a:extLst>
          </p:cNvPr>
          <p:cNvSpPr txBox="1"/>
          <p:nvPr/>
        </p:nvSpPr>
        <p:spPr>
          <a:xfrm>
            <a:off x="4417930" y="2061422"/>
            <a:ext cx="483969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critical window for synaptic modification is </a:t>
            </a:r>
            <a:r>
              <a:rPr lang="en-US" altLang="zh-CN" sz="2400" b="1" dirty="0">
                <a:solidFill>
                  <a:srgbClr val="00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order of 20 </a:t>
            </a:r>
            <a:r>
              <a:rPr lang="en-US" altLang="zh-CN" sz="2400" b="1" dirty="0" err="1">
                <a:solidFill>
                  <a:srgbClr val="00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zh-CN" sz="2400" b="1" dirty="0">
                <a:solidFill>
                  <a:srgbClr val="00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its width appears to be determined by the kinetics of NMDA receptor activation and Ca2+ signaling.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  Bi G, Poo M. Synaptic modifications in cultured hippocampal neurons: dependence on spike timing, synaptic strength, and postsynaptic cell type[J]. Journal of neuroscience, 1998, 18(24): 10464-10472.</a:t>
            </a:r>
          </a:p>
          <a:p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直角三角形 83">
            <a:extLst>
              <a:ext uri="{FF2B5EF4-FFF2-40B4-BE49-F238E27FC236}">
                <a16:creationId xmlns:a16="http://schemas.microsoft.com/office/drawing/2014/main" id="{09072CDB-E64D-4822-84C5-54DC288CD1A7}"/>
              </a:ext>
            </a:extLst>
          </p:cNvPr>
          <p:cNvSpPr/>
          <p:nvPr/>
        </p:nvSpPr>
        <p:spPr>
          <a:xfrm rot="13500000">
            <a:off x="4532555" y="2195992"/>
            <a:ext cx="144000" cy="144000"/>
          </a:xfrm>
          <a:prstGeom prst="rtTriangle">
            <a:avLst/>
          </a:prstGeom>
          <a:solidFill>
            <a:srgbClr val="0000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002A"/>
              </a:solidFill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03EA4665-0CC0-4A9D-AB0E-12BEEC54B037}"/>
              </a:ext>
            </a:extLst>
          </p:cNvPr>
          <p:cNvSpPr txBox="1"/>
          <p:nvPr/>
        </p:nvSpPr>
        <p:spPr>
          <a:xfrm>
            <a:off x="4451306" y="4359808"/>
            <a:ext cx="4544272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There is now compelling evidence that NMDA-receptor-dependent LTP and LTD are expressed, at least in part, by the activity-dependent trafficking of </a:t>
            </a:r>
            <a:r>
              <a:rPr lang="en-US" altLang="zh-CN" sz="2000" b="1" dirty="0">
                <a:solidFill>
                  <a:srgbClr val="00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AMPA receptors.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Malinow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R, 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Malenka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C. AMPA receptor trafficking and synaptic plasticity[J]. Annual review of neuroscience, 2002, 25(1): 103-126.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直角三角形 86">
            <a:extLst>
              <a:ext uri="{FF2B5EF4-FFF2-40B4-BE49-F238E27FC236}">
                <a16:creationId xmlns:a16="http://schemas.microsoft.com/office/drawing/2014/main" id="{C9E56465-BBAA-4652-BCBB-44BA9CEC5BBC}"/>
              </a:ext>
            </a:extLst>
          </p:cNvPr>
          <p:cNvSpPr/>
          <p:nvPr/>
        </p:nvSpPr>
        <p:spPr>
          <a:xfrm rot="13500000">
            <a:off x="4630250" y="4517517"/>
            <a:ext cx="144000" cy="144000"/>
          </a:xfrm>
          <a:prstGeom prst="rtTriangle">
            <a:avLst/>
          </a:prstGeom>
          <a:solidFill>
            <a:srgbClr val="0000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002A"/>
              </a:solidFill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559E8CE-870E-4CAD-9B4D-A7CBBFFEA5EA}"/>
              </a:ext>
            </a:extLst>
          </p:cNvPr>
          <p:cNvSpPr txBox="1"/>
          <p:nvPr/>
        </p:nvSpPr>
        <p:spPr>
          <a:xfrm>
            <a:off x="9608694" y="2192843"/>
            <a:ext cx="2397039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方正姚体" panose="02010601030101010101" pitchFamily="2" charset="-122"/>
                <a:ea typeface="方正姚体" panose="02010601030101010101" pitchFamily="2" charset="-122"/>
              </a:rPr>
              <a:t>突触间联系的建立具有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方正姚体" panose="02010601030101010101" pitchFamily="2" charset="-122"/>
                <a:ea typeface="方正姚体" panose="02010601030101010101" pitchFamily="2" charset="-122"/>
              </a:rPr>
              <a:t>方向性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方正姚体" panose="02010601030101010101" pitchFamily="2" charset="-122"/>
                <a:ea typeface="方正姚体" panose="02010601030101010101" pitchFamily="2" charset="-122"/>
              </a:rPr>
              <a:t>联系的建立取决于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方正姚体" panose="02010601030101010101" pitchFamily="2" charset="-122"/>
                <a:ea typeface="方正姚体" panose="02010601030101010101" pitchFamily="2" charset="-122"/>
              </a:rPr>
              <a:t>唤起联系</a:t>
            </a:r>
            <a:r>
              <a:rPr lang="zh-CN" alt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方正姚体" panose="02010601030101010101" pitchFamily="2" charset="-122"/>
                <a:ea typeface="方正姚体" panose="02010601030101010101" pitchFamily="2" charset="-122"/>
              </a:rPr>
              <a:t>的感官尖峰何时到来，而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方正姚体" panose="02010601030101010101" pitchFamily="2" charset="-122"/>
                <a:ea typeface="方正姚体" panose="02010601030101010101" pitchFamily="2" charset="-122"/>
              </a:rPr>
              <a:t>被唤起的感官</a:t>
            </a:r>
            <a:r>
              <a:rPr lang="zh-CN" alt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方正姚体" panose="02010601030101010101" pitchFamily="2" charset="-122"/>
                <a:ea typeface="方正姚体" panose="02010601030101010101" pitchFamily="2" charset="-122"/>
              </a:rPr>
              <a:t>在其刺激存在的一段时间内一直具有可以建立联系的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方正姚体" panose="02010601030101010101" pitchFamily="2" charset="-122"/>
                <a:ea typeface="方正姚体" panose="02010601030101010101" pitchFamily="2" charset="-122"/>
              </a:rPr>
              <a:t>窗口期</a:t>
            </a:r>
            <a:r>
              <a:rPr lang="zh-CN" alt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方正姚体" panose="02010601030101010101" pitchFamily="2" charset="-122"/>
                <a:ea typeface="方正姚体" panose="02010601030101010101" pitchFamily="2" charset="-122"/>
              </a:rPr>
              <a:t>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8FB6E05B-625C-4E01-86E0-EB9528271265}"/>
              </a:ext>
            </a:extLst>
          </p:cNvPr>
          <p:cNvGrpSpPr/>
          <p:nvPr/>
        </p:nvGrpSpPr>
        <p:grpSpPr>
          <a:xfrm rot="10800000">
            <a:off x="-7040302" y="-2003194"/>
            <a:ext cx="10890880" cy="10864388"/>
            <a:chOff x="-7040302" y="-2003194"/>
            <a:chExt cx="10890880" cy="108643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F8569FEF-96BB-461A-8C26-4067E75D8337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92C51350-A8F4-4BFB-9FF7-137DD56D4D4D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76" name="组合 75">
                  <a:extLst>
                    <a:ext uri="{FF2B5EF4-FFF2-40B4-BE49-F238E27FC236}">
                      <a16:creationId xmlns:a16="http://schemas.microsoft.com/office/drawing/2014/main" id="{7FB4FC57-C0BA-4839-9745-AF114D18FB11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78" name="组合 77">
                    <a:extLst>
                      <a:ext uri="{FF2B5EF4-FFF2-40B4-BE49-F238E27FC236}">
                        <a16:creationId xmlns:a16="http://schemas.microsoft.com/office/drawing/2014/main" id="{A8A2CEF4-D3CF-43D3-9ECA-FCEC49361F0C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94" name="组合 93">
                      <a:extLst>
                        <a:ext uri="{FF2B5EF4-FFF2-40B4-BE49-F238E27FC236}">
                          <a16:creationId xmlns:a16="http://schemas.microsoft.com/office/drawing/2014/main" id="{A39F7894-AD0F-4A9B-984D-50A7B256B30F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102" name="组合 101">
                        <a:extLst>
                          <a:ext uri="{FF2B5EF4-FFF2-40B4-BE49-F238E27FC236}">
                            <a16:creationId xmlns:a16="http://schemas.microsoft.com/office/drawing/2014/main" id="{1EA17791-0A07-4A46-90E9-89B1DB35C455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110" name="组合 109">
                          <a:extLst>
                            <a:ext uri="{FF2B5EF4-FFF2-40B4-BE49-F238E27FC236}">
                              <a16:creationId xmlns:a16="http://schemas.microsoft.com/office/drawing/2014/main" id="{2EC8CBF0-61A7-4424-B48C-D4C9A498E63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112" name="组合 111">
                            <a:extLst>
                              <a:ext uri="{FF2B5EF4-FFF2-40B4-BE49-F238E27FC236}">
                                <a16:creationId xmlns:a16="http://schemas.microsoft.com/office/drawing/2014/main" id="{45F2F2B2-D351-401F-984A-B35D316E111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123" name="任意多边形: 形状 122">
                              <a:extLst>
                                <a:ext uri="{FF2B5EF4-FFF2-40B4-BE49-F238E27FC236}">
                                  <a16:creationId xmlns:a16="http://schemas.microsoft.com/office/drawing/2014/main" id="{17154A48-9448-4EB5-9C79-BDC4BED2D47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24" name="任意多边形: 形状 123">
                              <a:extLst>
                                <a:ext uri="{FF2B5EF4-FFF2-40B4-BE49-F238E27FC236}">
                                  <a16:creationId xmlns:a16="http://schemas.microsoft.com/office/drawing/2014/main" id="{6BCB437B-09B3-4249-A332-4393EF7406D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25" name="任意多边形: 形状 124">
                              <a:extLst>
                                <a:ext uri="{FF2B5EF4-FFF2-40B4-BE49-F238E27FC236}">
                                  <a16:creationId xmlns:a16="http://schemas.microsoft.com/office/drawing/2014/main" id="{EDA7D27F-31F0-471A-ACFD-E4D8ECBA28A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26" name="任意多边形: 形状 125">
                              <a:extLst>
                                <a:ext uri="{FF2B5EF4-FFF2-40B4-BE49-F238E27FC236}">
                                  <a16:creationId xmlns:a16="http://schemas.microsoft.com/office/drawing/2014/main" id="{126D8F48-6705-4512-AB1D-36C22DA8F9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113" name="Text 3">
                            <a:extLst>
                              <a:ext uri="{FF2B5EF4-FFF2-40B4-BE49-F238E27FC236}">
                                <a16:creationId xmlns:a16="http://schemas.microsoft.com/office/drawing/2014/main" id="{0B5BA52D-790A-469B-9343-48A9C72A7C2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114" name="Text 3">
                            <a:extLst>
                              <a:ext uri="{FF2B5EF4-FFF2-40B4-BE49-F238E27FC236}">
                                <a16:creationId xmlns:a16="http://schemas.microsoft.com/office/drawing/2014/main" id="{1C6C771E-3C72-4C9F-8137-0133AE2D972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原文中部分电路小范围测试时可以正常工作，整合电路中模拟无法收敛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115" name="组合 114">
                            <a:extLst>
                              <a:ext uri="{FF2B5EF4-FFF2-40B4-BE49-F238E27FC236}">
                                <a16:creationId xmlns:a16="http://schemas.microsoft.com/office/drawing/2014/main" id="{E08674FD-843D-42F7-A3FE-67B12091719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116" name="Text 3">
                              <a:extLst>
                                <a:ext uri="{FF2B5EF4-FFF2-40B4-BE49-F238E27FC236}">
                                  <a16:creationId xmlns:a16="http://schemas.microsoft.com/office/drawing/2014/main" id="{A0EA1684-E505-4ECD-8C51-94B104E7165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适应原理特性实现器件功能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117" name="组合 116">
                              <a:extLst>
                                <a:ext uri="{FF2B5EF4-FFF2-40B4-BE49-F238E27FC236}">
                                  <a16:creationId xmlns:a16="http://schemas.microsoft.com/office/drawing/2014/main" id="{0526A24D-B6B3-4A47-A538-9ADA1EA893D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21" name="直接连接符 120">
                                <a:extLst>
                                  <a:ext uri="{FF2B5EF4-FFF2-40B4-BE49-F238E27FC236}">
                                    <a16:creationId xmlns:a16="http://schemas.microsoft.com/office/drawing/2014/main" id="{186921B6-C4FF-4437-BBD9-203C44E3D86E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22" name="直角三角形 121">
                                <a:extLst>
                                  <a:ext uri="{FF2B5EF4-FFF2-40B4-BE49-F238E27FC236}">
                                    <a16:creationId xmlns:a16="http://schemas.microsoft.com/office/drawing/2014/main" id="{690CA072-5536-4CDA-A95D-8D2261C49280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118" name="组合 117">
                              <a:extLst>
                                <a:ext uri="{FF2B5EF4-FFF2-40B4-BE49-F238E27FC236}">
                                  <a16:creationId xmlns:a16="http://schemas.microsoft.com/office/drawing/2014/main" id="{3BA6A04C-EA16-43DE-A88B-3DA0104B816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19" name="直接连接符 118">
                                <a:extLst>
                                  <a:ext uri="{FF2B5EF4-FFF2-40B4-BE49-F238E27FC236}">
                                    <a16:creationId xmlns:a16="http://schemas.microsoft.com/office/drawing/2014/main" id="{DE1EC075-9E1A-48A3-898E-9552A3518FD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20" name="直角三角形 119">
                                <a:extLst>
                                  <a:ext uri="{FF2B5EF4-FFF2-40B4-BE49-F238E27FC236}">
                                    <a16:creationId xmlns:a16="http://schemas.microsoft.com/office/drawing/2014/main" id="{5EE39A35-B1F2-4EF6-AF9F-CE3791E0936C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111" name="图片 110">
                          <a:extLst>
                            <a:ext uri="{FF2B5EF4-FFF2-40B4-BE49-F238E27FC236}">
                              <a16:creationId xmlns:a16="http://schemas.microsoft.com/office/drawing/2014/main" id="{3C3C986E-FF0D-4B58-BF99-3FE78DC0ECF1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103" name="Text 3">
                        <a:extLst>
                          <a:ext uri="{FF2B5EF4-FFF2-40B4-BE49-F238E27FC236}">
                            <a16:creationId xmlns:a16="http://schemas.microsoft.com/office/drawing/2014/main" id="{925A8C7B-0898-4B05-8E34-2A29DE7828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104" name="Text 3">
                        <a:extLst>
                          <a:ext uri="{FF2B5EF4-FFF2-40B4-BE49-F238E27FC236}">
                            <a16:creationId xmlns:a16="http://schemas.microsoft.com/office/drawing/2014/main" id="{0006E5FB-2BD8-47B3-9F83-C7A37ADE26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105" name="Text 3">
                        <a:extLst>
                          <a:ext uri="{FF2B5EF4-FFF2-40B4-BE49-F238E27FC236}">
                            <a16:creationId xmlns:a16="http://schemas.microsoft.com/office/drawing/2014/main" id="{9FADE767-1011-499A-B493-1851C6F239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106" name="直接连接符 105">
                        <a:extLst>
                          <a:ext uri="{FF2B5EF4-FFF2-40B4-BE49-F238E27FC236}">
                            <a16:creationId xmlns:a16="http://schemas.microsoft.com/office/drawing/2014/main" id="{E5F4B0D4-168A-465A-B932-881312B6648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7" name="直角三角形 106">
                        <a:extLst>
                          <a:ext uri="{FF2B5EF4-FFF2-40B4-BE49-F238E27FC236}">
                            <a16:creationId xmlns:a16="http://schemas.microsoft.com/office/drawing/2014/main" id="{953267FC-8DDF-42C1-9A3B-D05FDB7DB63D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08" name="直接连接符 107">
                        <a:extLst>
                          <a:ext uri="{FF2B5EF4-FFF2-40B4-BE49-F238E27FC236}">
                            <a16:creationId xmlns:a16="http://schemas.microsoft.com/office/drawing/2014/main" id="{56E3900A-F6F3-4B90-89F8-BF0637AC6F5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9" name="直角三角形 108">
                        <a:extLst>
                          <a:ext uri="{FF2B5EF4-FFF2-40B4-BE49-F238E27FC236}">
                            <a16:creationId xmlns:a16="http://schemas.microsoft.com/office/drawing/2014/main" id="{C458E9A2-09F3-4656-8787-EA768FE9C280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95" name="Text 3">
                      <a:extLst>
                        <a:ext uri="{FF2B5EF4-FFF2-40B4-BE49-F238E27FC236}">
                          <a16:creationId xmlns:a16="http://schemas.microsoft.com/office/drawing/2014/main" id="{6F68FE14-86A8-4504-AE3F-6F4DFF8E18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96" name="Text 3">
                      <a:extLst>
                        <a:ext uri="{FF2B5EF4-FFF2-40B4-BE49-F238E27FC236}">
                          <a16:creationId xmlns:a16="http://schemas.microsoft.com/office/drawing/2014/main" id="{F9C971E1-F7B5-42D4-BBAD-CB72DFD27C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97" name="Text 3">
                      <a:extLst>
                        <a:ext uri="{FF2B5EF4-FFF2-40B4-BE49-F238E27FC236}">
                          <a16:creationId xmlns:a16="http://schemas.microsoft.com/office/drawing/2014/main" id="{11CDC683-D146-4D63-8985-7F7B8B4CC7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98" name="直接连接符 97">
                      <a:extLst>
                        <a:ext uri="{FF2B5EF4-FFF2-40B4-BE49-F238E27FC236}">
                          <a16:creationId xmlns:a16="http://schemas.microsoft.com/office/drawing/2014/main" id="{DC68BBE5-A8CF-4CB9-804C-7D9CC30290A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9" name="直角三角形 98">
                      <a:extLst>
                        <a:ext uri="{FF2B5EF4-FFF2-40B4-BE49-F238E27FC236}">
                          <a16:creationId xmlns:a16="http://schemas.microsoft.com/office/drawing/2014/main" id="{C8DB25EC-FCAB-481E-82E1-CD4847664609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00" name="直接连接符 99">
                      <a:extLst>
                        <a:ext uri="{FF2B5EF4-FFF2-40B4-BE49-F238E27FC236}">
                          <a16:creationId xmlns:a16="http://schemas.microsoft.com/office/drawing/2014/main" id="{B22B9E98-9730-4368-B4C0-6D600F049CD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1" name="直角三角形 100">
                      <a:extLst>
                        <a:ext uri="{FF2B5EF4-FFF2-40B4-BE49-F238E27FC236}">
                          <a16:creationId xmlns:a16="http://schemas.microsoft.com/office/drawing/2014/main" id="{F645F363-E54E-4F5C-A65D-529DF85F5BAA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82" name="Text 3">
                    <a:extLst>
                      <a:ext uri="{FF2B5EF4-FFF2-40B4-BE49-F238E27FC236}">
                        <a16:creationId xmlns:a16="http://schemas.microsoft.com/office/drawing/2014/main" id="{451C8D2A-C4DF-4283-B2EE-B8B28FD8F186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85" name="Text 3">
                    <a:extLst>
                      <a:ext uri="{FF2B5EF4-FFF2-40B4-BE49-F238E27FC236}">
                        <a16:creationId xmlns:a16="http://schemas.microsoft.com/office/drawing/2014/main" id="{FAA4AA9C-4503-4101-B0A2-3F73AA689790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88" name="Text 3">
                    <a:extLst>
                      <a:ext uri="{FF2B5EF4-FFF2-40B4-BE49-F238E27FC236}">
                        <a16:creationId xmlns:a16="http://schemas.microsoft.com/office/drawing/2014/main" id="{6D229C4A-C647-47E5-8923-10BA69D2CB2F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90" name="直接连接符 89">
                    <a:extLst>
                      <a:ext uri="{FF2B5EF4-FFF2-40B4-BE49-F238E27FC236}">
                        <a16:creationId xmlns:a16="http://schemas.microsoft.com/office/drawing/2014/main" id="{C630DC11-41C2-42AC-B451-7B9B264478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1" name="直角三角形 90">
                    <a:extLst>
                      <a:ext uri="{FF2B5EF4-FFF2-40B4-BE49-F238E27FC236}">
                        <a16:creationId xmlns:a16="http://schemas.microsoft.com/office/drawing/2014/main" id="{C60E5816-CB88-4AAF-A4A5-5DA7C5BFCDBF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2" name="直接连接符 91">
                    <a:extLst>
                      <a:ext uri="{FF2B5EF4-FFF2-40B4-BE49-F238E27FC236}">
                        <a16:creationId xmlns:a16="http://schemas.microsoft.com/office/drawing/2014/main" id="{93339286-D145-4B31-811D-7807E54E88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3" name="直角三角形 92">
                    <a:extLst>
                      <a:ext uri="{FF2B5EF4-FFF2-40B4-BE49-F238E27FC236}">
                        <a16:creationId xmlns:a16="http://schemas.microsoft.com/office/drawing/2014/main" id="{BC3BD2FC-303E-4363-A6FE-8A66CD4C8DC4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77" name="图片 76">
                  <a:extLst>
                    <a:ext uri="{FF2B5EF4-FFF2-40B4-BE49-F238E27FC236}">
                      <a16:creationId xmlns:a16="http://schemas.microsoft.com/office/drawing/2014/main" id="{8FB3D5E4-884B-4EDF-95FD-78E14BB850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75" name="图片 74">
                <a:extLst>
                  <a:ext uri="{FF2B5EF4-FFF2-40B4-BE49-F238E27FC236}">
                    <a16:creationId xmlns:a16="http://schemas.microsoft.com/office/drawing/2014/main" id="{9F869FE2-C05B-40C1-86C1-6A1A2C1404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73" name="图片 72">
              <a:extLst>
                <a:ext uri="{FF2B5EF4-FFF2-40B4-BE49-F238E27FC236}">
                  <a16:creationId xmlns:a16="http://schemas.microsoft.com/office/drawing/2014/main" id="{F36511CA-A634-45F7-967B-258FAD491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7218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47652DA1-5943-4117-AFB6-18A851065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242" y="140452"/>
            <a:ext cx="7043602" cy="1415064"/>
          </a:xfrm>
          <a:prstGeom prst="rect">
            <a:avLst/>
          </a:prstGeom>
        </p:spPr>
      </p:pic>
      <p:sp>
        <p:nvSpPr>
          <p:cNvPr id="827" name="矩形 826">
            <a:extLst>
              <a:ext uri="{FF2B5EF4-FFF2-40B4-BE49-F238E27FC236}">
                <a16:creationId xmlns:a16="http://schemas.microsoft.com/office/drawing/2014/main" id="{7D73909E-03D6-4FAD-B37F-23AE86B72332}"/>
              </a:ext>
            </a:extLst>
          </p:cNvPr>
          <p:cNvSpPr/>
          <p:nvPr/>
        </p:nvSpPr>
        <p:spPr>
          <a:xfrm>
            <a:off x="4317605" y="57943"/>
            <a:ext cx="7273257" cy="693552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B0EE8042-09D4-4720-AFE9-D5E3BFF10D25}"/>
              </a:ext>
            </a:extLst>
          </p:cNvPr>
          <p:cNvGrpSpPr/>
          <p:nvPr/>
        </p:nvGrpSpPr>
        <p:grpSpPr>
          <a:xfrm rot="5400000">
            <a:off x="-7040302" y="-2003194"/>
            <a:ext cx="10890880" cy="10864388"/>
            <a:chOff x="-7040302" y="-2003194"/>
            <a:chExt cx="10890880" cy="10864388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53CD03B6-48C1-48CD-A06B-E5E8206368B2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B82D7AED-0BFE-43A2-A643-2438009F08FB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63" name="组合 62">
                  <a:extLst>
                    <a:ext uri="{FF2B5EF4-FFF2-40B4-BE49-F238E27FC236}">
                      <a16:creationId xmlns:a16="http://schemas.microsoft.com/office/drawing/2014/main" id="{0E562A35-5D73-4572-9164-86476B1AAC90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65" name="组合 64">
                    <a:extLst>
                      <a:ext uri="{FF2B5EF4-FFF2-40B4-BE49-F238E27FC236}">
                        <a16:creationId xmlns:a16="http://schemas.microsoft.com/office/drawing/2014/main" id="{8064FBF1-55FA-4938-9567-C24C874B1D17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73" name="组合 72">
                      <a:extLst>
                        <a:ext uri="{FF2B5EF4-FFF2-40B4-BE49-F238E27FC236}">
                          <a16:creationId xmlns:a16="http://schemas.microsoft.com/office/drawing/2014/main" id="{73FA82E7-4CAF-4FF2-B99B-2263385412E7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81" name="组合 80">
                        <a:extLst>
                          <a:ext uri="{FF2B5EF4-FFF2-40B4-BE49-F238E27FC236}">
                            <a16:creationId xmlns:a16="http://schemas.microsoft.com/office/drawing/2014/main" id="{FB33988C-E99A-400D-A0E1-CACC0B29E6A3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89" name="组合 88">
                          <a:extLst>
                            <a:ext uri="{FF2B5EF4-FFF2-40B4-BE49-F238E27FC236}">
                              <a16:creationId xmlns:a16="http://schemas.microsoft.com/office/drawing/2014/main" id="{0BC95E14-00F0-4F3C-A406-749344F927F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91" name="组合 90">
                            <a:extLst>
                              <a:ext uri="{FF2B5EF4-FFF2-40B4-BE49-F238E27FC236}">
                                <a16:creationId xmlns:a16="http://schemas.microsoft.com/office/drawing/2014/main" id="{F58E7F70-336E-4954-A3FC-F9DED125EE9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102" name="任意多边形: 形状 101">
                              <a:extLst>
                                <a:ext uri="{FF2B5EF4-FFF2-40B4-BE49-F238E27FC236}">
                                  <a16:creationId xmlns:a16="http://schemas.microsoft.com/office/drawing/2014/main" id="{E7D7C836-F980-4DA1-B1C4-A471FB7DC90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3" name="任意多边形: 形状 102">
                              <a:extLst>
                                <a:ext uri="{FF2B5EF4-FFF2-40B4-BE49-F238E27FC236}">
                                  <a16:creationId xmlns:a16="http://schemas.microsoft.com/office/drawing/2014/main" id="{8DD4A9B0-0273-4A6E-BAE7-A56E9990F2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4" name="任意多边形: 形状 103">
                              <a:extLst>
                                <a:ext uri="{FF2B5EF4-FFF2-40B4-BE49-F238E27FC236}">
                                  <a16:creationId xmlns:a16="http://schemas.microsoft.com/office/drawing/2014/main" id="{100D9666-1F31-4F25-BD16-C7AC899C82D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5" name="任意多边形: 形状 104">
                              <a:extLst>
                                <a:ext uri="{FF2B5EF4-FFF2-40B4-BE49-F238E27FC236}">
                                  <a16:creationId xmlns:a16="http://schemas.microsoft.com/office/drawing/2014/main" id="{FCFAF51C-999A-482D-B064-EF58F77C5EB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92" name="Text 3">
                            <a:extLst>
                              <a:ext uri="{FF2B5EF4-FFF2-40B4-BE49-F238E27FC236}">
                                <a16:creationId xmlns:a16="http://schemas.microsoft.com/office/drawing/2014/main" id="{99A15A90-7664-445E-A3ED-0BBCCF79A43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93" name="Text 3">
                            <a:extLst>
                              <a:ext uri="{FF2B5EF4-FFF2-40B4-BE49-F238E27FC236}">
                                <a16:creationId xmlns:a16="http://schemas.microsoft.com/office/drawing/2014/main" id="{7E81AE8C-1999-4ECA-A5FC-7A3B25EB2F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原文中部分电路小范围测试时可以正常工作，整合电路中模拟无法收敛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94" name="组合 93">
                            <a:extLst>
                              <a:ext uri="{FF2B5EF4-FFF2-40B4-BE49-F238E27FC236}">
                                <a16:creationId xmlns:a16="http://schemas.microsoft.com/office/drawing/2014/main" id="{26C1E058-0956-4CF2-8D74-ADC39BA2D9A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95" name="Text 3">
                              <a:extLst>
                                <a:ext uri="{FF2B5EF4-FFF2-40B4-BE49-F238E27FC236}">
                                  <a16:creationId xmlns:a16="http://schemas.microsoft.com/office/drawing/2014/main" id="{45F0AD00-7EFD-4EC9-9C01-DC27BB9F642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适应原理特性实现器件功能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96" name="组合 95">
                              <a:extLst>
                                <a:ext uri="{FF2B5EF4-FFF2-40B4-BE49-F238E27FC236}">
                                  <a16:creationId xmlns:a16="http://schemas.microsoft.com/office/drawing/2014/main" id="{98865A02-954F-4D65-9A1B-1126CAEB2B2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00" name="直接连接符 99">
                                <a:extLst>
                                  <a:ext uri="{FF2B5EF4-FFF2-40B4-BE49-F238E27FC236}">
                                    <a16:creationId xmlns:a16="http://schemas.microsoft.com/office/drawing/2014/main" id="{FB73F44D-DEEA-46B8-8CB7-CA55D23F9F8E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01" name="直角三角形 100">
                                <a:extLst>
                                  <a:ext uri="{FF2B5EF4-FFF2-40B4-BE49-F238E27FC236}">
                                    <a16:creationId xmlns:a16="http://schemas.microsoft.com/office/drawing/2014/main" id="{0662AD08-CE4A-4083-82B4-93B23547C2A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97" name="组合 96">
                              <a:extLst>
                                <a:ext uri="{FF2B5EF4-FFF2-40B4-BE49-F238E27FC236}">
                                  <a16:creationId xmlns:a16="http://schemas.microsoft.com/office/drawing/2014/main" id="{028746F4-972C-4AFF-B5CD-614824A5472C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98" name="直接连接符 97">
                                <a:extLst>
                                  <a:ext uri="{FF2B5EF4-FFF2-40B4-BE49-F238E27FC236}">
                                    <a16:creationId xmlns:a16="http://schemas.microsoft.com/office/drawing/2014/main" id="{64916626-C5E1-49CA-A481-3B3D9F535DEB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99" name="直角三角形 98">
                                <a:extLst>
                                  <a:ext uri="{FF2B5EF4-FFF2-40B4-BE49-F238E27FC236}">
                                    <a16:creationId xmlns:a16="http://schemas.microsoft.com/office/drawing/2014/main" id="{3C5F4A38-EE70-469D-9D5B-A85F3EF0EC4E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90" name="图片 89">
                          <a:extLst>
                            <a:ext uri="{FF2B5EF4-FFF2-40B4-BE49-F238E27FC236}">
                              <a16:creationId xmlns:a16="http://schemas.microsoft.com/office/drawing/2014/main" id="{167717FE-8778-4909-B9B7-DEC4E4958CF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82" name="Text 3">
                        <a:extLst>
                          <a:ext uri="{FF2B5EF4-FFF2-40B4-BE49-F238E27FC236}">
                            <a16:creationId xmlns:a16="http://schemas.microsoft.com/office/drawing/2014/main" id="{BBB69AB3-2451-453F-9F50-0ADC0A006F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3" name="Text 3">
                        <a:extLst>
                          <a:ext uri="{FF2B5EF4-FFF2-40B4-BE49-F238E27FC236}">
                            <a16:creationId xmlns:a16="http://schemas.microsoft.com/office/drawing/2014/main" id="{3F33A61D-3A00-4FD8-B012-1CC7424D73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4" name="Text 3">
                        <a:extLst>
                          <a:ext uri="{FF2B5EF4-FFF2-40B4-BE49-F238E27FC236}">
                            <a16:creationId xmlns:a16="http://schemas.microsoft.com/office/drawing/2014/main" id="{AA4C67DE-03A2-4CBC-9AE5-ED22BE0BA3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85" name="直接连接符 84">
                        <a:extLst>
                          <a:ext uri="{FF2B5EF4-FFF2-40B4-BE49-F238E27FC236}">
                            <a16:creationId xmlns:a16="http://schemas.microsoft.com/office/drawing/2014/main" id="{4B177D71-8D53-4AF3-92F5-8FDBF1F3844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6" name="直角三角形 85">
                        <a:extLst>
                          <a:ext uri="{FF2B5EF4-FFF2-40B4-BE49-F238E27FC236}">
                            <a16:creationId xmlns:a16="http://schemas.microsoft.com/office/drawing/2014/main" id="{92057D19-1313-41A3-86B6-A66CD8D98D35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87" name="直接连接符 86">
                        <a:extLst>
                          <a:ext uri="{FF2B5EF4-FFF2-40B4-BE49-F238E27FC236}">
                            <a16:creationId xmlns:a16="http://schemas.microsoft.com/office/drawing/2014/main" id="{15BDF82C-1012-4DED-8EBC-3142C0B279E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8" name="直角三角形 87">
                        <a:extLst>
                          <a:ext uri="{FF2B5EF4-FFF2-40B4-BE49-F238E27FC236}">
                            <a16:creationId xmlns:a16="http://schemas.microsoft.com/office/drawing/2014/main" id="{13E22988-BB08-43F2-93B0-DD4B317E521C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74" name="Text 3">
                      <a:extLst>
                        <a:ext uri="{FF2B5EF4-FFF2-40B4-BE49-F238E27FC236}">
                          <a16:creationId xmlns:a16="http://schemas.microsoft.com/office/drawing/2014/main" id="{7B77E8B2-031A-4A16-883C-851558A95F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75" name="Text 3">
                      <a:extLst>
                        <a:ext uri="{FF2B5EF4-FFF2-40B4-BE49-F238E27FC236}">
                          <a16:creationId xmlns:a16="http://schemas.microsoft.com/office/drawing/2014/main" id="{D905168B-C536-4721-BE87-C06BB2777A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76" name="Text 3">
                      <a:extLst>
                        <a:ext uri="{FF2B5EF4-FFF2-40B4-BE49-F238E27FC236}">
                          <a16:creationId xmlns:a16="http://schemas.microsoft.com/office/drawing/2014/main" id="{90BB07B3-3876-4B33-B0F0-564E59991C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77" name="直接连接符 76">
                      <a:extLst>
                        <a:ext uri="{FF2B5EF4-FFF2-40B4-BE49-F238E27FC236}">
                          <a16:creationId xmlns:a16="http://schemas.microsoft.com/office/drawing/2014/main" id="{5B800210-D761-4972-81C1-1A9C11D5822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8" name="直角三角形 77">
                      <a:extLst>
                        <a:ext uri="{FF2B5EF4-FFF2-40B4-BE49-F238E27FC236}">
                          <a16:creationId xmlns:a16="http://schemas.microsoft.com/office/drawing/2014/main" id="{AA16B923-43CA-4133-BD03-C3AD5E640C45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79" name="直接连接符 78">
                      <a:extLst>
                        <a:ext uri="{FF2B5EF4-FFF2-40B4-BE49-F238E27FC236}">
                          <a16:creationId xmlns:a16="http://schemas.microsoft.com/office/drawing/2014/main" id="{33D1DF99-458F-442C-AF1D-109505C7A7B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直角三角形 79">
                      <a:extLst>
                        <a:ext uri="{FF2B5EF4-FFF2-40B4-BE49-F238E27FC236}">
                          <a16:creationId xmlns:a16="http://schemas.microsoft.com/office/drawing/2014/main" id="{20B04C15-F87D-4F18-87FB-C69123C52486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66" name="Text 3">
                    <a:extLst>
                      <a:ext uri="{FF2B5EF4-FFF2-40B4-BE49-F238E27FC236}">
                        <a16:creationId xmlns:a16="http://schemas.microsoft.com/office/drawing/2014/main" id="{985014F7-A6D1-43A1-A058-F8BD2C841271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67" name="Text 3">
                    <a:extLst>
                      <a:ext uri="{FF2B5EF4-FFF2-40B4-BE49-F238E27FC236}">
                        <a16:creationId xmlns:a16="http://schemas.microsoft.com/office/drawing/2014/main" id="{4B74EF20-1B31-4B45-8A7A-DFB7A21F02E8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68" name="Text 3">
                    <a:extLst>
                      <a:ext uri="{FF2B5EF4-FFF2-40B4-BE49-F238E27FC236}">
                        <a16:creationId xmlns:a16="http://schemas.microsoft.com/office/drawing/2014/main" id="{F1EC17CB-B17B-42DE-96F1-69A5E6EBF56B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69" name="直接连接符 68">
                    <a:extLst>
                      <a:ext uri="{FF2B5EF4-FFF2-40B4-BE49-F238E27FC236}">
                        <a16:creationId xmlns:a16="http://schemas.microsoft.com/office/drawing/2014/main" id="{9849A797-252E-4E49-91A6-4FA03F1C8C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0" name="直角三角形 69">
                    <a:extLst>
                      <a:ext uri="{FF2B5EF4-FFF2-40B4-BE49-F238E27FC236}">
                        <a16:creationId xmlns:a16="http://schemas.microsoft.com/office/drawing/2014/main" id="{4AA1E2DA-7550-4D14-8BAF-95405480B16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71" name="直接连接符 70">
                    <a:extLst>
                      <a:ext uri="{FF2B5EF4-FFF2-40B4-BE49-F238E27FC236}">
                        <a16:creationId xmlns:a16="http://schemas.microsoft.com/office/drawing/2014/main" id="{913ABF1E-8701-4A34-8168-BF56EF7F76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" name="直角三角形 71">
                    <a:extLst>
                      <a:ext uri="{FF2B5EF4-FFF2-40B4-BE49-F238E27FC236}">
                        <a16:creationId xmlns:a16="http://schemas.microsoft.com/office/drawing/2014/main" id="{BAA92BDD-B1F3-457E-9817-659383313449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64" name="图片 63">
                  <a:extLst>
                    <a:ext uri="{FF2B5EF4-FFF2-40B4-BE49-F238E27FC236}">
                      <a16:creationId xmlns:a16="http://schemas.microsoft.com/office/drawing/2014/main" id="{720E1D2D-97C3-41A0-8C42-CFFFABAC7E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62" name="图片 61">
                <a:extLst>
                  <a:ext uri="{FF2B5EF4-FFF2-40B4-BE49-F238E27FC236}">
                    <a16:creationId xmlns:a16="http://schemas.microsoft.com/office/drawing/2014/main" id="{D2271B64-B252-4F74-9153-6D9ABF41AC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5F59E95C-633B-43FB-8D2C-65CCA5B6F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  <p:pic>
        <p:nvPicPr>
          <p:cNvPr id="106" name="图片 105">
            <a:extLst>
              <a:ext uri="{FF2B5EF4-FFF2-40B4-BE49-F238E27FC236}">
                <a16:creationId xmlns:a16="http://schemas.microsoft.com/office/drawing/2014/main" id="{08EA0D26-A476-4A2F-9572-86D7363F65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8658" y="1640532"/>
            <a:ext cx="7062667" cy="1499935"/>
          </a:xfrm>
          <a:prstGeom prst="rect">
            <a:avLst/>
          </a:prstGeom>
        </p:spPr>
      </p:pic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E23E8D9F-2900-4E5B-9B4E-B2DC45E6BB41}"/>
              </a:ext>
            </a:extLst>
          </p:cNvPr>
          <p:cNvGrpSpPr/>
          <p:nvPr/>
        </p:nvGrpSpPr>
        <p:grpSpPr>
          <a:xfrm>
            <a:off x="4428658" y="3354468"/>
            <a:ext cx="7057844" cy="2455835"/>
            <a:chOff x="4413168" y="3711667"/>
            <a:chExt cx="7051640" cy="2728047"/>
          </a:xfrm>
        </p:grpSpPr>
        <p:pic>
          <p:nvPicPr>
            <p:cNvPr id="108" name="图片 107">
              <a:extLst>
                <a:ext uri="{FF2B5EF4-FFF2-40B4-BE49-F238E27FC236}">
                  <a16:creationId xmlns:a16="http://schemas.microsoft.com/office/drawing/2014/main" id="{FBE62F00-0B93-4A6F-A1DD-41D2AB9AA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242" y="3711667"/>
              <a:ext cx="7031566" cy="820511"/>
            </a:xfrm>
            <a:prstGeom prst="rect">
              <a:avLst/>
            </a:prstGeom>
          </p:spPr>
        </p:pic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251ACE09-33BB-444B-B8AA-08F628842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241" y="4677723"/>
              <a:ext cx="7031566" cy="820511"/>
            </a:xfrm>
            <a:prstGeom prst="rect">
              <a:avLst/>
            </a:prstGeom>
          </p:spPr>
        </p:pic>
        <p:pic>
          <p:nvPicPr>
            <p:cNvPr id="110" name="图片 109">
              <a:extLst>
                <a:ext uri="{FF2B5EF4-FFF2-40B4-BE49-F238E27FC236}">
                  <a16:creationId xmlns:a16="http://schemas.microsoft.com/office/drawing/2014/main" id="{A4F8487F-65E3-4614-AFBB-086BE1858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13168" y="5619203"/>
              <a:ext cx="7031566" cy="820511"/>
            </a:xfrm>
            <a:prstGeom prst="rect">
              <a:avLst/>
            </a:prstGeom>
          </p:spPr>
        </p:pic>
      </p:grpSp>
      <p:pic>
        <p:nvPicPr>
          <p:cNvPr id="111" name="图片 110">
            <a:extLst>
              <a:ext uri="{FF2B5EF4-FFF2-40B4-BE49-F238E27FC236}">
                <a16:creationId xmlns:a16="http://schemas.microsoft.com/office/drawing/2014/main" id="{F692EE33-B596-49FB-8F5E-6893F7C1BF2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28658" y="5932023"/>
            <a:ext cx="7037752" cy="80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48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47652DA1-5943-4117-AFB6-18A851065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132"/>
            <a:ext cx="12133561" cy="2857460"/>
          </a:xfrm>
          <a:prstGeom prst="rect">
            <a:avLst/>
          </a:prstGeom>
        </p:spPr>
      </p:pic>
      <p:sp>
        <p:nvSpPr>
          <p:cNvPr id="57" name="Text 3">
            <a:extLst>
              <a:ext uri="{FF2B5EF4-FFF2-40B4-BE49-F238E27FC236}">
                <a16:creationId xmlns:a16="http://schemas.microsoft.com/office/drawing/2014/main" id="{9BE945EA-C3C6-47EA-85EC-64EA31732EAC}"/>
              </a:ext>
            </a:extLst>
          </p:cNvPr>
          <p:cNvSpPr/>
          <p:nvPr/>
        </p:nvSpPr>
        <p:spPr>
          <a:xfrm>
            <a:off x="4456211" y="3570422"/>
            <a:ext cx="3909329" cy="2118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zh-CN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MiSans" panose="02010600030101010101" charset="-122"/>
              </a:rPr>
              <a:t>NAL</a:t>
            </a:r>
            <a:r>
              <a:rPr lang="zh-CN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MiSans" panose="02010600030101010101" charset="-122"/>
              </a:rPr>
              <a:t>单元输出</a:t>
            </a:r>
            <a:r>
              <a:rPr lang="en-US" altLang="zh-CN" sz="4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MiSans" panose="02010600030101010101" charset="-122"/>
              </a:rPr>
              <a:t>Vn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  <a:cs typeface="MiSans" panose="02010600030101010101" charset="-122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FD615FE-EDD9-4C3A-ABD6-D9E746F82D51}"/>
              </a:ext>
            </a:extLst>
          </p:cNvPr>
          <p:cNvGrpSpPr/>
          <p:nvPr/>
        </p:nvGrpSpPr>
        <p:grpSpPr>
          <a:xfrm>
            <a:off x="1294871" y="3861076"/>
            <a:ext cx="1652983" cy="568573"/>
            <a:chOff x="1294871" y="3861076"/>
            <a:chExt cx="1652983" cy="568573"/>
          </a:xfrm>
        </p:grpSpPr>
        <p:sp>
          <p:nvSpPr>
            <p:cNvPr id="58" name="Text 3">
              <a:extLst>
                <a:ext uri="{FF2B5EF4-FFF2-40B4-BE49-F238E27FC236}">
                  <a16:creationId xmlns:a16="http://schemas.microsoft.com/office/drawing/2014/main" id="{CC82A1A8-5137-423D-9E71-05627BDC72E3}"/>
                </a:ext>
              </a:extLst>
            </p:cNvPr>
            <p:cNvSpPr/>
            <p:nvPr/>
          </p:nvSpPr>
          <p:spPr>
            <a:xfrm>
              <a:off x="2022106" y="3875222"/>
              <a:ext cx="925748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altLang="zh-CN" sz="2800" dirty="0">
                  <a:solidFill>
                    <a:srgbClr val="FF33FF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VN1</a:t>
              </a:r>
              <a:endParaRPr lang="en-US" sz="2800" dirty="0">
                <a:solidFill>
                  <a:srgbClr val="FF33FF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E0038452-2DB5-4CD3-AA71-B1D7B5A84A2A}"/>
                </a:ext>
              </a:extLst>
            </p:cNvPr>
            <p:cNvSpPr/>
            <p:nvPr/>
          </p:nvSpPr>
          <p:spPr>
            <a:xfrm>
              <a:off x="1294871" y="4080298"/>
              <a:ext cx="180000" cy="180000"/>
            </a:xfrm>
            <a:prstGeom prst="ellipse">
              <a:avLst/>
            </a:prstGeom>
            <a:solidFill>
              <a:srgbClr val="FF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33FF"/>
                </a:solidFill>
              </a:endParaRPr>
            </a:p>
          </p:txBody>
        </p:sp>
        <p:sp>
          <p:nvSpPr>
            <p:cNvPr id="60" name="Text 3">
              <a:extLst>
                <a:ext uri="{FF2B5EF4-FFF2-40B4-BE49-F238E27FC236}">
                  <a16:creationId xmlns:a16="http://schemas.microsoft.com/office/drawing/2014/main" id="{7D7CEBFF-DDD3-44C9-95F1-B2DE9B4E9425}"/>
                </a:ext>
              </a:extLst>
            </p:cNvPr>
            <p:cNvSpPr/>
            <p:nvPr/>
          </p:nvSpPr>
          <p:spPr>
            <a:xfrm>
              <a:off x="1387076" y="3861076"/>
              <a:ext cx="925748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2800" dirty="0">
                  <a:solidFill>
                    <a:srgbClr val="FF33FF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&gt;&gt;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D23383D-849A-4D53-81BB-10AC989B17CE}"/>
              </a:ext>
            </a:extLst>
          </p:cNvPr>
          <p:cNvGrpSpPr/>
          <p:nvPr/>
        </p:nvGrpSpPr>
        <p:grpSpPr>
          <a:xfrm>
            <a:off x="1294871" y="4704309"/>
            <a:ext cx="1652983" cy="568573"/>
            <a:chOff x="1294871" y="4619041"/>
            <a:chExt cx="1652983" cy="568573"/>
          </a:xfrm>
        </p:grpSpPr>
        <p:sp>
          <p:nvSpPr>
            <p:cNvPr id="66" name="Text 3">
              <a:extLst>
                <a:ext uri="{FF2B5EF4-FFF2-40B4-BE49-F238E27FC236}">
                  <a16:creationId xmlns:a16="http://schemas.microsoft.com/office/drawing/2014/main" id="{2C933969-48D8-4A10-BFFC-719DC82AEA6F}"/>
                </a:ext>
              </a:extLst>
            </p:cNvPr>
            <p:cNvSpPr/>
            <p:nvPr/>
          </p:nvSpPr>
          <p:spPr>
            <a:xfrm>
              <a:off x="2022106" y="4633187"/>
              <a:ext cx="925748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altLang="zh-CN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VN2</a:t>
              </a:r>
              <a:endParaRPr 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5F401B3D-009C-469A-83A3-4AC5C8E73A0C}"/>
                </a:ext>
              </a:extLst>
            </p:cNvPr>
            <p:cNvSpPr/>
            <p:nvPr/>
          </p:nvSpPr>
          <p:spPr>
            <a:xfrm>
              <a:off x="1294871" y="4838263"/>
              <a:ext cx="180000" cy="180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00"/>
                </a:solidFill>
              </a:endParaRPr>
            </a:p>
          </p:txBody>
        </p:sp>
        <p:sp>
          <p:nvSpPr>
            <p:cNvPr id="68" name="Text 3">
              <a:extLst>
                <a:ext uri="{FF2B5EF4-FFF2-40B4-BE49-F238E27FC236}">
                  <a16:creationId xmlns:a16="http://schemas.microsoft.com/office/drawing/2014/main" id="{4AE25C09-A0B2-415E-86AC-FEFAEE70F9FF}"/>
                </a:ext>
              </a:extLst>
            </p:cNvPr>
            <p:cNvSpPr/>
            <p:nvPr/>
          </p:nvSpPr>
          <p:spPr>
            <a:xfrm>
              <a:off x="1387076" y="4619041"/>
              <a:ext cx="925748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2800" dirty="0">
                  <a:solidFill>
                    <a:srgbClr val="FFFF00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&gt;&gt;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F7E042C-0853-41CA-8D95-82B50BE1BB27}"/>
              </a:ext>
            </a:extLst>
          </p:cNvPr>
          <p:cNvGrpSpPr/>
          <p:nvPr/>
        </p:nvGrpSpPr>
        <p:grpSpPr>
          <a:xfrm>
            <a:off x="1294871" y="5547541"/>
            <a:ext cx="1652983" cy="568573"/>
            <a:chOff x="1294871" y="5547541"/>
            <a:chExt cx="1652983" cy="568573"/>
          </a:xfrm>
        </p:grpSpPr>
        <p:sp>
          <p:nvSpPr>
            <p:cNvPr id="69" name="Text 3">
              <a:extLst>
                <a:ext uri="{FF2B5EF4-FFF2-40B4-BE49-F238E27FC236}">
                  <a16:creationId xmlns:a16="http://schemas.microsoft.com/office/drawing/2014/main" id="{8D8490CD-3FD0-4924-908A-D2D11CCDD054}"/>
                </a:ext>
              </a:extLst>
            </p:cNvPr>
            <p:cNvSpPr/>
            <p:nvPr/>
          </p:nvSpPr>
          <p:spPr>
            <a:xfrm>
              <a:off x="2022106" y="5561687"/>
              <a:ext cx="925748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altLang="zh-CN" sz="2800" dirty="0">
                  <a:solidFill>
                    <a:srgbClr val="FF0066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VN3</a:t>
              </a:r>
              <a:endParaRPr lang="en-US" sz="2800" dirty="0">
                <a:solidFill>
                  <a:srgbClr val="FF0066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DED505B6-DEE7-4A2A-9C06-985988D59FA6}"/>
                </a:ext>
              </a:extLst>
            </p:cNvPr>
            <p:cNvSpPr/>
            <p:nvPr/>
          </p:nvSpPr>
          <p:spPr>
            <a:xfrm>
              <a:off x="1294871" y="5766763"/>
              <a:ext cx="180000" cy="18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33FF"/>
                </a:solidFill>
              </a:endParaRPr>
            </a:p>
          </p:txBody>
        </p:sp>
        <p:sp>
          <p:nvSpPr>
            <p:cNvPr id="71" name="Text 3">
              <a:extLst>
                <a:ext uri="{FF2B5EF4-FFF2-40B4-BE49-F238E27FC236}">
                  <a16:creationId xmlns:a16="http://schemas.microsoft.com/office/drawing/2014/main" id="{91AF13AC-34F7-4886-994B-F2BB6D9149A9}"/>
                </a:ext>
              </a:extLst>
            </p:cNvPr>
            <p:cNvSpPr/>
            <p:nvPr/>
          </p:nvSpPr>
          <p:spPr>
            <a:xfrm>
              <a:off x="1387076" y="5547541"/>
              <a:ext cx="925748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2800" dirty="0">
                  <a:solidFill>
                    <a:srgbClr val="FF0066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&gt;&gt;</a:t>
              </a:r>
            </a:p>
          </p:txBody>
        </p: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CC8E03F-D093-4BD8-A9A6-51852CAD56BD}"/>
              </a:ext>
            </a:extLst>
          </p:cNvPr>
          <p:cNvGrpSpPr/>
          <p:nvPr/>
        </p:nvGrpSpPr>
        <p:grpSpPr>
          <a:xfrm>
            <a:off x="-11438115" y="-1861772"/>
            <a:ext cx="10890880" cy="10864388"/>
            <a:chOff x="-7040302" y="-2003194"/>
            <a:chExt cx="10890880" cy="10864388"/>
          </a:xfrm>
        </p:grpSpPr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2F399B77-7ED4-49DD-A4B8-95B36CF7E986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124" name="组合 123">
                <a:extLst>
                  <a:ext uri="{FF2B5EF4-FFF2-40B4-BE49-F238E27FC236}">
                    <a16:creationId xmlns:a16="http://schemas.microsoft.com/office/drawing/2014/main" id="{AC087EE5-A7D7-4B9E-B5A4-0FB504E229E3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126" name="组合 125">
                  <a:extLst>
                    <a:ext uri="{FF2B5EF4-FFF2-40B4-BE49-F238E27FC236}">
                      <a16:creationId xmlns:a16="http://schemas.microsoft.com/office/drawing/2014/main" id="{125D0909-9BBD-4174-804D-CE8B28D09538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128" name="组合 127">
                    <a:extLst>
                      <a:ext uri="{FF2B5EF4-FFF2-40B4-BE49-F238E27FC236}">
                        <a16:creationId xmlns:a16="http://schemas.microsoft.com/office/drawing/2014/main" id="{B115712C-DB86-40C0-B6DA-2FE50C20C627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136" name="组合 135">
                      <a:extLst>
                        <a:ext uri="{FF2B5EF4-FFF2-40B4-BE49-F238E27FC236}">
                          <a16:creationId xmlns:a16="http://schemas.microsoft.com/office/drawing/2014/main" id="{F38EE9C3-EB4B-4ABA-8D28-46A1E4B9E22C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144" name="组合 143">
                        <a:extLst>
                          <a:ext uri="{FF2B5EF4-FFF2-40B4-BE49-F238E27FC236}">
                            <a16:creationId xmlns:a16="http://schemas.microsoft.com/office/drawing/2014/main" id="{0342B675-2648-434A-BC27-21AA94891839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152" name="组合 151">
                          <a:extLst>
                            <a:ext uri="{FF2B5EF4-FFF2-40B4-BE49-F238E27FC236}">
                              <a16:creationId xmlns:a16="http://schemas.microsoft.com/office/drawing/2014/main" id="{32EE329E-2032-44C8-B70C-50DD5339B82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154" name="组合 153">
                            <a:extLst>
                              <a:ext uri="{FF2B5EF4-FFF2-40B4-BE49-F238E27FC236}">
                                <a16:creationId xmlns:a16="http://schemas.microsoft.com/office/drawing/2014/main" id="{665A0C6E-F1BA-4162-87B6-6A1138A2858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165" name="任意多边形: 形状 164">
                              <a:extLst>
                                <a:ext uri="{FF2B5EF4-FFF2-40B4-BE49-F238E27FC236}">
                                  <a16:creationId xmlns:a16="http://schemas.microsoft.com/office/drawing/2014/main" id="{AC330312-FA5F-4FB5-A7D7-71BAC94EDB9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66" name="任意多边形: 形状 165">
                              <a:extLst>
                                <a:ext uri="{FF2B5EF4-FFF2-40B4-BE49-F238E27FC236}">
                                  <a16:creationId xmlns:a16="http://schemas.microsoft.com/office/drawing/2014/main" id="{B624DEAD-5B68-4743-8FC0-20BE06195C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67" name="任意多边形: 形状 166">
                              <a:extLst>
                                <a:ext uri="{FF2B5EF4-FFF2-40B4-BE49-F238E27FC236}">
                                  <a16:creationId xmlns:a16="http://schemas.microsoft.com/office/drawing/2014/main" id="{8D7FB9AE-638B-4FDE-BB35-BE85B6BA642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68" name="任意多边形: 形状 167">
                              <a:extLst>
                                <a:ext uri="{FF2B5EF4-FFF2-40B4-BE49-F238E27FC236}">
                                  <a16:creationId xmlns:a16="http://schemas.microsoft.com/office/drawing/2014/main" id="{1B296713-05C3-4DD6-B600-4EA0F3ABEA0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155" name="Text 3">
                            <a:extLst>
                              <a:ext uri="{FF2B5EF4-FFF2-40B4-BE49-F238E27FC236}">
                                <a16:creationId xmlns:a16="http://schemas.microsoft.com/office/drawing/2014/main" id="{7C2BEF36-EF57-46F6-81AE-8BDC62E5731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156" name="Text 3">
                            <a:extLst>
                              <a:ext uri="{FF2B5EF4-FFF2-40B4-BE49-F238E27FC236}">
                                <a16:creationId xmlns:a16="http://schemas.microsoft.com/office/drawing/2014/main" id="{150A0E16-87A9-4BD8-BA1D-745B1BBDC19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原文中部分电路小范围测试时可以正常工作，整合电路中模拟无法收敛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157" name="组合 156">
                            <a:extLst>
                              <a:ext uri="{FF2B5EF4-FFF2-40B4-BE49-F238E27FC236}">
                                <a16:creationId xmlns:a16="http://schemas.microsoft.com/office/drawing/2014/main" id="{D8CC5E25-8C50-46FE-B1FC-C43238FA922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158" name="Text 3">
                              <a:extLst>
                                <a:ext uri="{FF2B5EF4-FFF2-40B4-BE49-F238E27FC236}">
                                  <a16:creationId xmlns:a16="http://schemas.microsoft.com/office/drawing/2014/main" id="{D117733B-5D31-4D69-B67E-850CBA2A7D2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适应原理特性实现器件功能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159" name="组合 158">
                              <a:extLst>
                                <a:ext uri="{FF2B5EF4-FFF2-40B4-BE49-F238E27FC236}">
                                  <a16:creationId xmlns:a16="http://schemas.microsoft.com/office/drawing/2014/main" id="{28EF32BA-2E14-4873-BAAF-2C686D7BDED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63" name="直接连接符 162">
                                <a:extLst>
                                  <a:ext uri="{FF2B5EF4-FFF2-40B4-BE49-F238E27FC236}">
                                    <a16:creationId xmlns:a16="http://schemas.microsoft.com/office/drawing/2014/main" id="{D60F6B58-12A0-4282-9334-4612A25400D0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64" name="直角三角形 163">
                                <a:extLst>
                                  <a:ext uri="{FF2B5EF4-FFF2-40B4-BE49-F238E27FC236}">
                                    <a16:creationId xmlns:a16="http://schemas.microsoft.com/office/drawing/2014/main" id="{E0EF9390-4499-4C90-B7AA-FBEF8A7A747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160" name="组合 159">
                              <a:extLst>
                                <a:ext uri="{FF2B5EF4-FFF2-40B4-BE49-F238E27FC236}">
                                  <a16:creationId xmlns:a16="http://schemas.microsoft.com/office/drawing/2014/main" id="{DC6C0A94-534B-41BE-9640-F790A085478E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61" name="直接连接符 160">
                                <a:extLst>
                                  <a:ext uri="{FF2B5EF4-FFF2-40B4-BE49-F238E27FC236}">
                                    <a16:creationId xmlns:a16="http://schemas.microsoft.com/office/drawing/2014/main" id="{F2092077-8432-4856-A39A-C1789E1DC8C6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62" name="直角三角形 161">
                                <a:extLst>
                                  <a:ext uri="{FF2B5EF4-FFF2-40B4-BE49-F238E27FC236}">
                                    <a16:creationId xmlns:a16="http://schemas.microsoft.com/office/drawing/2014/main" id="{2D669A38-66AA-4ED9-BD04-8B485371148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153" name="图片 152">
                          <a:extLst>
                            <a:ext uri="{FF2B5EF4-FFF2-40B4-BE49-F238E27FC236}">
                              <a16:creationId xmlns:a16="http://schemas.microsoft.com/office/drawing/2014/main" id="{7B2B7151-95AE-4F86-8B82-3D41F04BBBE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145" name="Text 3">
                        <a:extLst>
                          <a:ext uri="{FF2B5EF4-FFF2-40B4-BE49-F238E27FC236}">
                            <a16:creationId xmlns:a16="http://schemas.microsoft.com/office/drawing/2014/main" id="{DE35A432-36ED-4A64-BEE4-05B711672F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146" name="Text 3">
                        <a:extLst>
                          <a:ext uri="{FF2B5EF4-FFF2-40B4-BE49-F238E27FC236}">
                            <a16:creationId xmlns:a16="http://schemas.microsoft.com/office/drawing/2014/main" id="{87B36D58-B485-4552-82D4-3C5800987D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147" name="Text 3">
                        <a:extLst>
                          <a:ext uri="{FF2B5EF4-FFF2-40B4-BE49-F238E27FC236}">
                            <a16:creationId xmlns:a16="http://schemas.microsoft.com/office/drawing/2014/main" id="{1095B119-966C-458A-B06C-FF41AD95D5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148" name="直接连接符 147">
                        <a:extLst>
                          <a:ext uri="{FF2B5EF4-FFF2-40B4-BE49-F238E27FC236}">
                            <a16:creationId xmlns:a16="http://schemas.microsoft.com/office/drawing/2014/main" id="{E0E798E8-AFD4-4CE0-8DE4-02BB6779B0A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49" name="直角三角形 148">
                        <a:extLst>
                          <a:ext uri="{FF2B5EF4-FFF2-40B4-BE49-F238E27FC236}">
                            <a16:creationId xmlns:a16="http://schemas.microsoft.com/office/drawing/2014/main" id="{8D6028FC-665E-4EDA-B958-5FC3111DF450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50" name="直接连接符 149">
                        <a:extLst>
                          <a:ext uri="{FF2B5EF4-FFF2-40B4-BE49-F238E27FC236}">
                            <a16:creationId xmlns:a16="http://schemas.microsoft.com/office/drawing/2014/main" id="{7D874FDC-99B7-4706-A59B-36827EEB164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51" name="直角三角形 150">
                        <a:extLst>
                          <a:ext uri="{FF2B5EF4-FFF2-40B4-BE49-F238E27FC236}">
                            <a16:creationId xmlns:a16="http://schemas.microsoft.com/office/drawing/2014/main" id="{93595F21-06F2-4174-82FB-933431CFE548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137" name="Text 3">
                      <a:extLst>
                        <a:ext uri="{FF2B5EF4-FFF2-40B4-BE49-F238E27FC236}">
                          <a16:creationId xmlns:a16="http://schemas.microsoft.com/office/drawing/2014/main" id="{458D9C71-E1F9-47EB-9405-0465BADF84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138" name="Text 3">
                      <a:extLst>
                        <a:ext uri="{FF2B5EF4-FFF2-40B4-BE49-F238E27FC236}">
                          <a16:creationId xmlns:a16="http://schemas.microsoft.com/office/drawing/2014/main" id="{43653BDD-5178-4CF2-8BF5-5D87338DAC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139" name="Text 3">
                      <a:extLst>
                        <a:ext uri="{FF2B5EF4-FFF2-40B4-BE49-F238E27FC236}">
                          <a16:creationId xmlns:a16="http://schemas.microsoft.com/office/drawing/2014/main" id="{E9436515-E376-4896-A5CE-1292942319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140" name="直接连接符 139">
                      <a:extLst>
                        <a:ext uri="{FF2B5EF4-FFF2-40B4-BE49-F238E27FC236}">
                          <a16:creationId xmlns:a16="http://schemas.microsoft.com/office/drawing/2014/main" id="{3B5FCD92-4A35-40F8-AB0C-D46B4F420CF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41" name="直角三角形 140">
                      <a:extLst>
                        <a:ext uri="{FF2B5EF4-FFF2-40B4-BE49-F238E27FC236}">
                          <a16:creationId xmlns:a16="http://schemas.microsoft.com/office/drawing/2014/main" id="{0BDA1104-EF5B-4598-902D-9E5CFF0DEAAA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42" name="直接连接符 141">
                      <a:extLst>
                        <a:ext uri="{FF2B5EF4-FFF2-40B4-BE49-F238E27FC236}">
                          <a16:creationId xmlns:a16="http://schemas.microsoft.com/office/drawing/2014/main" id="{A17DACB8-E64B-40CA-A4CE-D0ACB364255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43" name="直角三角形 142">
                      <a:extLst>
                        <a:ext uri="{FF2B5EF4-FFF2-40B4-BE49-F238E27FC236}">
                          <a16:creationId xmlns:a16="http://schemas.microsoft.com/office/drawing/2014/main" id="{2AD52EBD-A507-47A4-953A-530013B142C9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129" name="Text 3">
                    <a:extLst>
                      <a:ext uri="{FF2B5EF4-FFF2-40B4-BE49-F238E27FC236}">
                        <a16:creationId xmlns:a16="http://schemas.microsoft.com/office/drawing/2014/main" id="{7031926A-D98D-49CD-904E-3440E4E999AC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130" name="Text 3">
                    <a:extLst>
                      <a:ext uri="{FF2B5EF4-FFF2-40B4-BE49-F238E27FC236}">
                        <a16:creationId xmlns:a16="http://schemas.microsoft.com/office/drawing/2014/main" id="{3BE351A5-143C-4AAA-B0B3-E97EB4EB7022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131" name="Text 3">
                    <a:extLst>
                      <a:ext uri="{FF2B5EF4-FFF2-40B4-BE49-F238E27FC236}">
                        <a16:creationId xmlns:a16="http://schemas.microsoft.com/office/drawing/2014/main" id="{F472B339-0E92-4025-9A49-08032A8A7626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132" name="直接连接符 131">
                    <a:extLst>
                      <a:ext uri="{FF2B5EF4-FFF2-40B4-BE49-F238E27FC236}">
                        <a16:creationId xmlns:a16="http://schemas.microsoft.com/office/drawing/2014/main" id="{AA56B19D-01E9-4890-B7B3-A83427D420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3" name="直角三角形 132">
                    <a:extLst>
                      <a:ext uri="{FF2B5EF4-FFF2-40B4-BE49-F238E27FC236}">
                        <a16:creationId xmlns:a16="http://schemas.microsoft.com/office/drawing/2014/main" id="{9F1F879C-B9F2-4CF5-9902-885F0D87439D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4" name="直接连接符 133">
                    <a:extLst>
                      <a:ext uri="{FF2B5EF4-FFF2-40B4-BE49-F238E27FC236}">
                        <a16:creationId xmlns:a16="http://schemas.microsoft.com/office/drawing/2014/main" id="{E147E585-154C-4972-8F30-2E3453C3CD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5" name="直角三角形 134">
                    <a:extLst>
                      <a:ext uri="{FF2B5EF4-FFF2-40B4-BE49-F238E27FC236}">
                        <a16:creationId xmlns:a16="http://schemas.microsoft.com/office/drawing/2014/main" id="{2CFFDD94-924F-41A0-8F82-E7EE1436177E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127" name="图片 126">
                  <a:extLst>
                    <a:ext uri="{FF2B5EF4-FFF2-40B4-BE49-F238E27FC236}">
                      <a16:creationId xmlns:a16="http://schemas.microsoft.com/office/drawing/2014/main" id="{5ED0DE3C-7989-489D-9CE1-F6458C1556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125" name="图片 124">
                <a:extLst>
                  <a:ext uri="{FF2B5EF4-FFF2-40B4-BE49-F238E27FC236}">
                    <a16:creationId xmlns:a16="http://schemas.microsoft.com/office/drawing/2014/main" id="{6E67BF59-2905-4B0E-A6BF-B289B5FEA7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123" name="图片 122">
              <a:extLst>
                <a:ext uri="{FF2B5EF4-FFF2-40B4-BE49-F238E27FC236}">
                  <a16:creationId xmlns:a16="http://schemas.microsoft.com/office/drawing/2014/main" id="{9A32540F-3C91-498D-B7AF-476586658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  <p:pic>
        <p:nvPicPr>
          <p:cNvPr id="170" name="图片 169">
            <a:extLst>
              <a:ext uri="{FF2B5EF4-FFF2-40B4-BE49-F238E27FC236}">
                <a16:creationId xmlns:a16="http://schemas.microsoft.com/office/drawing/2014/main" id="{58B75E2A-ED2E-46B5-A2AE-D2D3671E8D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9962" y="7681191"/>
            <a:ext cx="7062667" cy="1499935"/>
          </a:xfrm>
          <a:prstGeom prst="rect">
            <a:avLst/>
          </a:prstGeom>
        </p:spPr>
      </p:pic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D715BB15-2EA1-4309-90A5-79F3CD6DD0CE}"/>
              </a:ext>
            </a:extLst>
          </p:cNvPr>
          <p:cNvGrpSpPr/>
          <p:nvPr/>
        </p:nvGrpSpPr>
        <p:grpSpPr>
          <a:xfrm>
            <a:off x="2567078" y="9461481"/>
            <a:ext cx="7057844" cy="2455835"/>
            <a:chOff x="4413168" y="3711667"/>
            <a:chExt cx="7051640" cy="2728047"/>
          </a:xfrm>
        </p:grpSpPr>
        <p:pic>
          <p:nvPicPr>
            <p:cNvPr id="172" name="图片 171">
              <a:extLst>
                <a:ext uri="{FF2B5EF4-FFF2-40B4-BE49-F238E27FC236}">
                  <a16:creationId xmlns:a16="http://schemas.microsoft.com/office/drawing/2014/main" id="{DC00FA61-5CF0-435C-A367-EDFCE0BE6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242" y="3711667"/>
              <a:ext cx="7031566" cy="820511"/>
            </a:xfrm>
            <a:prstGeom prst="rect">
              <a:avLst/>
            </a:prstGeom>
          </p:spPr>
        </p:pic>
        <p:pic>
          <p:nvPicPr>
            <p:cNvPr id="173" name="图片 172">
              <a:extLst>
                <a:ext uri="{FF2B5EF4-FFF2-40B4-BE49-F238E27FC236}">
                  <a16:creationId xmlns:a16="http://schemas.microsoft.com/office/drawing/2014/main" id="{8EBE264E-C5EA-48A6-B8B6-07DD2BBDE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241" y="4677723"/>
              <a:ext cx="7031566" cy="820511"/>
            </a:xfrm>
            <a:prstGeom prst="rect">
              <a:avLst/>
            </a:prstGeom>
          </p:spPr>
        </p:pic>
        <p:pic>
          <p:nvPicPr>
            <p:cNvPr id="174" name="图片 173">
              <a:extLst>
                <a:ext uri="{FF2B5EF4-FFF2-40B4-BE49-F238E27FC236}">
                  <a16:creationId xmlns:a16="http://schemas.microsoft.com/office/drawing/2014/main" id="{DAB6F9EC-E7D3-48DF-A95B-4802A7FFE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13168" y="5619203"/>
              <a:ext cx="7031566" cy="820511"/>
            </a:xfrm>
            <a:prstGeom prst="rect">
              <a:avLst/>
            </a:prstGeom>
          </p:spPr>
        </p:pic>
      </p:grpSp>
      <p:pic>
        <p:nvPicPr>
          <p:cNvPr id="175" name="图片 174">
            <a:extLst>
              <a:ext uri="{FF2B5EF4-FFF2-40B4-BE49-F238E27FC236}">
                <a16:creationId xmlns:a16="http://schemas.microsoft.com/office/drawing/2014/main" id="{D33D9623-053A-4E29-BBD4-5F35812DE71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67078" y="12039036"/>
            <a:ext cx="7037752" cy="80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3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1F836838-3C17-40DE-BC88-A37A92244AF9}"/>
              </a:ext>
            </a:extLst>
          </p:cNvPr>
          <p:cNvGrpSpPr/>
          <p:nvPr/>
        </p:nvGrpSpPr>
        <p:grpSpPr>
          <a:xfrm rot="16200000">
            <a:off x="-12448881" y="-2003194"/>
            <a:ext cx="10890880" cy="10864388"/>
            <a:chOff x="-7040302" y="-2003194"/>
            <a:chExt cx="10890880" cy="1086438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E4488B8D-9842-4622-A043-B8F85CC9E3C6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052E2D32-5031-4D9B-962A-23A9CCEE626B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17" name="组合 16">
                  <a:extLst>
                    <a:ext uri="{FF2B5EF4-FFF2-40B4-BE49-F238E27FC236}">
                      <a16:creationId xmlns:a16="http://schemas.microsoft.com/office/drawing/2014/main" id="{FECFB9AF-F6C2-48F4-B411-EB2CA1920A3F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15" name="组合 14">
                    <a:extLst>
                      <a:ext uri="{FF2B5EF4-FFF2-40B4-BE49-F238E27FC236}">
                        <a16:creationId xmlns:a16="http://schemas.microsoft.com/office/drawing/2014/main" id="{5297FE1D-C967-4AF7-BE1A-9A0466DA668F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3" name="组合 2">
                      <a:extLst>
                        <a:ext uri="{FF2B5EF4-FFF2-40B4-BE49-F238E27FC236}">
                          <a16:creationId xmlns:a16="http://schemas.microsoft.com/office/drawing/2014/main" id="{00C0DE6F-C592-4A3E-AD9D-6F0A271EB7C6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13" name="组合 12">
                        <a:extLst>
                          <a:ext uri="{FF2B5EF4-FFF2-40B4-BE49-F238E27FC236}">
                            <a16:creationId xmlns:a16="http://schemas.microsoft.com/office/drawing/2014/main" id="{D86DA625-AB3D-424C-8845-CD34E867411B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2" name="组合 1">
                          <a:extLst>
                            <a:ext uri="{FF2B5EF4-FFF2-40B4-BE49-F238E27FC236}">
                              <a16:creationId xmlns:a16="http://schemas.microsoft.com/office/drawing/2014/main" id="{F3BD4522-A00C-4EBA-B5DC-DDCC9D0833E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8" name="组合 7">
                            <a:extLst>
                              <a:ext uri="{FF2B5EF4-FFF2-40B4-BE49-F238E27FC236}">
                                <a16:creationId xmlns:a16="http://schemas.microsoft.com/office/drawing/2014/main" id="{151D0BAB-FBF6-4B35-8122-70F0FD9E4DC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4" name="任意多边形: 形状 3">
                              <a:extLst>
                                <a:ext uri="{FF2B5EF4-FFF2-40B4-BE49-F238E27FC236}">
                                  <a16:creationId xmlns:a16="http://schemas.microsoft.com/office/drawing/2014/main" id="{154282F3-8D93-4BB7-97E8-02987F8324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5" name="任意多边形: 形状 4">
                              <a:extLst>
                                <a:ext uri="{FF2B5EF4-FFF2-40B4-BE49-F238E27FC236}">
                                  <a16:creationId xmlns:a16="http://schemas.microsoft.com/office/drawing/2014/main" id="{230E964D-636A-4890-B09E-C766DC0E240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6" name="任意多边形: 形状 5">
                              <a:extLst>
                                <a:ext uri="{FF2B5EF4-FFF2-40B4-BE49-F238E27FC236}">
                                  <a16:creationId xmlns:a16="http://schemas.microsoft.com/office/drawing/2014/main" id="{71BF6EC7-A43D-4B78-AACC-369721572B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7" name="任意多边形: 形状 6">
                              <a:extLst>
                                <a:ext uri="{FF2B5EF4-FFF2-40B4-BE49-F238E27FC236}">
                                  <a16:creationId xmlns:a16="http://schemas.microsoft.com/office/drawing/2014/main" id="{A7F85BA8-8654-4747-953B-7489AA247E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9" name="Text 3">
                            <a:extLst>
                              <a:ext uri="{FF2B5EF4-FFF2-40B4-BE49-F238E27FC236}">
                                <a16:creationId xmlns:a16="http://schemas.microsoft.com/office/drawing/2014/main" id="{D148A15F-53BD-4CCA-A5C7-ABEA8EB03DA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10" name="Text 3">
                            <a:extLst>
                              <a:ext uri="{FF2B5EF4-FFF2-40B4-BE49-F238E27FC236}">
                                <a16:creationId xmlns:a16="http://schemas.microsoft.com/office/drawing/2014/main" id="{0F451D89-BCA1-4B90-A47A-FD55AC9FD1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原文中部分电路参数设置无法在模拟中正常实现功能，需自行调整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23" name="组合 22">
                            <a:extLst>
                              <a:ext uri="{FF2B5EF4-FFF2-40B4-BE49-F238E27FC236}">
                                <a16:creationId xmlns:a16="http://schemas.microsoft.com/office/drawing/2014/main" id="{E1B02708-0E71-4982-990E-A13F24DC7BE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11" name="Text 3">
                              <a:extLst>
                                <a:ext uri="{FF2B5EF4-FFF2-40B4-BE49-F238E27FC236}">
                                  <a16:creationId xmlns:a16="http://schemas.microsoft.com/office/drawing/2014/main" id="{57F0452E-F0C6-48B7-B48F-C94C9CAB207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适应电路特性实现器件功能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19" name="组合 18">
                              <a:extLst>
                                <a:ext uri="{FF2B5EF4-FFF2-40B4-BE49-F238E27FC236}">
                                  <a16:creationId xmlns:a16="http://schemas.microsoft.com/office/drawing/2014/main" id="{67C03202-367E-4A06-96AF-67A2FAD3EA8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4" name="直接连接符 13">
                                <a:extLst>
                                  <a:ext uri="{FF2B5EF4-FFF2-40B4-BE49-F238E27FC236}">
                                    <a16:creationId xmlns:a16="http://schemas.microsoft.com/office/drawing/2014/main" id="{28D8F476-165E-49D4-8753-5A1561E14E4F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6" name="直角三角形 15">
                                <a:extLst>
                                  <a:ext uri="{FF2B5EF4-FFF2-40B4-BE49-F238E27FC236}">
                                    <a16:creationId xmlns:a16="http://schemas.microsoft.com/office/drawing/2014/main" id="{EAD44E72-8193-48D6-895A-000BD11AA9E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20" name="组合 19">
                              <a:extLst>
                                <a:ext uri="{FF2B5EF4-FFF2-40B4-BE49-F238E27FC236}">
                                  <a16:creationId xmlns:a16="http://schemas.microsoft.com/office/drawing/2014/main" id="{EF107DF3-5C52-4655-B7B8-EED6FC88BE2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21" name="直接连接符 20">
                                <a:extLst>
                                  <a:ext uri="{FF2B5EF4-FFF2-40B4-BE49-F238E27FC236}">
                                    <a16:creationId xmlns:a16="http://schemas.microsoft.com/office/drawing/2014/main" id="{C71A6151-0CF6-40C4-9017-E1785621182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22" name="直角三角形 21">
                                <a:extLst>
                                  <a:ext uri="{FF2B5EF4-FFF2-40B4-BE49-F238E27FC236}">
                                    <a16:creationId xmlns:a16="http://schemas.microsoft.com/office/drawing/2014/main" id="{C40E6E6B-2E0A-4FA8-B6D2-749D38C50EA7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12" name="图片 11">
                          <a:extLst>
                            <a:ext uri="{FF2B5EF4-FFF2-40B4-BE49-F238E27FC236}">
                              <a16:creationId xmlns:a16="http://schemas.microsoft.com/office/drawing/2014/main" id="{4BD975F5-CDEB-4F2A-84C9-733828486F2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828" name="Text 3">
                        <a:extLst>
                          <a:ext uri="{FF2B5EF4-FFF2-40B4-BE49-F238E27FC236}">
                            <a16:creationId xmlns:a16="http://schemas.microsoft.com/office/drawing/2014/main" id="{4B513E7D-F831-42FC-8BDD-6F3B82FF00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29" name="Text 3">
                        <a:extLst>
                          <a:ext uri="{FF2B5EF4-FFF2-40B4-BE49-F238E27FC236}">
                            <a16:creationId xmlns:a16="http://schemas.microsoft.com/office/drawing/2014/main" id="{E2C4FCC5-A2F6-496E-BCCF-3DB124C4B2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30" name="Text 3">
                        <a:extLst>
                          <a:ext uri="{FF2B5EF4-FFF2-40B4-BE49-F238E27FC236}">
                            <a16:creationId xmlns:a16="http://schemas.microsoft.com/office/drawing/2014/main" id="{FDC7773D-EC5D-4079-BDF3-34664BB407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831" name="直接连接符 830">
                        <a:extLst>
                          <a:ext uri="{FF2B5EF4-FFF2-40B4-BE49-F238E27FC236}">
                            <a16:creationId xmlns:a16="http://schemas.microsoft.com/office/drawing/2014/main" id="{000A71B0-BEA2-441A-9006-53CA8D95ADB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32" name="直角三角形 831">
                        <a:extLst>
                          <a:ext uri="{FF2B5EF4-FFF2-40B4-BE49-F238E27FC236}">
                            <a16:creationId xmlns:a16="http://schemas.microsoft.com/office/drawing/2014/main" id="{618AEC80-D3C8-47A6-AE46-F506168F1864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833" name="直接连接符 832">
                        <a:extLst>
                          <a:ext uri="{FF2B5EF4-FFF2-40B4-BE49-F238E27FC236}">
                            <a16:creationId xmlns:a16="http://schemas.microsoft.com/office/drawing/2014/main" id="{9EBE5B08-28FF-4E5A-8C2B-22383A65956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34" name="直角三角形 833">
                        <a:extLst>
                          <a:ext uri="{FF2B5EF4-FFF2-40B4-BE49-F238E27FC236}">
                            <a16:creationId xmlns:a16="http://schemas.microsoft.com/office/drawing/2014/main" id="{A23E438B-6291-46F7-B4DE-D3AC88BD6932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842" name="Text 3">
                      <a:extLst>
                        <a:ext uri="{FF2B5EF4-FFF2-40B4-BE49-F238E27FC236}">
                          <a16:creationId xmlns:a16="http://schemas.microsoft.com/office/drawing/2014/main" id="{9E8DD738-2FAB-491C-9565-2F601B4028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843" name="Text 3">
                      <a:extLst>
                        <a:ext uri="{FF2B5EF4-FFF2-40B4-BE49-F238E27FC236}">
                          <a16:creationId xmlns:a16="http://schemas.microsoft.com/office/drawing/2014/main" id="{98AAB1C4-FCB4-4478-9F32-29D399155D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844" name="Text 3">
                      <a:extLst>
                        <a:ext uri="{FF2B5EF4-FFF2-40B4-BE49-F238E27FC236}">
                          <a16:creationId xmlns:a16="http://schemas.microsoft.com/office/drawing/2014/main" id="{F445BCE2-573C-46CB-A594-8E0213EBB0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845" name="直接连接符 844">
                      <a:extLst>
                        <a:ext uri="{FF2B5EF4-FFF2-40B4-BE49-F238E27FC236}">
                          <a16:creationId xmlns:a16="http://schemas.microsoft.com/office/drawing/2014/main" id="{EE192C91-5762-42AE-A647-9581B55AAF6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46" name="直角三角形 845">
                      <a:extLst>
                        <a:ext uri="{FF2B5EF4-FFF2-40B4-BE49-F238E27FC236}">
                          <a16:creationId xmlns:a16="http://schemas.microsoft.com/office/drawing/2014/main" id="{EBB5311D-36DF-4B42-B3E2-6940974EAFE8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847" name="直接连接符 846">
                      <a:extLst>
                        <a:ext uri="{FF2B5EF4-FFF2-40B4-BE49-F238E27FC236}">
                          <a16:creationId xmlns:a16="http://schemas.microsoft.com/office/drawing/2014/main" id="{5C8C62E4-C43C-4624-A9B8-AB8B8BF3F7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48" name="直角三角形 847">
                      <a:extLst>
                        <a:ext uri="{FF2B5EF4-FFF2-40B4-BE49-F238E27FC236}">
                          <a16:creationId xmlns:a16="http://schemas.microsoft.com/office/drawing/2014/main" id="{2E815761-368B-4C2E-AB29-560E7368C578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849" name="Text 3">
                    <a:extLst>
                      <a:ext uri="{FF2B5EF4-FFF2-40B4-BE49-F238E27FC236}">
                        <a16:creationId xmlns:a16="http://schemas.microsoft.com/office/drawing/2014/main" id="{58D5569D-D96E-484A-A9AA-F95BF577CA37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850" name="Text 3">
                    <a:extLst>
                      <a:ext uri="{FF2B5EF4-FFF2-40B4-BE49-F238E27FC236}">
                        <a16:creationId xmlns:a16="http://schemas.microsoft.com/office/drawing/2014/main" id="{713391BD-7E83-4A07-8210-8087A42F402D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851" name="Text 3">
                    <a:extLst>
                      <a:ext uri="{FF2B5EF4-FFF2-40B4-BE49-F238E27FC236}">
                        <a16:creationId xmlns:a16="http://schemas.microsoft.com/office/drawing/2014/main" id="{90D415EC-ADD8-4075-B262-C8257C0B8E32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852" name="直接连接符 851">
                    <a:extLst>
                      <a:ext uri="{FF2B5EF4-FFF2-40B4-BE49-F238E27FC236}">
                        <a16:creationId xmlns:a16="http://schemas.microsoft.com/office/drawing/2014/main" id="{0DF0E659-148F-41A6-B5AC-BA1D4032C6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3" name="直角三角形 852">
                    <a:extLst>
                      <a:ext uri="{FF2B5EF4-FFF2-40B4-BE49-F238E27FC236}">
                        <a16:creationId xmlns:a16="http://schemas.microsoft.com/office/drawing/2014/main" id="{8069733C-45A5-4220-95EF-25C8B0E2572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54" name="直接连接符 853">
                    <a:extLst>
                      <a:ext uri="{FF2B5EF4-FFF2-40B4-BE49-F238E27FC236}">
                        <a16:creationId xmlns:a16="http://schemas.microsoft.com/office/drawing/2014/main" id="{C26BA643-98BC-4F1C-BFA7-46103FFBEA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5" name="直角三角形 854">
                    <a:extLst>
                      <a:ext uri="{FF2B5EF4-FFF2-40B4-BE49-F238E27FC236}">
                        <a16:creationId xmlns:a16="http://schemas.microsoft.com/office/drawing/2014/main" id="{3B20C4B3-309A-40DE-B33E-AA058EBE4FD1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26" name="图片 25">
                  <a:extLst>
                    <a:ext uri="{FF2B5EF4-FFF2-40B4-BE49-F238E27FC236}">
                      <a16:creationId xmlns:a16="http://schemas.microsoft.com/office/drawing/2014/main" id="{967B7586-C199-4FFC-950E-2742AB4125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F688802-8ABB-4267-81AF-BE09ECACFD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0F7D0E80-E069-4F3D-84BC-DDBE82548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47652DA1-5943-4117-AFB6-18A8510659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9" y="-5070884"/>
            <a:ext cx="12133561" cy="285746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E29F1D39-10A2-4A8D-A77F-4DE8EFA51E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4199" y="12246140"/>
            <a:ext cx="7053260" cy="820511"/>
          </a:xfrm>
          <a:prstGeom prst="rect">
            <a:avLst/>
          </a:prstGeom>
        </p:spPr>
      </p:pic>
      <p:sp>
        <p:nvSpPr>
          <p:cNvPr id="72" name="Text 3">
            <a:extLst>
              <a:ext uri="{FF2B5EF4-FFF2-40B4-BE49-F238E27FC236}">
                <a16:creationId xmlns:a16="http://schemas.microsoft.com/office/drawing/2014/main" id="{BE7A1E6F-B749-49BF-8245-0D9804230287}"/>
              </a:ext>
            </a:extLst>
          </p:cNvPr>
          <p:cNvSpPr/>
          <p:nvPr/>
        </p:nvSpPr>
        <p:spPr>
          <a:xfrm>
            <a:off x="4979758" y="4413996"/>
            <a:ext cx="2630625" cy="2118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zh-CN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MiSans" panose="02010600030101010101" charset="-122"/>
              </a:rPr>
              <a:t>MMAM</a:t>
            </a:r>
            <a:r>
              <a:rPr lang="zh-CN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  <a:cs typeface="MiSans" panose="02010600030101010101" charset="-122"/>
              </a:rPr>
              <a:t>中忆阻阻值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方正姚体" panose="02010601030101010101" pitchFamily="2" charset="-122"/>
              <a:ea typeface="方正姚体" panose="02010601030101010101" pitchFamily="2" charset="-122"/>
              <a:cs typeface="MiSans" panose="02010600030101010101" charset="-122"/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759E64A8-D5CE-4BA8-AE89-FF5569AFA6B4}"/>
              </a:ext>
            </a:extLst>
          </p:cNvPr>
          <p:cNvGrpSpPr/>
          <p:nvPr/>
        </p:nvGrpSpPr>
        <p:grpSpPr>
          <a:xfrm>
            <a:off x="1297166" y="4524118"/>
            <a:ext cx="2487433" cy="568573"/>
            <a:chOff x="1294871" y="3861076"/>
            <a:chExt cx="2487433" cy="568573"/>
          </a:xfrm>
        </p:grpSpPr>
        <p:sp>
          <p:nvSpPr>
            <p:cNvPr id="74" name="Text 3">
              <a:extLst>
                <a:ext uri="{FF2B5EF4-FFF2-40B4-BE49-F238E27FC236}">
                  <a16:creationId xmlns:a16="http://schemas.microsoft.com/office/drawing/2014/main" id="{1DE5C358-2F87-4AC1-A6F5-21C8CF6AD641}"/>
                </a:ext>
              </a:extLst>
            </p:cNvPr>
            <p:cNvSpPr/>
            <p:nvPr/>
          </p:nvSpPr>
          <p:spPr>
            <a:xfrm>
              <a:off x="2022105" y="3875222"/>
              <a:ext cx="1760199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altLang="zh-CN" sz="2800" dirty="0">
                  <a:solidFill>
                    <a:srgbClr val="FF33FF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M21&amp;M12</a:t>
              </a:r>
              <a:endParaRPr lang="en-US" sz="2800" dirty="0">
                <a:solidFill>
                  <a:srgbClr val="FF33FF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B1FBAA90-E2B1-45DC-ABED-C2C9D9ACFC47}"/>
                </a:ext>
              </a:extLst>
            </p:cNvPr>
            <p:cNvSpPr/>
            <p:nvPr/>
          </p:nvSpPr>
          <p:spPr>
            <a:xfrm>
              <a:off x="1294871" y="4080298"/>
              <a:ext cx="180000" cy="180000"/>
            </a:xfrm>
            <a:prstGeom prst="ellipse">
              <a:avLst/>
            </a:prstGeom>
            <a:solidFill>
              <a:srgbClr val="FF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33FF"/>
                </a:solidFill>
              </a:endParaRPr>
            </a:p>
          </p:txBody>
        </p:sp>
        <p:sp>
          <p:nvSpPr>
            <p:cNvPr id="76" name="Text 3">
              <a:extLst>
                <a:ext uri="{FF2B5EF4-FFF2-40B4-BE49-F238E27FC236}">
                  <a16:creationId xmlns:a16="http://schemas.microsoft.com/office/drawing/2014/main" id="{AA9711F5-C062-4247-B4E8-130282AB8326}"/>
                </a:ext>
              </a:extLst>
            </p:cNvPr>
            <p:cNvSpPr/>
            <p:nvPr/>
          </p:nvSpPr>
          <p:spPr>
            <a:xfrm>
              <a:off x="1387076" y="3861076"/>
              <a:ext cx="925748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2800" dirty="0">
                  <a:solidFill>
                    <a:srgbClr val="FF33FF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&gt;&gt;</a:t>
              </a: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87782EF5-E6A8-4FDB-B0DF-A4B60D90C802}"/>
              </a:ext>
            </a:extLst>
          </p:cNvPr>
          <p:cNvGrpSpPr/>
          <p:nvPr/>
        </p:nvGrpSpPr>
        <p:grpSpPr>
          <a:xfrm>
            <a:off x="1282171" y="5277545"/>
            <a:ext cx="2502427" cy="568573"/>
            <a:chOff x="1294871" y="4619041"/>
            <a:chExt cx="2502427" cy="568573"/>
          </a:xfrm>
        </p:grpSpPr>
        <p:sp>
          <p:nvSpPr>
            <p:cNvPr id="78" name="Text 3">
              <a:extLst>
                <a:ext uri="{FF2B5EF4-FFF2-40B4-BE49-F238E27FC236}">
                  <a16:creationId xmlns:a16="http://schemas.microsoft.com/office/drawing/2014/main" id="{689A4AE1-5593-4922-9443-A50A9708D92F}"/>
                </a:ext>
              </a:extLst>
            </p:cNvPr>
            <p:cNvSpPr/>
            <p:nvPr/>
          </p:nvSpPr>
          <p:spPr>
            <a:xfrm>
              <a:off x="2022105" y="4633187"/>
              <a:ext cx="1775193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altLang="zh-CN" sz="2800" dirty="0">
                  <a:solidFill>
                    <a:srgbClr val="0099FF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M23&amp;M32</a:t>
              </a:r>
              <a:endParaRPr lang="en-US" sz="2800" dirty="0">
                <a:solidFill>
                  <a:srgbClr val="0099FF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532A74BE-8B43-404C-8BAC-BF7F22233685}"/>
                </a:ext>
              </a:extLst>
            </p:cNvPr>
            <p:cNvSpPr/>
            <p:nvPr/>
          </p:nvSpPr>
          <p:spPr>
            <a:xfrm>
              <a:off x="1294871" y="4838263"/>
              <a:ext cx="180000" cy="1800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99FF"/>
                </a:solidFill>
              </a:endParaRPr>
            </a:p>
          </p:txBody>
        </p:sp>
        <p:sp>
          <p:nvSpPr>
            <p:cNvPr id="80" name="Text 3">
              <a:extLst>
                <a:ext uri="{FF2B5EF4-FFF2-40B4-BE49-F238E27FC236}">
                  <a16:creationId xmlns:a16="http://schemas.microsoft.com/office/drawing/2014/main" id="{BEBA2A9F-6E7E-4F9E-A50E-8DC8779367A3}"/>
                </a:ext>
              </a:extLst>
            </p:cNvPr>
            <p:cNvSpPr/>
            <p:nvPr/>
          </p:nvSpPr>
          <p:spPr>
            <a:xfrm>
              <a:off x="1387076" y="4619041"/>
              <a:ext cx="925748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2800" dirty="0">
                  <a:solidFill>
                    <a:srgbClr val="0099FF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&gt;&gt;</a:t>
              </a: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32D61A1-C400-4389-92EC-483CDEE79B22}"/>
              </a:ext>
            </a:extLst>
          </p:cNvPr>
          <p:cNvGrpSpPr/>
          <p:nvPr/>
        </p:nvGrpSpPr>
        <p:grpSpPr>
          <a:xfrm>
            <a:off x="1297166" y="6045118"/>
            <a:ext cx="2487431" cy="568573"/>
            <a:chOff x="1294871" y="5547541"/>
            <a:chExt cx="2487431" cy="568573"/>
          </a:xfrm>
        </p:grpSpPr>
        <p:sp>
          <p:nvSpPr>
            <p:cNvPr id="82" name="Text 3">
              <a:extLst>
                <a:ext uri="{FF2B5EF4-FFF2-40B4-BE49-F238E27FC236}">
                  <a16:creationId xmlns:a16="http://schemas.microsoft.com/office/drawing/2014/main" id="{72E81CEC-00AF-4D4F-A08C-D9ABBB20A957}"/>
                </a:ext>
              </a:extLst>
            </p:cNvPr>
            <p:cNvSpPr/>
            <p:nvPr/>
          </p:nvSpPr>
          <p:spPr>
            <a:xfrm>
              <a:off x="2022105" y="5561687"/>
              <a:ext cx="1760197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altLang="zh-CN" sz="2800" dirty="0">
                  <a:solidFill>
                    <a:srgbClr val="00FF00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M31&amp;M13</a:t>
              </a:r>
              <a:endParaRPr lang="en-US" sz="2800" dirty="0">
                <a:solidFill>
                  <a:srgbClr val="00FF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3BA95B13-B2B5-4F14-9F12-DC9391963150}"/>
                </a:ext>
              </a:extLst>
            </p:cNvPr>
            <p:cNvSpPr/>
            <p:nvPr/>
          </p:nvSpPr>
          <p:spPr>
            <a:xfrm>
              <a:off x="1294871" y="5766763"/>
              <a:ext cx="180000" cy="180000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FF00"/>
                </a:solidFill>
              </a:endParaRPr>
            </a:p>
          </p:txBody>
        </p:sp>
        <p:sp>
          <p:nvSpPr>
            <p:cNvPr id="84" name="Text 3">
              <a:extLst>
                <a:ext uri="{FF2B5EF4-FFF2-40B4-BE49-F238E27FC236}">
                  <a16:creationId xmlns:a16="http://schemas.microsoft.com/office/drawing/2014/main" id="{117439D3-8C86-44C5-812E-3D201A4D606A}"/>
                </a:ext>
              </a:extLst>
            </p:cNvPr>
            <p:cNvSpPr/>
            <p:nvPr/>
          </p:nvSpPr>
          <p:spPr>
            <a:xfrm>
              <a:off x="1387076" y="5547541"/>
              <a:ext cx="925748" cy="5544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0000"/>
                </a:lnSpc>
                <a:buNone/>
              </a:pPr>
              <a:r>
                <a:rPr lang="en-US" sz="2800" dirty="0">
                  <a:solidFill>
                    <a:srgbClr val="00FF00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&gt;&gt;</a:t>
              </a:r>
            </a:p>
          </p:txBody>
        </p:sp>
      </p:grpSp>
      <p:pic>
        <p:nvPicPr>
          <p:cNvPr id="70" name="图片 69">
            <a:extLst>
              <a:ext uri="{FF2B5EF4-FFF2-40B4-BE49-F238E27FC236}">
                <a16:creationId xmlns:a16="http://schemas.microsoft.com/office/drawing/2014/main" id="{57157AC4-9339-4ABC-A24B-4A084F6F98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44239"/>
            <a:ext cx="12192000" cy="4134100"/>
          </a:xfrm>
          <a:prstGeom prst="rect">
            <a:avLst/>
          </a:prstGeom>
        </p:spPr>
      </p:pic>
      <p:grpSp>
        <p:nvGrpSpPr>
          <p:cNvPr id="71" name="组合 70">
            <a:extLst>
              <a:ext uri="{FF2B5EF4-FFF2-40B4-BE49-F238E27FC236}">
                <a16:creationId xmlns:a16="http://schemas.microsoft.com/office/drawing/2014/main" id="{64EF44DE-1BB9-4A60-98B6-A7F05556A05E}"/>
              </a:ext>
            </a:extLst>
          </p:cNvPr>
          <p:cNvGrpSpPr/>
          <p:nvPr/>
        </p:nvGrpSpPr>
        <p:grpSpPr>
          <a:xfrm>
            <a:off x="2574199" y="8690569"/>
            <a:ext cx="6873260" cy="2917512"/>
            <a:chOff x="4413168" y="3711667"/>
            <a:chExt cx="7051640" cy="2728047"/>
          </a:xfrm>
        </p:grpSpPr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7854F04E-F80F-4766-96B4-637ED9D25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242" y="3711667"/>
              <a:ext cx="7031566" cy="820511"/>
            </a:xfrm>
            <a:prstGeom prst="rect">
              <a:avLst/>
            </a:prstGeom>
          </p:spPr>
        </p:pic>
        <p:pic>
          <p:nvPicPr>
            <p:cNvPr id="86" name="图片 85">
              <a:extLst>
                <a:ext uri="{FF2B5EF4-FFF2-40B4-BE49-F238E27FC236}">
                  <a16:creationId xmlns:a16="http://schemas.microsoft.com/office/drawing/2014/main" id="{A3E2D787-553D-47D5-94D2-AD47B35F8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241" y="4677723"/>
              <a:ext cx="7031566" cy="820511"/>
            </a:xfrm>
            <a:prstGeom prst="rect">
              <a:avLst/>
            </a:prstGeom>
          </p:spPr>
        </p:pic>
        <p:pic>
          <p:nvPicPr>
            <p:cNvPr id="87" name="图片 86">
              <a:extLst>
                <a:ext uri="{FF2B5EF4-FFF2-40B4-BE49-F238E27FC236}">
                  <a16:creationId xmlns:a16="http://schemas.microsoft.com/office/drawing/2014/main" id="{35843075-1207-4ECD-B21B-6357D1B1C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13168" y="5619203"/>
              <a:ext cx="7031566" cy="8205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7508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1F836838-3C17-40DE-BC88-A37A92244AF9}"/>
              </a:ext>
            </a:extLst>
          </p:cNvPr>
          <p:cNvGrpSpPr/>
          <p:nvPr/>
        </p:nvGrpSpPr>
        <p:grpSpPr>
          <a:xfrm rot="16200000">
            <a:off x="-12448881" y="-2003194"/>
            <a:ext cx="10890880" cy="10864388"/>
            <a:chOff x="-7040302" y="-2003194"/>
            <a:chExt cx="10890880" cy="1086438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E4488B8D-9842-4622-A043-B8F85CC9E3C6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052E2D32-5031-4D9B-962A-23A9CCEE626B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17" name="组合 16">
                  <a:extLst>
                    <a:ext uri="{FF2B5EF4-FFF2-40B4-BE49-F238E27FC236}">
                      <a16:creationId xmlns:a16="http://schemas.microsoft.com/office/drawing/2014/main" id="{FECFB9AF-F6C2-48F4-B411-EB2CA1920A3F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15" name="组合 14">
                    <a:extLst>
                      <a:ext uri="{FF2B5EF4-FFF2-40B4-BE49-F238E27FC236}">
                        <a16:creationId xmlns:a16="http://schemas.microsoft.com/office/drawing/2014/main" id="{5297FE1D-C967-4AF7-BE1A-9A0466DA668F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3" name="组合 2">
                      <a:extLst>
                        <a:ext uri="{FF2B5EF4-FFF2-40B4-BE49-F238E27FC236}">
                          <a16:creationId xmlns:a16="http://schemas.microsoft.com/office/drawing/2014/main" id="{00C0DE6F-C592-4A3E-AD9D-6F0A271EB7C6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13" name="组合 12">
                        <a:extLst>
                          <a:ext uri="{FF2B5EF4-FFF2-40B4-BE49-F238E27FC236}">
                            <a16:creationId xmlns:a16="http://schemas.microsoft.com/office/drawing/2014/main" id="{D86DA625-AB3D-424C-8845-CD34E867411B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2" name="组合 1">
                          <a:extLst>
                            <a:ext uri="{FF2B5EF4-FFF2-40B4-BE49-F238E27FC236}">
                              <a16:creationId xmlns:a16="http://schemas.microsoft.com/office/drawing/2014/main" id="{F3BD4522-A00C-4EBA-B5DC-DDCC9D0833E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8" name="组合 7">
                            <a:extLst>
                              <a:ext uri="{FF2B5EF4-FFF2-40B4-BE49-F238E27FC236}">
                                <a16:creationId xmlns:a16="http://schemas.microsoft.com/office/drawing/2014/main" id="{151D0BAB-FBF6-4B35-8122-70F0FD9E4DC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4" name="任意多边形: 形状 3">
                              <a:extLst>
                                <a:ext uri="{FF2B5EF4-FFF2-40B4-BE49-F238E27FC236}">
                                  <a16:creationId xmlns:a16="http://schemas.microsoft.com/office/drawing/2014/main" id="{154282F3-8D93-4BB7-97E8-02987F8324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5" name="任意多边形: 形状 4">
                              <a:extLst>
                                <a:ext uri="{FF2B5EF4-FFF2-40B4-BE49-F238E27FC236}">
                                  <a16:creationId xmlns:a16="http://schemas.microsoft.com/office/drawing/2014/main" id="{230E964D-636A-4890-B09E-C766DC0E240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6" name="任意多边形: 形状 5">
                              <a:extLst>
                                <a:ext uri="{FF2B5EF4-FFF2-40B4-BE49-F238E27FC236}">
                                  <a16:creationId xmlns:a16="http://schemas.microsoft.com/office/drawing/2014/main" id="{71BF6EC7-A43D-4B78-AACC-369721572B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7" name="任意多边形: 形状 6">
                              <a:extLst>
                                <a:ext uri="{FF2B5EF4-FFF2-40B4-BE49-F238E27FC236}">
                                  <a16:creationId xmlns:a16="http://schemas.microsoft.com/office/drawing/2014/main" id="{A7F85BA8-8654-4747-953B-7489AA247E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9" name="Text 3">
                            <a:extLst>
                              <a:ext uri="{FF2B5EF4-FFF2-40B4-BE49-F238E27FC236}">
                                <a16:creationId xmlns:a16="http://schemas.microsoft.com/office/drawing/2014/main" id="{D148A15F-53BD-4CCA-A5C7-ABEA8EB03DA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10" name="Text 3">
                            <a:extLst>
                              <a:ext uri="{FF2B5EF4-FFF2-40B4-BE49-F238E27FC236}">
                                <a16:creationId xmlns:a16="http://schemas.microsoft.com/office/drawing/2014/main" id="{0F451D89-BCA1-4B90-A47A-FD55AC9FD1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原文中部分电路参数设置无法在模拟中正常实现功能，需自行调整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23" name="组合 22">
                            <a:extLst>
                              <a:ext uri="{FF2B5EF4-FFF2-40B4-BE49-F238E27FC236}">
                                <a16:creationId xmlns:a16="http://schemas.microsoft.com/office/drawing/2014/main" id="{E1B02708-0E71-4982-990E-A13F24DC7BE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11" name="Text 3">
                              <a:extLst>
                                <a:ext uri="{FF2B5EF4-FFF2-40B4-BE49-F238E27FC236}">
                                  <a16:creationId xmlns:a16="http://schemas.microsoft.com/office/drawing/2014/main" id="{57F0452E-F0C6-48B7-B48F-C94C9CAB207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适应电路特性实现器件功能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19" name="组合 18">
                              <a:extLst>
                                <a:ext uri="{FF2B5EF4-FFF2-40B4-BE49-F238E27FC236}">
                                  <a16:creationId xmlns:a16="http://schemas.microsoft.com/office/drawing/2014/main" id="{67C03202-367E-4A06-96AF-67A2FAD3EA8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4" name="直接连接符 13">
                                <a:extLst>
                                  <a:ext uri="{FF2B5EF4-FFF2-40B4-BE49-F238E27FC236}">
                                    <a16:creationId xmlns:a16="http://schemas.microsoft.com/office/drawing/2014/main" id="{28D8F476-165E-49D4-8753-5A1561E14E4F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6" name="直角三角形 15">
                                <a:extLst>
                                  <a:ext uri="{FF2B5EF4-FFF2-40B4-BE49-F238E27FC236}">
                                    <a16:creationId xmlns:a16="http://schemas.microsoft.com/office/drawing/2014/main" id="{EAD44E72-8193-48D6-895A-000BD11AA9E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20" name="组合 19">
                              <a:extLst>
                                <a:ext uri="{FF2B5EF4-FFF2-40B4-BE49-F238E27FC236}">
                                  <a16:creationId xmlns:a16="http://schemas.microsoft.com/office/drawing/2014/main" id="{EF107DF3-5C52-4655-B7B8-EED6FC88BE2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21" name="直接连接符 20">
                                <a:extLst>
                                  <a:ext uri="{FF2B5EF4-FFF2-40B4-BE49-F238E27FC236}">
                                    <a16:creationId xmlns:a16="http://schemas.microsoft.com/office/drawing/2014/main" id="{C71A6151-0CF6-40C4-9017-E1785621182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22" name="直角三角形 21">
                                <a:extLst>
                                  <a:ext uri="{FF2B5EF4-FFF2-40B4-BE49-F238E27FC236}">
                                    <a16:creationId xmlns:a16="http://schemas.microsoft.com/office/drawing/2014/main" id="{C40E6E6B-2E0A-4FA8-B6D2-749D38C50EA7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12" name="图片 11">
                          <a:extLst>
                            <a:ext uri="{FF2B5EF4-FFF2-40B4-BE49-F238E27FC236}">
                              <a16:creationId xmlns:a16="http://schemas.microsoft.com/office/drawing/2014/main" id="{4BD975F5-CDEB-4F2A-84C9-733828486F2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828" name="Text 3">
                        <a:extLst>
                          <a:ext uri="{FF2B5EF4-FFF2-40B4-BE49-F238E27FC236}">
                            <a16:creationId xmlns:a16="http://schemas.microsoft.com/office/drawing/2014/main" id="{4B513E7D-F831-42FC-8BDD-6F3B82FF00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29" name="Text 3">
                        <a:extLst>
                          <a:ext uri="{FF2B5EF4-FFF2-40B4-BE49-F238E27FC236}">
                            <a16:creationId xmlns:a16="http://schemas.microsoft.com/office/drawing/2014/main" id="{E2C4FCC5-A2F6-496E-BCCF-3DB124C4B2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30" name="Text 3">
                        <a:extLst>
                          <a:ext uri="{FF2B5EF4-FFF2-40B4-BE49-F238E27FC236}">
                            <a16:creationId xmlns:a16="http://schemas.microsoft.com/office/drawing/2014/main" id="{FDC7773D-EC5D-4079-BDF3-34664BB407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831" name="直接连接符 830">
                        <a:extLst>
                          <a:ext uri="{FF2B5EF4-FFF2-40B4-BE49-F238E27FC236}">
                            <a16:creationId xmlns:a16="http://schemas.microsoft.com/office/drawing/2014/main" id="{000A71B0-BEA2-441A-9006-53CA8D95ADB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32" name="直角三角形 831">
                        <a:extLst>
                          <a:ext uri="{FF2B5EF4-FFF2-40B4-BE49-F238E27FC236}">
                            <a16:creationId xmlns:a16="http://schemas.microsoft.com/office/drawing/2014/main" id="{618AEC80-D3C8-47A6-AE46-F506168F1864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833" name="直接连接符 832">
                        <a:extLst>
                          <a:ext uri="{FF2B5EF4-FFF2-40B4-BE49-F238E27FC236}">
                            <a16:creationId xmlns:a16="http://schemas.microsoft.com/office/drawing/2014/main" id="{9EBE5B08-28FF-4E5A-8C2B-22383A65956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34" name="直角三角形 833">
                        <a:extLst>
                          <a:ext uri="{FF2B5EF4-FFF2-40B4-BE49-F238E27FC236}">
                            <a16:creationId xmlns:a16="http://schemas.microsoft.com/office/drawing/2014/main" id="{A23E438B-6291-46F7-B4DE-D3AC88BD6932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842" name="Text 3">
                      <a:extLst>
                        <a:ext uri="{FF2B5EF4-FFF2-40B4-BE49-F238E27FC236}">
                          <a16:creationId xmlns:a16="http://schemas.microsoft.com/office/drawing/2014/main" id="{9E8DD738-2FAB-491C-9565-2F601B4028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843" name="Text 3">
                      <a:extLst>
                        <a:ext uri="{FF2B5EF4-FFF2-40B4-BE49-F238E27FC236}">
                          <a16:creationId xmlns:a16="http://schemas.microsoft.com/office/drawing/2014/main" id="{98AAB1C4-FCB4-4478-9F32-29D399155D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844" name="Text 3">
                      <a:extLst>
                        <a:ext uri="{FF2B5EF4-FFF2-40B4-BE49-F238E27FC236}">
                          <a16:creationId xmlns:a16="http://schemas.microsoft.com/office/drawing/2014/main" id="{F445BCE2-573C-46CB-A594-8E0213EBB0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845" name="直接连接符 844">
                      <a:extLst>
                        <a:ext uri="{FF2B5EF4-FFF2-40B4-BE49-F238E27FC236}">
                          <a16:creationId xmlns:a16="http://schemas.microsoft.com/office/drawing/2014/main" id="{EE192C91-5762-42AE-A647-9581B55AAF6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46" name="直角三角形 845">
                      <a:extLst>
                        <a:ext uri="{FF2B5EF4-FFF2-40B4-BE49-F238E27FC236}">
                          <a16:creationId xmlns:a16="http://schemas.microsoft.com/office/drawing/2014/main" id="{EBB5311D-36DF-4B42-B3E2-6940974EAFE8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847" name="直接连接符 846">
                      <a:extLst>
                        <a:ext uri="{FF2B5EF4-FFF2-40B4-BE49-F238E27FC236}">
                          <a16:creationId xmlns:a16="http://schemas.microsoft.com/office/drawing/2014/main" id="{5C8C62E4-C43C-4624-A9B8-AB8B8BF3F7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48" name="直角三角形 847">
                      <a:extLst>
                        <a:ext uri="{FF2B5EF4-FFF2-40B4-BE49-F238E27FC236}">
                          <a16:creationId xmlns:a16="http://schemas.microsoft.com/office/drawing/2014/main" id="{2E815761-368B-4C2E-AB29-560E7368C578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849" name="Text 3">
                    <a:extLst>
                      <a:ext uri="{FF2B5EF4-FFF2-40B4-BE49-F238E27FC236}">
                        <a16:creationId xmlns:a16="http://schemas.microsoft.com/office/drawing/2014/main" id="{58D5569D-D96E-484A-A9AA-F95BF577CA37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850" name="Text 3">
                    <a:extLst>
                      <a:ext uri="{FF2B5EF4-FFF2-40B4-BE49-F238E27FC236}">
                        <a16:creationId xmlns:a16="http://schemas.microsoft.com/office/drawing/2014/main" id="{713391BD-7E83-4A07-8210-8087A42F402D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851" name="Text 3">
                    <a:extLst>
                      <a:ext uri="{FF2B5EF4-FFF2-40B4-BE49-F238E27FC236}">
                        <a16:creationId xmlns:a16="http://schemas.microsoft.com/office/drawing/2014/main" id="{90D415EC-ADD8-4075-B262-C8257C0B8E32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852" name="直接连接符 851">
                    <a:extLst>
                      <a:ext uri="{FF2B5EF4-FFF2-40B4-BE49-F238E27FC236}">
                        <a16:creationId xmlns:a16="http://schemas.microsoft.com/office/drawing/2014/main" id="{0DF0E659-148F-41A6-B5AC-BA1D4032C6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3" name="直角三角形 852">
                    <a:extLst>
                      <a:ext uri="{FF2B5EF4-FFF2-40B4-BE49-F238E27FC236}">
                        <a16:creationId xmlns:a16="http://schemas.microsoft.com/office/drawing/2014/main" id="{8069733C-45A5-4220-95EF-25C8B0E2572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54" name="直接连接符 853">
                    <a:extLst>
                      <a:ext uri="{FF2B5EF4-FFF2-40B4-BE49-F238E27FC236}">
                        <a16:creationId xmlns:a16="http://schemas.microsoft.com/office/drawing/2014/main" id="{C26BA643-98BC-4F1C-BFA7-46103FFBEA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5" name="直角三角形 854">
                    <a:extLst>
                      <a:ext uri="{FF2B5EF4-FFF2-40B4-BE49-F238E27FC236}">
                        <a16:creationId xmlns:a16="http://schemas.microsoft.com/office/drawing/2014/main" id="{3B20C4B3-309A-40DE-B33E-AA058EBE4FD1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26" name="图片 25">
                  <a:extLst>
                    <a:ext uri="{FF2B5EF4-FFF2-40B4-BE49-F238E27FC236}">
                      <a16:creationId xmlns:a16="http://schemas.microsoft.com/office/drawing/2014/main" id="{967B7586-C199-4FFC-950E-2742AB4125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F688802-8ABB-4267-81AF-BE09ECACFD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0F7D0E80-E069-4F3D-84BC-DDBE82548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47652DA1-5943-4117-AFB6-18A8510659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9496749"/>
            <a:ext cx="12133561" cy="2857460"/>
          </a:xfrm>
          <a:prstGeom prst="rect">
            <a:avLst/>
          </a:pr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5158505A-A2D5-4481-9B7B-BBAA3A8F83C1}"/>
              </a:ext>
            </a:extLst>
          </p:cNvPr>
          <p:cNvGrpSpPr/>
          <p:nvPr/>
        </p:nvGrpSpPr>
        <p:grpSpPr>
          <a:xfrm>
            <a:off x="735545" y="378418"/>
            <a:ext cx="11398016" cy="6029946"/>
            <a:chOff x="4413168" y="3711667"/>
            <a:chExt cx="7051640" cy="2728047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90FE0A8E-9604-4BA6-BD0E-DFB851E55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242" y="3711667"/>
              <a:ext cx="7031566" cy="820511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814F5108-B79A-4127-9CCE-273FC8E85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241" y="4677723"/>
              <a:ext cx="7031566" cy="820511"/>
            </a:xfrm>
            <a:prstGeom prst="rect">
              <a:avLst/>
            </a:prstGeom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CB5B448C-4A5F-4989-B561-D64DD9D23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13168" y="5619203"/>
              <a:ext cx="7031566" cy="820511"/>
            </a:xfrm>
            <a:prstGeom prst="rect">
              <a:avLst/>
            </a:prstGeom>
          </p:spPr>
        </p:pic>
      </p:grpSp>
      <p:sp>
        <p:nvSpPr>
          <p:cNvPr id="72" name="Text 3">
            <a:extLst>
              <a:ext uri="{FF2B5EF4-FFF2-40B4-BE49-F238E27FC236}">
                <a16:creationId xmlns:a16="http://schemas.microsoft.com/office/drawing/2014/main" id="{BE7A1E6F-B749-49BF-8245-0D9804230287}"/>
              </a:ext>
            </a:extLst>
          </p:cNvPr>
          <p:cNvSpPr/>
          <p:nvPr/>
        </p:nvSpPr>
        <p:spPr>
          <a:xfrm rot="16200000">
            <a:off x="-456330" y="908446"/>
            <a:ext cx="1682376" cy="88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zh-CN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VR1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" name="Text 3">
            <a:extLst>
              <a:ext uri="{FF2B5EF4-FFF2-40B4-BE49-F238E27FC236}">
                <a16:creationId xmlns:a16="http://schemas.microsoft.com/office/drawing/2014/main" id="{C1DAF166-2D45-4E07-87BF-581981EE86C9}"/>
              </a:ext>
            </a:extLst>
          </p:cNvPr>
          <p:cNvSpPr/>
          <p:nvPr/>
        </p:nvSpPr>
        <p:spPr>
          <a:xfrm rot="16200000">
            <a:off x="-520703" y="2843034"/>
            <a:ext cx="1682376" cy="88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zh-CN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VR2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" name="Text 3">
            <a:extLst>
              <a:ext uri="{FF2B5EF4-FFF2-40B4-BE49-F238E27FC236}">
                <a16:creationId xmlns:a16="http://schemas.microsoft.com/office/drawing/2014/main" id="{E8E177C3-27D9-4A1E-88A2-B55BFAFECB0A}"/>
              </a:ext>
            </a:extLst>
          </p:cNvPr>
          <p:cNvSpPr/>
          <p:nvPr/>
        </p:nvSpPr>
        <p:spPr>
          <a:xfrm rot="16200000">
            <a:off x="-482104" y="4967908"/>
            <a:ext cx="1682376" cy="88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zh-CN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VR3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BFC2B088-14C1-48D5-99B5-FAEABDA0B7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55735" y="-4712614"/>
            <a:ext cx="11761245" cy="1499935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FF9B509D-6619-432C-A56B-D17A43D087A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53422" y="8216920"/>
            <a:ext cx="9026715" cy="2150100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E4FEA07C-4E68-4F25-8DCD-8C33CF160A2B}"/>
              </a:ext>
            </a:extLst>
          </p:cNvPr>
          <p:cNvSpPr/>
          <p:nvPr/>
        </p:nvSpPr>
        <p:spPr>
          <a:xfrm>
            <a:off x="6413500" y="304800"/>
            <a:ext cx="596900" cy="181361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D12FF25-4170-46E4-9FAC-6DDEC1CEE796}"/>
              </a:ext>
            </a:extLst>
          </p:cNvPr>
          <p:cNvSpPr/>
          <p:nvPr/>
        </p:nvSpPr>
        <p:spPr>
          <a:xfrm>
            <a:off x="4307433" y="2480921"/>
            <a:ext cx="596900" cy="181361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01E0926-3FB0-479E-BB03-97605F0D24D7}"/>
              </a:ext>
            </a:extLst>
          </p:cNvPr>
          <p:cNvSpPr/>
          <p:nvPr/>
        </p:nvSpPr>
        <p:spPr>
          <a:xfrm>
            <a:off x="4307433" y="4537711"/>
            <a:ext cx="596900" cy="181361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010F63B1-3EFC-45BD-AB3E-D20AD5493553}"/>
              </a:ext>
            </a:extLst>
          </p:cNvPr>
          <p:cNvSpPr/>
          <p:nvPr/>
        </p:nvSpPr>
        <p:spPr>
          <a:xfrm>
            <a:off x="6413500" y="2217253"/>
            <a:ext cx="596900" cy="263668"/>
          </a:xfrm>
          <a:prstGeom prst="rect">
            <a:avLst/>
          </a:prstGeom>
          <a:solidFill>
            <a:srgbClr val="FF0000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0B32066-05D8-4C9E-801B-3A9BAD796C70}"/>
              </a:ext>
            </a:extLst>
          </p:cNvPr>
          <p:cNvSpPr txBox="1"/>
          <p:nvPr/>
        </p:nvSpPr>
        <p:spPr>
          <a:xfrm>
            <a:off x="6433820" y="2158778"/>
            <a:ext cx="157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要注</a:t>
            </a:r>
          </a:p>
        </p:txBody>
      </p:sp>
      <p:sp>
        <p:nvSpPr>
          <p:cNvPr id="37" name="等腰三角形 36">
            <a:extLst>
              <a:ext uri="{FF2B5EF4-FFF2-40B4-BE49-F238E27FC236}">
                <a16:creationId xmlns:a16="http://schemas.microsoft.com/office/drawing/2014/main" id="{E059B0C6-1EAA-4B8D-9434-497784E11C2B}"/>
              </a:ext>
            </a:extLst>
          </p:cNvPr>
          <p:cNvSpPr/>
          <p:nvPr/>
        </p:nvSpPr>
        <p:spPr>
          <a:xfrm rot="5400000">
            <a:off x="6446976" y="2294962"/>
            <a:ext cx="107040" cy="9944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45D3D057-24F7-44F8-80D0-2BFE5DBAA645}"/>
              </a:ext>
            </a:extLst>
          </p:cNvPr>
          <p:cNvCxnSpPr>
            <a:stCxn id="68" idx="1"/>
            <a:endCxn id="68" idx="1"/>
          </p:cNvCxnSpPr>
          <p:nvPr/>
        </p:nvCxnSpPr>
        <p:spPr>
          <a:xfrm>
            <a:off x="6413500" y="2349087"/>
            <a:ext cx="0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ACACE0DD-63D6-405C-86F0-9B6DCE0BC0FC}"/>
              </a:ext>
            </a:extLst>
          </p:cNvPr>
          <p:cNvCxnSpPr>
            <a:cxnSpLocks/>
          </p:cNvCxnSpPr>
          <p:nvPr/>
        </p:nvCxnSpPr>
        <p:spPr>
          <a:xfrm>
            <a:off x="6966712" y="2264771"/>
            <a:ext cx="0" cy="15949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900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1F836838-3C17-40DE-BC88-A37A92244AF9}"/>
              </a:ext>
            </a:extLst>
          </p:cNvPr>
          <p:cNvGrpSpPr/>
          <p:nvPr/>
        </p:nvGrpSpPr>
        <p:grpSpPr>
          <a:xfrm rot="16200000">
            <a:off x="-12448881" y="-2003194"/>
            <a:ext cx="10890880" cy="10864388"/>
            <a:chOff x="-7040302" y="-2003194"/>
            <a:chExt cx="10890880" cy="1086438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E4488B8D-9842-4622-A043-B8F85CC9E3C6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052E2D32-5031-4D9B-962A-23A9CCEE626B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17" name="组合 16">
                  <a:extLst>
                    <a:ext uri="{FF2B5EF4-FFF2-40B4-BE49-F238E27FC236}">
                      <a16:creationId xmlns:a16="http://schemas.microsoft.com/office/drawing/2014/main" id="{FECFB9AF-F6C2-48F4-B411-EB2CA1920A3F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15" name="组合 14">
                    <a:extLst>
                      <a:ext uri="{FF2B5EF4-FFF2-40B4-BE49-F238E27FC236}">
                        <a16:creationId xmlns:a16="http://schemas.microsoft.com/office/drawing/2014/main" id="{5297FE1D-C967-4AF7-BE1A-9A0466DA668F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3" name="组合 2">
                      <a:extLst>
                        <a:ext uri="{FF2B5EF4-FFF2-40B4-BE49-F238E27FC236}">
                          <a16:creationId xmlns:a16="http://schemas.microsoft.com/office/drawing/2014/main" id="{00C0DE6F-C592-4A3E-AD9D-6F0A271EB7C6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13" name="组合 12">
                        <a:extLst>
                          <a:ext uri="{FF2B5EF4-FFF2-40B4-BE49-F238E27FC236}">
                            <a16:creationId xmlns:a16="http://schemas.microsoft.com/office/drawing/2014/main" id="{D86DA625-AB3D-424C-8845-CD34E867411B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2" name="组合 1">
                          <a:extLst>
                            <a:ext uri="{FF2B5EF4-FFF2-40B4-BE49-F238E27FC236}">
                              <a16:creationId xmlns:a16="http://schemas.microsoft.com/office/drawing/2014/main" id="{F3BD4522-A00C-4EBA-B5DC-DDCC9D0833E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8" name="组合 7">
                            <a:extLst>
                              <a:ext uri="{FF2B5EF4-FFF2-40B4-BE49-F238E27FC236}">
                                <a16:creationId xmlns:a16="http://schemas.microsoft.com/office/drawing/2014/main" id="{151D0BAB-FBF6-4B35-8122-70F0FD9E4DC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4" name="任意多边形: 形状 3">
                              <a:extLst>
                                <a:ext uri="{FF2B5EF4-FFF2-40B4-BE49-F238E27FC236}">
                                  <a16:creationId xmlns:a16="http://schemas.microsoft.com/office/drawing/2014/main" id="{154282F3-8D93-4BB7-97E8-02987F8324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5" name="任意多边形: 形状 4">
                              <a:extLst>
                                <a:ext uri="{FF2B5EF4-FFF2-40B4-BE49-F238E27FC236}">
                                  <a16:creationId xmlns:a16="http://schemas.microsoft.com/office/drawing/2014/main" id="{230E964D-636A-4890-B09E-C766DC0E240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6" name="任意多边形: 形状 5">
                              <a:extLst>
                                <a:ext uri="{FF2B5EF4-FFF2-40B4-BE49-F238E27FC236}">
                                  <a16:creationId xmlns:a16="http://schemas.microsoft.com/office/drawing/2014/main" id="{71BF6EC7-A43D-4B78-AACC-369721572B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7" name="任意多边形: 形状 6">
                              <a:extLst>
                                <a:ext uri="{FF2B5EF4-FFF2-40B4-BE49-F238E27FC236}">
                                  <a16:creationId xmlns:a16="http://schemas.microsoft.com/office/drawing/2014/main" id="{A7F85BA8-8654-4747-953B-7489AA247E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9" name="Text 3">
                            <a:extLst>
                              <a:ext uri="{FF2B5EF4-FFF2-40B4-BE49-F238E27FC236}">
                                <a16:creationId xmlns:a16="http://schemas.microsoft.com/office/drawing/2014/main" id="{D148A15F-53BD-4CCA-A5C7-ABEA8EB03DA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10" name="Text 3">
                            <a:extLst>
                              <a:ext uri="{FF2B5EF4-FFF2-40B4-BE49-F238E27FC236}">
                                <a16:creationId xmlns:a16="http://schemas.microsoft.com/office/drawing/2014/main" id="{0F451D89-BCA1-4B90-A47A-FD55AC9FD1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原文中部分电路参数设置无法在模拟中正常实现功能，需自行调整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23" name="组合 22">
                            <a:extLst>
                              <a:ext uri="{FF2B5EF4-FFF2-40B4-BE49-F238E27FC236}">
                                <a16:creationId xmlns:a16="http://schemas.microsoft.com/office/drawing/2014/main" id="{E1B02708-0E71-4982-990E-A13F24DC7BE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11" name="Text 3">
                              <a:extLst>
                                <a:ext uri="{FF2B5EF4-FFF2-40B4-BE49-F238E27FC236}">
                                  <a16:creationId xmlns:a16="http://schemas.microsoft.com/office/drawing/2014/main" id="{57F0452E-F0C6-48B7-B48F-C94C9CAB207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适应电路特性实现器件功能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19" name="组合 18">
                              <a:extLst>
                                <a:ext uri="{FF2B5EF4-FFF2-40B4-BE49-F238E27FC236}">
                                  <a16:creationId xmlns:a16="http://schemas.microsoft.com/office/drawing/2014/main" id="{67C03202-367E-4A06-96AF-67A2FAD3EA8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4" name="直接连接符 13">
                                <a:extLst>
                                  <a:ext uri="{FF2B5EF4-FFF2-40B4-BE49-F238E27FC236}">
                                    <a16:creationId xmlns:a16="http://schemas.microsoft.com/office/drawing/2014/main" id="{28D8F476-165E-49D4-8753-5A1561E14E4F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6" name="直角三角形 15">
                                <a:extLst>
                                  <a:ext uri="{FF2B5EF4-FFF2-40B4-BE49-F238E27FC236}">
                                    <a16:creationId xmlns:a16="http://schemas.microsoft.com/office/drawing/2014/main" id="{EAD44E72-8193-48D6-895A-000BD11AA9E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20" name="组合 19">
                              <a:extLst>
                                <a:ext uri="{FF2B5EF4-FFF2-40B4-BE49-F238E27FC236}">
                                  <a16:creationId xmlns:a16="http://schemas.microsoft.com/office/drawing/2014/main" id="{EF107DF3-5C52-4655-B7B8-EED6FC88BE2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21" name="直接连接符 20">
                                <a:extLst>
                                  <a:ext uri="{FF2B5EF4-FFF2-40B4-BE49-F238E27FC236}">
                                    <a16:creationId xmlns:a16="http://schemas.microsoft.com/office/drawing/2014/main" id="{C71A6151-0CF6-40C4-9017-E1785621182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22" name="直角三角形 21">
                                <a:extLst>
                                  <a:ext uri="{FF2B5EF4-FFF2-40B4-BE49-F238E27FC236}">
                                    <a16:creationId xmlns:a16="http://schemas.microsoft.com/office/drawing/2014/main" id="{C40E6E6B-2E0A-4FA8-B6D2-749D38C50EA7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12" name="图片 11">
                          <a:extLst>
                            <a:ext uri="{FF2B5EF4-FFF2-40B4-BE49-F238E27FC236}">
                              <a16:creationId xmlns:a16="http://schemas.microsoft.com/office/drawing/2014/main" id="{4BD975F5-CDEB-4F2A-84C9-733828486F2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828" name="Text 3">
                        <a:extLst>
                          <a:ext uri="{FF2B5EF4-FFF2-40B4-BE49-F238E27FC236}">
                            <a16:creationId xmlns:a16="http://schemas.microsoft.com/office/drawing/2014/main" id="{4B513E7D-F831-42FC-8BDD-6F3B82FF00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29" name="Text 3">
                        <a:extLst>
                          <a:ext uri="{FF2B5EF4-FFF2-40B4-BE49-F238E27FC236}">
                            <a16:creationId xmlns:a16="http://schemas.microsoft.com/office/drawing/2014/main" id="{E2C4FCC5-A2F6-496E-BCCF-3DB124C4B2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30" name="Text 3">
                        <a:extLst>
                          <a:ext uri="{FF2B5EF4-FFF2-40B4-BE49-F238E27FC236}">
                            <a16:creationId xmlns:a16="http://schemas.microsoft.com/office/drawing/2014/main" id="{FDC7773D-EC5D-4079-BDF3-34664BB407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831" name="直接连接符 830">
                        <a:extLst>
                          <a:ext uri="{FF2B5EF4-FFF2-40B4-BE49-F238E27FC236}">
                            <a16:creationId xmlns:a16="http://schemas.microsoft.com/office/drawing/2014/main" id="{000A71B0-BEA2-441A-9006-53CA8D95ADB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32" name="直角三角形 831">
                        <a:extLst>
                          <a:ext uri="{FF2B5EF4-FFF2-40B4-BE49-F238E27FC236}">
                            <a16:creationId xmlns:a16="http://schemas.microsoft.com/office/drawing/2014/main" id="{618AEC80-D3C8-47A6-AE46-F506168F1864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833" name="直接连接符 832">
                        <a:extLst>
                          <a:ext uri="{FF2B5EF4-FFF2-40B4-BE49-F238E27FC236}">
                            <a16:creationId xmlns:a16="http://schemas.microsoft.com/office/drawing/2014/main" id="{9EBE5B08-28FF-4E5A-8C2B-22383A65956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34" name="直角三角形 833">
                        <a:extLst>
                          <a:ext uri="{FF2B5EF4-FFF2-40B4-BE49-F238E27FC236}">
                            <a16:creationId xmlns:a16="http://schemas.microsoft.com/office/drawing/2014/main" id="{A23E438B-6291-46F7-B4DE-D3AC88BD6932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842" name="Text 3">
                      <a:extLst>
                        <a:ext uri="{FF2B5EF4-FFF2-40B4-BE49-F238E27FC236}">
                          <a16:creationId xmlns:a16="http://schemas.microsoft.com/office/drawing/2014/main" id="{9E8DD738-2FAB-491C-9565-2F601B4028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843" name="Text 3">
                      <a:extLst>
                        <a:ext uri="{FF2B5EF4-FFF2-40B4-BE49-F238E27FC236}">
                          <a16:creationId xmlns:a16="http://schemas.microsoft.com/office/drawing/2014/main" id="{98AAB1C4-FCB4-4478-9F32-29D399155D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844" name="Text 3">
                      <a:extLst>
                        <a:ext uri="{FF2B5EF4-FFF2-40B4-BE49-F238E27FC236}">
                          <a16:creationId xmlns:a16="http://schemas.microsoft.com/office/drawing/2014/main" id="{F445BCE2-573C-46CB-A594-8E0213EBB0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845" name="直接连接符 844">
                      <a:extLst>
                        <a:ext uri="{FF2B5EF4-FFF2-40B4-BE49-F238E27FC236}">
                          <a16:creationId xmlns:a16="http://schemas.microsoft.com/office/drawing/2014/main" id="{EE192C91-5762-42AE-A647-9581B55AAF6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46" name="直角三角形 845">
                      <a:extLst>
                        <a:ext uri="{FF2B5EF4-FFF2-40B4-BE49-F238E27FC236}">
                          <a16:creationId xmlns:a16="http://schemas.microsoft.com/office/drawing/2014/main" id="{EBB5311D-36DF-4B42-B3E2-6940974EAFE8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847" name="直接连接符 846">
                      <a:extLst>
                        <a:ext uri="{FF2B5EF4-FFF2-40B4-BE49-F238E27FC236}">
                          <a16:creationId xmlns:a16="http://schemas.microsoft.com/office/drawing/2014/main" id="{5C8C62E4-C43C-4624-A9B8-AB8B8BF3F7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48" name="直角三角形 847">
                      <a:extLst>
                        <a:ext uri="{FF2B5EF4-FFF2-40B4-BE49-F238E27FC236}">
                          <a16:creationId xmlns:a16="http://schemas.microsoft.com/office/drawing/2014/main" id="{2E815761-368B-4C2E-AB29-560E7368C578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849" name="Text 3">
                    <a:extLst>
                      <a:ext uri="{FF2B5EF4-FFF2-40B4-BE49-F238E27FC236}">
                        <a16:creationId xmlns:a16="http://schemas.microsoft.com/office/drawing/2014/main" id="{58D5569D-D96E-484A-A9AA-F95BF577CA37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850" name="Text 3">
                    <a:extLst>
                      <a:ext uri="{FF2B5EF4-FFF2-40B4-BE49-F238E27FC236}">
                        <a16:creationId xmlns:a16="http://schemas.microsoft.com/office/drawing/2014/main" id="{713391BD-7E83-4A07-8210-8087A42F402D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851" name="Text 3">
                    <a:extLst>
                      <a:ext uri="{FF2B5EF4-FFF2-40B4-BE49-F238E27FC236}">
                        <a16:creationId xmlns:a16="http://schemas.microsoft.com/office/drawing/2014/main" id="{90D415EC-ADD8-4075-B262-C8257C0B8E32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852" name="直接连接符 851">
                    <a:extLst>
                      <a:ext uri="{FF2B5EF4-FFF2-40B4-BE49-F238E27FC236}">
                        <a16:creationId xmlns:a16="http://schemas.microsoft.com/office/drawing/2014/main" id="{0DF0E659-148F-41A6-B5AC-BA1D4032C6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3" name="直角三角形 852">
                    <a:extLst>
                      <a:ext uri="{FF2B5EF4-FFF2-40B4-BE49-F238E27FC236}">
                        <a16:creationId xmlns:a16="http://schemas.microsoft.com/office/drawing/2014/main" id="{8069733C-45A5-4220-95EF-25C8B0E25725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54" name="直接连接符 853">
                    <a:extLst>
                      <a:ext uri="{FF2B5EF4-FFF2-40B4-BE49-F238E27FC236}">
                        <a16:creationId xmlns:a16="http://schemas.microsoft.com/office/drawing/2014/main" id="{C26BA643-98BC-4F1C-BFA7-46103FFBEA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5" name="直角三角形 854">
                    <a:extLst>
                      <a:ext uri="{FF2B5EF4-FFF2-40B4-BE49-F238E27FC236}">
                        <a16:creationId xmlns:a16="http://schemas.microsoft.com/office/drawing/2014/main" id="{3B20C4B3-309A-40DE-B33E-AA058EBE4FD1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26" name="图片 25">
                  <a:extLst>
                    <a:ext uri="{FF2B5EF4-FFF2-40B4-BE49-F238E27FC236}">
                      <a16:creationId xmlns:a16="http://schemas.microsoft.com/office/drawing/2014/main" id="{967B7586-C199-4FFC-950E-2742AB4125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F688802-8ABB-4267-81AF-BE09ECACFD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0F7D0E80-E069-4F3D-84BC-DDBE82548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47652DA1-5943-4117-AFB6-18A8510659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574" y="-17009474"/>
            <a:ext cx="12133561" cy="285746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E29F1D39-10A2-4A8D-A77F-4DE8EFA51E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83662"/>
            <a:ext cx="12191999" cy="2904048"/>
          </a:xfrm>
          <a:prstGeom prst="rect">
            <a:avLst/>
          </a:prstGeom>
        </p:spPr>
      </p:pic>
      <p:sp>
        <p:nvSpPr>
          <p:cNvPr id="72" name="Text 3">
            <a:extLst>
              <a:ext uri="{FF2B5EF4-FFF2-40B4-BE49-F238E27FC236}">
                <a16:creationId xmlns:a16="http://schemas.microsoft.com/office/drawing/2014/main" id="{BE7A1E6F-B749-49BF-8245-0D9804230287}"/>
              </a:ext>
            </a:extLst>
          </p:cNvPr>
          <p:cNvSpPr/>
          <p:nvPr/>
        </p:nvSpPr>
        <p:spPr>
          <a:xfrm rot="16200000">
            <a:off x="-210756" y="-6604279"/>
            <a:ext cx="1682376" cy="88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zh-CN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VR1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" name="Text 3">
            <a:extLst>
              <a:ext uri="{FF2B5EF4-FFF2-40B4-BE49-F238E27FC236}">
                <a16:creationId xmlns:a16="http://schemas.microsoft.com/office/drawing/2014/main" id="{C1DAF166-2D45-4E07-87BF-581981EE86C9}"/>
              </a:ext>
            </a:extLst>
          </p:cNvPr>
          <p:cNvSpPr/>
          <p:nvPr/>
        </p:nvSpPr>
        <p:spPr>
          <a:xfrm rot="16200000">
            <a:off x="-275129" y="-4669691"/>
            <a:ext cx="1682376" cy="88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zh-CN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VR2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" name="Text 3">
            <a:extLst>
              <a:ext uri="{FF2B5EF4-FFF2-40B4-BE49-F238E27FC236}">
                <a16:creationId xmlns:a16="http://schemas.microsoft.com/office/drawing/2014/main" id="{E8E177C3-27D9-4A1E-88A2-B55BFAFECB0A}"/>
              </a:ext>
            </a:extLst>
          </p:cNvPr>
          <p:cNvSpPr/>
          <p:nvPr/>
        </p:nvSpPr>
        <p:spPr>
          <a:xfrm rot="16200000">
            <a:off x="-236530" y="-2544817"/>
            <a:ext cx="1682376" cy="88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zh-CN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VR3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6E747C2D-DDBC-4B72-979A-F1BCEC5E384D}"/>
              </a:ext>
            </a:extLst>
          </p:cNvPr>
          <p:cNvSpPr/>
          <p:nvPr/>
        </p:nvSpPr>
        <p:spPr>
          <a:xfrm>
            <a:off x="5402967" y="3361251"/>
            <a:ext cx="1682376" cy="88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zh-CN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VM1</a:t>
            </a:r>
            <a:endParaRPr 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529340BF-04D9-432E-9B52-2318F54817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867054"/>
            <a:ext cx="12262584" cy="1228534"/>
          </a:xfrm>
          <a:prstGeom prst="rect">
            <a:avLst/>
          </a:prstGeom>
        </p:spPr>
      </p:pic>
      <p:sp>
        <p:nvSpPr>
          <p:cNvPr id="62" name="Text 3">
            <a:extLst>
              <a:ext uri="{FF2B5EF4-FFF2-40B4-BE49-F238E27FC236}">
                <a16:creationId xmlns:a16="http://schemas.microsoft.com/office/drawing/2014/main" id="{BA1BAC8E-8B7A-4419-911C-38F69152B037}"/>
              </a:ext>
            </a:extLst>
          </p:cNvPr>
          <p:cNvSpPr/>
          <p:nvPr/>
        </p:nvSpPr>
        <p:spPr>
          <a:xfrm>
            <a:off x="4172933" y="5909555"/>
            <a:ext cx="4278842" cy="88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（对照 ：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VR1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）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15B24BD1-7838-46D7-807F-B498638894F8}"/>
              </a:ext>
            </a:extLst>
          </p:cNvPr>
          <p:cNvGrpSpPr/>
          <p:nvPr/>
        </p:nvGrpSpPr>
        <p:grpSpPr>
          <a:xfrm>
            <a:off x="1000637" y="-6870760"/>
            <a:ext cx="10516975" cy="5607724"/>
            <a:chOff x="4413168" y="3711667"/>
            <a:chExt cx="7051640" cy="2728047"/>
          </a:xfrm>
        </p:grpSpPr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0E2610BA-78B5-432E-BD58-D88AFF990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242" y="3711667"/>
              <a:ext cx="7031566" cy="820511"/>
            </a:xfrm>
            <a:prstGeom prst="rect">
              <a:avLst/>
            </a:prstGeom>
          </p:spPr>
        </p:pic>
        <p:pic>
          <p:nvPicPr>
            <p:cNvPr id="65" name="图片 64">
              <a:extLst>
                <a:ext uri="{FF2B5EF4-FFF2-40B4-BE49-F238E27FC236}">
                  <a16:creationId xmlns:a16="http://schemas.microsoft.com/office/drawing/2014/main" id="{26505151-F7DF-4961-953E-DEDBAA2A4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241" y="4677723"/>
              <a:ext cx="7031566" cy="820511"/>
            </a:xfrm>
            <a:prstGeom prst="rect">
              <a:avLst/>
            </a:prstGeom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2CD93DFD-542C-40AF-A1B8-032366AF9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13168" y="5619203"/>
              <a:ext cx="7031566" cy="820511"/>
            </a:xfrm>
            <a:prstGeom prst="rect">
              <a:avLst/>
            </a:prstGeom>
          </p:spPr>
        </p:pic>
      </p:grpSp>
      <p:pic>
        <p:nvPicPr>
          <p:cNvPr id="67" name="图片 66">
            <a:extLst>
              <a:ext uri="{FF2B5EF4-FFF2-40B4-BE49-F238E27FC236}">
                <a16:creationId xmlns:a16="http://schemas.microsoft.com/office/drawing/2014/main" id="{2B3657FF-E298-447A-89DD-689AE6EDE40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71841" y="-10629691"/>
            <a:ext cx="7062667" cy="149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12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0BA93025-2E79-45F0-8AE4-ED53485CA4CD}"/>
              </a:ext>
            </a:extLst>
          </p:cNvPr>
          <p:cNvGrpSpPr/>
          <p:nvPr/>
        </p:nvGrpSpPr>
        <p:grpSpPr>
          <a:xfrm rot="5400000">
            <a:off x="-7040302" y="-2213341"/>
            <a:ext cx="10890880" cy="10864388"/>
            <a:chOff x="-7040302" y="-2003194"/>
            <a:chExt cx="10890880" cy="10864388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6C2EF839-7B06-483E-9038-E29921040C5B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448D0AB1-350F-45C4-922E-FEA6F953A06E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62" name="组合 61">
                  <a:extLst>
                    <a:ext uri="{FF2B5EF4-FFF2-40B4-BE49-F238E27FC236}">
                      <a16:creationId xmlns:a16="http://schemas.microsoft.com/office/drawing/2014/main" id="{A0275A87-1AE6-4FC2-9803-53C954B5DE74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64" name="组合 63">
                    <a:extLst>
                      <a:ext uri="{FF2B5EF4-FFF2-40B4-BE49-F238E27FC236}">
                        <a16:creationId xmlns:a16="http://schemas.microsoft.com/office/drawing/2014/main" id="{CCFFE14A-38E0-4F92-9913-3FE68DFC0592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72" name="组合 71">
                      <a:extLst>
                        <a:ext uri="{FF2B5EF4-FFF2-40B4-BE49-F238E27FC236}">
                          <a16:creationId xmlns:a16="http://schemas.microsoft.com/office/drawing/2014/main" id="{9D374719-B605-4110-908F-5DBF46F32CAA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80" name="组合 79">
                        <a:extLst>
                          <a:ext uri="{FF2B5EF4-FFF2-40B4-BE49-F238E27FC236}">
                            <a16:creationId xmlns:a16="http://schemas.microsoft.com/office/drawing/2014/main" id="{C19E0462-FB40-49A8-AD79-82D5F3CBB853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88" name="组合 87">
                          <a:extLst>
                            <a:ext uri="{FF2B5EF4-FFF2-40B4-BE49-F238E27FC236}">
                              <a16:creationId xmlns:a16="http://schemas.microsoft.com/office/drawing/2014/main" id="{478950F8-2147-46D9-B532-27E5BC223FC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90" name="组合 89">
                            <a:extLst>
                              <a:ext uri="{FF2B5EF4-FFF2-40B4-BE49-F238E27FC236}">
                                <a16:creationId xmlns:a16="http://schemas.microsoft.com/office/drawing/2014/main" id="{FEBE73DB-A84E-453D-833B-520323510A0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101" name="任意多边形: 形状 100">
                              <a:extLst>
                                <a:ext uri="{FF2B5EF4-FFF2-40B4-BE49-F238E27FC236}">
                                  <a16:creationId xmlns:a16="http://schemas.microsoft.com/office/drawing/2014/main" id="{4FEDEE67-1939-45E3-B6C5-866D3CAD5B7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2" name="任意多边形: 形状 101">
                              <a:extLst>
                                <a:ext uri="{FF2B5EF4-FFF2-40B4-BE49-F238E27FC236}">
                                  <a16:creationId xmlns:a16="http://schemas.microsoft.com/office/drawing/2014/main" id="{32CEDC14-244C-4CDA-84AC-CD601BB247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3" name="任意多边形: 形状 102">
                              <a:extLst>
                                <a:ext uri="{FF2B5EF4-FFF2-40B4-BE49-F238E27FC236}">
                                  <a16:creationId xmlns:a16="http://schemas.microsoft.com/office/drawing/2014/main" id="{9E24D4E3-0D19-4B31-822A-369C4A2F80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4" name="任意多边形: 形状 103">
                              <a:extLst>
                                <a:ext uri="{FF2B5EF4-FFF2-40B4-BE49-F238E27FC236}">
                                  <a16:creationId xmlns:a16="http://schemas.microsoft.com/office/drawing/2014/main" id="{F3BFAF01-015A-4B27-96AB-8D3CD2FEFD3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91" name="Text 3">
                            <a:extLst>
                              <a:ext uri="{FF2B5EF4-FFF2-40B4-BE49-F238E27FC236}">
                                <a16:creationId xmlns:a16="http://schemas.microsoft.com/office/drawing/2014/main" id="{4FB3F438-C145-4FDB-80E6-7E112DEB115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92" name="Text 3">
                            <a:extLst>
                              <a:ext uri="{FF2B5EF4-FFF2-40B4-BE49-F238E27FC236}">
                                <a16:creationId xmlns:a16="http://schemas.microsoft.com/office/drawing/2014/main" id="{F3B63745-CA63-47B3-8878-02E102DD451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原文中部分电路参数设置无法在模拟中正常实现功能，需自行调整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93" name="组合 92">
                            <a:extLst>
                              <a:ext uri="{FF2B5EF4-FFF2-40B4-BE49-F238E27FC236}">
                                <a16:creationId xmlns:a16="http://schemas.microsoft.com/office/drawing/2014/main" id="{7F5E81FF-471D-4557-A445-B2A60013FEE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94" name="Text 3">
                              <a:extLst>
                                <a:ext uri="{FF2B5EF4-FFF2-40B4-BE49-F238E27FC236}">
                                  <a16:creationId xmlns:a16="http://schemas.microsoft.com/office/drawing/2014/main" id="{4BE5B20A-67A3-407D-AB4E-93F87A38B31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适应电路特性实现器件功能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95" name="组合 94">
                              <a:extLst>
                                <a:ext uri="{FF2B5EF4-FFF2-40B4-BE49-F238E27FC236}">
                                  <a16:creationId xmlns:a16="http://schemas.microsoft.com/office/drawing/2014/main" id="{AC114463-CF19-4255-8617-D1FF68FED8E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99" name="直接连接符 98">
                                <a:extLst>
                                  <a:ext uri="{FF2B5EF4-FFF2-40B4-BE49-F238E27FC236}">
                                    <a16:creationId xmlns:a16="http://schemas.microsoft.com/office/drawing/2014/main" id="{7A5F83FA-789C-4CF5-A44D-4375ACA8095B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00" name="直角三角形 99">
                                <a:extLst>
                                  <a:ext uri="{FF2B5EF4-FFF2-40B4-BE49-F238E27FC236}">
                                    <a16:creationId xmlns:a16="http://schemas.microsoft.com/office/drawing/2014/main" id="{21D2F434-54F8-4B2B-BAEE-311FC7DD640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96" name="组合 95">
                              <a:extLst>
                                <a:ext uri="{FF2B5EF4-FFF2-40B4-BE49-F238E27FC236}">
                                  <a16:creationId xmlns:a16="http://schemas.microsoft.com/office/drawing/2014/main" id="{A4755D0F-90C1-4F9A-A0CB-6057964154A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97" name="直接连接符 96">
                                <a:extLst>
                                  <a:ext uri="{FF2B5EF4-FFF2-40B4-BE49-F238E27FC236}">
                                    <a16:creationId xmlns:a16="http://schemas.microsoft.com/office/drawing/2014/main" id="{22042771-C2A8-4E2E-ADC3-9840EB5682A5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98" name="直角三角形 97">
                                <a:extLst>
                                  <a:ext uri="{FF2B5EF4-FFF2-40B4-BE49-F238E27FC236}">
                                    <a16:creationId xmlns:a16="http://schemas.microsoft.com/office/drawing/2014/main" id="{C18338A5-7E36-4B0B-A013-CBCA3A0FD33C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89" name="图片 88">
                          <a:extLst>
                            <a:ext uri="{FF2B5EF4-FFF2-40B4-BE49-F238E27FC236}">
                              <a16:creationId xmlns:a16="http://schemas.microsoft.com/office/drawing/2014/main" id="{CDBBB049-2CDB-445C-AAB0-CE2ED6A020F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81" name="Text 3">
                        <a:extLst>
                          <a:ext uri="{FF2B5EF4-FFF2-40B4-BE49-F238E27FC236}">
                            <a16:creationId xmlns:a16="http://schemas.microsoft.com/office/drawing/2014/main" id="{D6B04E85-0BEC-4BBF-A3C1-BE3BEC0283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2" name="Text 3">
                        <a:extLst>
                          <a:ext uri="{FF2B5EF4-FFF2-40B4-BE49-F238E27FC236}">
                            <a16:creationId xmlns:a16="http://schemas.microsoft.com/office/drawing/2014/main" id="{D63B5FAD-6CB9-4C93-A857-0BF7BF6C03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3" name="Text 3">
                        <a:extLst>
                          <a:ext uri="{FF2B5EF4-FFF2-40B4-BE49-F238E27FC236}">
                            <a16:creationId xmlns:a16="http://schemas.microsoft.com/office/drawing/2014/main" id="{CDA5CDB7-237D-4006-B8B8-715549841C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84" name="直接连接符 83">
                        <a:extLst>
                          <a:ext uri="{FF2B5EF4-FFF2-40B4-BE49-F238E27FC236}">
                            <a16:creationId xmlns:a16="http://schemas.microsoft.com/office/drawing/2014/main" id="{DFF203AE-8235-411B-B01A-C58A1A3B92B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5" name="直角三角形 84">
                        <a:extLst>
                          <a:ext uri="{FF2B5EF4-FFF2-40B4-BE49-F238E27FC236}">
                            <a16:creationId xmlns:a16="http://schemas.microsoft.com/office/drawing/2014/main" id="{6CCB817D-4BE2-4964-AE40-FBF449AF028F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86" name="直接连接符 85">
                        <a:extLst>
                          <a:ext uri="{FF2B5EF4-FFF2-40B4-BE49-F238E27FC236}">
                            <a16:creationId xmlns:a16="http://schemas.microsoft.com/office/drawing/2014/main" id="{3AEC0AA9-877A-4E29-8FE1-0C8B95B58FB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7" name="直角三角形 86">
                        <a:extLst>
                          <a:ext uri="{FF2B5EF4-FFF2-40B4-BE49-F238E27FC236}">
                            <a16:creationId xmlns:a16="http://schemas.microsoft.com/office/drawing/2014/main" id="{D6DE4D5B-ED1A-4903-8AA4-00F5CB98EC1F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73" name="Text 3">
                      <a:extLst>
                        <a:ext uri="{FF2B5EF4-FFF2-40B4-BE49-F238E27FC236}">
                          <a16:creationId xmlns:a16="http://schemas.microsoft.com/office/drawing/2014/main" id="{9B18C4D3-F5C0-4B2E-A849-C601F5AED7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74" name="Text 3">
                      <a:extLst>
                        <a:ext uri="{FF2B5EF4-FFF2-40B4-BE49-F238E27FC236}">
                          <a16:creationId xmlns:a16="http://schemas.microsoft.com/office/drawing/2014/main" id="{082C0F91-B3C1-4AE0-9F40-C5EC9C8A9B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75" name="Text 3">
                      <a:extLst>
                        <a:ext uri="{FF2B5EF4-FFF2-40B4-BE49-F238E27FC236}">
                          <a16:creationId xmlns:a16="http://schemas.microsoft.com/office/drawing/2014/main" id="{326FD3AA-6F06-440F-9674-1F6D991A01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76" name="直接连接符 75">
                      <a:extLst>
                        <a:ext uri="{FF2B5EF4-FFF2-40B4-BE49-F238E27FC236}">
                          <a16:creationId xmlns:a16="http://schemas.microsoft.com/office/drawing/2014/main" id="{4795C026-FF5F-4415-A133-4A94063708A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7" name="直角三角形 76">
                      <a:extLst>
                        <a:ext uri="{FF2B5EF4-FFF2-40B4-BE49-F238E27FC236}">
                          <a16:creationId xmlns:a16="http://schemas.microsoft.com/office/drawing/2014/main" id="{CC3FFEC7-CE68-436B-8BED-1EB3524FCFC8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78" name="直接连接符 77">
                      <a:extLst>
                        <a:ext uri="{FF2B5EF4-FFF2-40B4-BE49-F238E27FC236}">
                          <a16:creationId xmlns:a16="http://schemas.microsoft.com/office/drawing/2014/main" id="{A354ECCB-7AA5-4550-B5D7-EA2AD410148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" name="直角三角形 78">
                      <a:extLst>
                        <a:ext uri="{FF2B5EF4-FFF2-40B4-BE49-F238E27FC236}">
                          <a16:creationId xmlns:a16="http://schemas.microsoft.com/office/drawing/2014/main" id="{1FAC63C8-9332-4EB6-BD7F-1C9D5F4B6F7D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65" name="Text 3">
                    <a:extLst>
                      <a:ext uri="{FF2B5EF4-FFF2-40B4-BE49-F238E27FC236}">
                        <a16:creationId xmlns:a16="http://schemas.microsoft.com/office/drawing/2014/main" id="{15B500A9-2ECF-4659-B881-20AA551CCB9D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66" name="Text 3">
                    <a:extLst>
                      <a:ext uri="{FF2B5EF4-FFF2-40B4-BE49-F238E27FC236}">
                        <a16:creationId xmlns:a16="http://schemas.microsoft.com/office/drawing/2014/main" id="{91499E15-B35A-4BA5-96C9-AFF70E1FCF18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67" name="Text 3">
                    <a:extLst>
                      <a:ext uri="{FF2B5EF4-FFF2-40B4-BE49-F238E27FC236}">
                        <a16:creationId xmlns:a16="http://schemas.microsoft.com/office/drawing/2014/main" id="{8371C847-EBA4-4EC0-9F9C-5B31064F2A0B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68" name="直接连接符 67">
                    <a:extLst>
                      <a:ext uri="{FF2B5EF4-FFF2-40B4-BE49-F238E27FC236}">
                        <a16:creationId xmlns:a16="http://schemas.microsoft.com/office/drawing/2014/main" id="{8BB52726-4957-452C-8AF9-124B537766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9" name="直角三角形 68">
                    <a:extLst>
                      <a:ext uri="{FF2B5EF4-FFF2-40B4-BE49-F238E27FC236}">
                        <a16:creationId xmlns:a16="http://schemas.microsoft.com/office/drawing/2014/main" id="{EEDB261D-DDB2-4CA9-8C8B-94296608900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70" name="直接连接符 69">
                    <a:extLst>
                      <a:ext uri="{FF2B5EF4-FFF2-40B4-BE49-F238E27FC236}">
                        <a16:creationId xmlns:a16="http://schemas.microsoft.com/office/drawing/2014/main" id="{A64B0C94-987C-4CE4-AD2A-2B93A51BBB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1" name="直角三角形 70">
                    <a:extLst>
                      <a:ext uri="{FF2B5EF4-FFF2-40B4-BE49-F238E27FC236}">
                        <a16:creationId xmlns:a16="http://schemas.microsoft.com/office/drawing/2014/main" id="{CD1FF9BC-802A-42D3-8E21-5CAD736924E6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63" name="图片 62">
                  <a:extLst>
                    <a:ext uri="{FF2B5EF4-FFF2-40B4-BE49-F238E27FC236}">
                      <a16:creationId xmlns:a16="http://schemas.microsoft.com/office/drawing/2014/main" id="{744079D1-4B80-447B-A47A-B18F0F58F4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61" name="图片 60">
                <a:extLst>
                  <a:ext uri="{FF2B5EF4-FFF2-40B4-BE49-F238E27FC236}">
                    <a16:creationId xmlns:a16="http://schemas.microsoft.com/office/drawing/2014/main" id="{918C1718-088C-43B6-B555-438935BF1B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B3A5F10B-59C7-41A1-BD02-BA498F649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  <p:pic>
        <p:nvPicPr>
          <p:cNvPr id="107" name="图片 106">
            <a:extLst>
              <a:ext uri="{FF2B5EF4-FFF2-40B4-BE49-F238E27FC236}">
                <a16:creationId xmlns:a16="http://schemas.microsoft.com/office/drawing/2014/main" id="{A6410248-060F-4D2B-86B8-DE81D548A7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3242" y="140452"/>
            <a:ext cx="7043602" cy="1415064"/>
          </a:xfrm>
          <a:prstGeom prst="rect">
            <a:avLst/>
          </a:prstGeom>
        </p:spPr>
      </p:pic>
      <p:pic>
        <p:nvPicPr>
          <p:cNvPr id="108" name="图片 107">
            <a:extLst>
              <a:ext uri="{FF2B5EF4-FFF2-40B4-BE49-F238E27FC236}">
                <a16:creationId xmlns:a16="http://schemas.microsoft.com/office/drawing/2014/main" id="{AB202B11-F112-4809-88D3-342A0644CB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8658" y="1640532"/>
            <a:ext cx="7062667" cy="1499935"/>
          </a:xfrm>
          <a:prstGeom prst="rect">
            <a:avLst/>
          </a:prstGeom>
        </p:spPr>
      </p:pic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AE3157C5-B573-43B6-B340-675A020F2428}"/>
              </a:ext>
            </a:extLst>
          </p:cNvPr>
          <p:cNvGrpSpPr/>
          <p:nvPr/>
        </p:nvGrpSpPr>
        <p:grpSpPr>
          <a:xfrm>
            <a:off x="4428658" y="3354468"/>
            <a:ext cx="7057844" cy="2455835"/>
            <a:chOff x="4413168" y="3711667"/>
            <a:chExt cx="7051640" cy="2728047"/>
          </a:xfrm>
        </p:grpSpPr>
        <p:pic>
          <p:nvPicPr>
            <p:cNvPr id="110" name="图片 109">
              <a:extLst>
                <a:ext uri="{FF2B5EF4-FFF2-40B4-BE49-F238E27FC236}">
                  <a16:creationId xmlns:a16="http://schemas.microsoft.com/office/drawing/2014/main" id="{6745C953-0CAB-4CD7-9128-0338DCA48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242" y="3711667"/>
              <a:ext cx="7031566" cy="820511"/>
            </a:xfrm>
            <a:prstGeom prst="rect">
              <a:avLst/>
            </a:prstGeom>
          </p:spPr>
        </p:pic>
        <p:pic>
          <p:nvPicPr>
            <p:cNvPr id="111" name="图片 110">
              <a:extLst>
                <a:ext uri="{FF2B5EF4-FFF2-40B4-BE49-F238E27FC236}">
                  <a16:creationId xmlns:a16="http://schemas.microsoft.com/office/drawing/2014/main" id="{0CABD94A-77AE-462D-8A46-694CC16E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33241" y="4677723"/>
              <a:ext cx="7031566" cy="820511"/>
            </a:xfrm>
            <a:prstGeom prst="rect">
              <a:avLst/>
            </a:prstGeom>
          </p:spPr>
        </p:pic>
        <p:pic>
          <p:nvPicPr>
            <p:cNvPr id="112" name="图片 111">
              <a:extLst>
                <a:ext uri="{FF2B5EF4-FFF2-40B4-BE49-F238E27FC236}">
                  <a16:creationId xmlns:a16="http://schemas.microsoft.com/office/drawing/2014/main" id="{00716622-F9DB-4A8E-AD96-855A5814E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13168" y="5619203"/>
              <a:ext cx="7031566" cy="820511"/>
            </a:xfrm>
            <a:prstGeom prst="rect">
              <a:avLst/>
            </a:prstGeom>
          </p:spPr>
        </p:pic>
      </p:grpSp>
      <p:pic>
        <p:nvPicPr>
          <p:cNvPr id="113" name="图片 112">
            <a:extLst>
              <a:ext uri="{FF2B5EF4-FFF2-40B4-BE49-F238E27FC236}">
                <a16:creationId xmlns:a16="http://schemas.microsoft.com/office/drawing/2014/main" id="{B164F1DD-6854-4ACC-9EB9-6C2EDB59CE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28658" y="5932023"/>
            <a:ext cx="7037752" cy="80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49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3">
            <a:extLst>
              <a:ext uri="{FF2B5EF4-FFF2-40B4-BE49-F238E27FC236}">
                <a16:creationId xmlns:a16="http://schemas.microsoft.com/office/drawing/2014/main" id="{40AB2938-CD0F-4381-ABAC-C7D93DE7D2D0}"/>
              </a:ext>
            </a:extLst>
          </p:cNvPr>
          <p:cNvSpPr/>
          <p:nvPr/>
        </p:nvSpPr>
        <p:spPr>
          <a:xfrm>
            <a:off x="4676043" y="3678828"/>
            <a:ext cx="2351633" cy="2118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anose="02010600030101010101" charset="-122"/>
              </a:rPr>
              <a:t>忆阻器阻值存在这样的“小斜坡”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MiSans" panose="02010600030101010101" charset="-122"/>
            </a:endParaRPr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083712EB-B859-4607-A273-C642E07FE212}"/>
              </a:ext>
            </a:extLst>
          </p:cNvPr>
          <p:cNvSpPr/>
          <p:nvPr/>
        </p:nvSpPr>
        <p:spPr>
          <a:xfrm>
            <a:off x="8542715" y="3600898"/>
            <a:ext cx="1846227" cy="2118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anose="02010600030101010101" charset="-122"/>
              </a:rPr>
              <a:t>联想唤起效果非脉冲，未一一对照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MiSans" panose="02010600030101010101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AAF84CB-0F3C-42E7-9F4D-720C1C93E74B}"/>
              </a:ext>
            </a:extLst>
          </p:cNvPr>
          <p:cNvSpPr/>
          <p:nvPr/>
        </p:nvSpPr>
        <p:spPr>
          <a:xfrm>
            <a:off x="4482533" y="937876"/>
            <a:ext cx="2743829" cy="239805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0240628-DFC5-4318-A0CA-206494FBC2F8}"/>
              </a:ext>
            </a:extLst>
          </p:cNvPr>
          <p:cNvSpPr/>
          <p:nvPr/>
        </p:nvSpPr>
        <p:spPr>
          <a:xfrm>
            <a:off x="8805333" y="928143"/>
            <a:ext cx="1295401" cy="290259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27CEB4A9-5480-4529-8EA1-69CF016B1CFE}"/>
              </a:ext>
            </a:extLst>
          </p:cNvPr>
          <p:cNvGrpSpPr/>
          <p:nvPr/>
        </p:nvGrpSpPr>
        <p:grpSpPr>
          <a:xfrm>
            <a:off x="-7040302" y="-2213341"/>
            <a:ext cx="10890880" cy="10864388"/>
            <a:chOff x="-7040302" y="-2003194"/>
            <a:chExt cx="10890880" cy="10864388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729F2F21-D399-4D12-B240-C562AF1B79E1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005ADE0C-AF4F-4DCC-8BDE-4C2C947F172E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65" name="组合 64">
                  <a:extLst>
                    <a:ext uri="{FF2B5EF4-FFF2-40B4-BE49-F238E27FC236}">
                      <a16:creationId xmlns:a16="http://schemas.microsoft.com/office/drawing/2014/main" id="{CA113FE3-0567-4705-90BB-69C8A3E06DBC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67" name="组合 66">
                    <a:extLst>
                      <a:ext uri="{FF2B5EF4-FFF2-40B4-BE49-F238E27FC236}">
                        <a16:creationId xmlns:a16="http://schemas.microsoft.com/office/drawing/2014/main" id="{3EFDBA30-7664-48D0-8FE8-ACBFFB0B2E62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75" name="组合 74">
                      <a:extLst>
                        <a:ext uri="{FF2B5EF4-FFF2-40B4-BE49-F238E27FC236}">
                          <a16:creationId xmlns:a16="http://schemas.microsoft.com/office/drawing/2014/main" id="{9E919447-843F-43AA-A06B-0301982F2B7B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83" name="组合 82">
                        <a:extLst>
                          <a:ext uri="{FF2B5EF4-FFF2-40B4-BE49-F238E27FC236}">
                            <a16:creationId xmlns:a16="http://schemas.microsoft.com/office/drawing/2014/main" id="{4041B371-5A43-485D-B42D-8476654B1538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91" name="组合 90">
                          <a:extLst>
                            <a:ext uri="{FF2B5EF4-FFF2-40B4-BE49-F238E27FC236}">
                              <a16:creationId xmlns:a16="http://schemas.microsoft.com/office/drawing/2014/main" id="{F465903A-4987-4EE6-9683-A189EA6CDFC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93" name="组合 92">
                            <a:extLst>
                              <a:ext uri="{FF2B5EF4-FFF2-40B4-BE49-F238E27FC236}">
                                <a16:creationId xmlns:a16="http://schemas.microsoft.com/office/drawing/2014/main" id="{4BF1235B-E6ED-439A-ACC9-8BEAB18682F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104" name="任意多边形: 形状 103">
                              <a:extLst>
                                <a:ext uri="{FF2B5EF4-FFF2-40B4-BE49-F238E27FC236}">
                                  <a16:creationId xmlns:a16="http://schemas.microsoft.com/office/drawing/2014/main" id="{A1D75466-1001-41ED-ACFB-B8292BA3BB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5" name="任意多边形: 形状 104">
                              <a:extLst>
                                <a:ext uri="{FF2B5EF4-FFF2-40B4-BE49-F238E27FC236}">
                                  <a16:creationId xmlns:a16="http://schemas.microsoft.com/office/drawing/2014/main" id="{8C88C7E7-CF8F-428B-AB2C-F434972BB54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6" name="任意多边形: 形状 105">
                              <a:extLst>
                                <a:ext uri="{FF2B5EF4-FFF2-40B4-BE49-F238E27FC236}">
                                  <a16:creationId xmlns:a16="http://schemas.microsoft.com/office/drawing/2014/main" id="{28B6910E-7123-4ABD-AF6F-A82AABAAF0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7" name="任意多边形: 形状 106">
                              <a:extLst>
                                <a:ext uri="{FF2B5EF4-FFF2-40B4-BE49-F238E27FC236}">
                                  <a16:creationId xmlns:a16="http://schemas.microsoft.com/office/drawing/2014/main" id="{63BD6BDF-EDE8-421B-99EE-9D13BB8DC5F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94" name="Text 3">
                            <a:extLst>
                              <a:ext uri="{FF2B5EF4-FFF2-40B4-BE49-F238E27FC236}">
                                <a16:creationId xmlns:a16="http://schemas.microsoft.com/office/drawing/2014/main" id="{1856DAEF-EFAB-4ABB-A947-D8540AD84F0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95" name="Text 3">
                            <a:extLst>
                              <a:ext uri="{FF2B5EF4-FFF2-40B4-BE49-F238E27FC236}">
                                <a16:creationId xmlns:a16="http://schemas.microsoft.com/office/drawing/2014/main" id="{6DDC358C-AE06-4E48-A648-F81ABCF6B4A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原文中部分电路参数设置无法在模拟中正常实现功能，需自行调整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96" name="组合 95">
                            <a:extLst>
                              <a:ext uri="{FF2B5EF4-FFF2-40B4-BE49-F238E27FC236}">
                                <a16:creationId xmlns:a16="http://schemas.microsoft.com/office/drawing/2014/main" id="{0866E55A-BA78-4D82-ABB6-4CC8B922900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97" name="Text 3">
                              <a:extLst>
                                <a:ext uri="{FF2B5EF4-FFF2-40B4-BE49-F238E27FC236}">
                                  <a16:creationId xmlns:a16="http://schemas.microsoft.com/office/drawing/2014/main" id="{E2B0766F-501C-48A3-AEAB-72085C8621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适应电路特性实现器件功能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98" name="组合 97">
                              <a:extLst>
                                <a:ext uri="{FF2B5EF4-FFF2-40B4-BE49-F238E27FC236}">
                                  <a16:creationId xmlns:a16="http://schemas.microsoft.com/office/drawing/2014/main" id="{C614B63A-7924-428E-BB7F-265C9CB186F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02" name="直接连接符 101">
                                <a:extLst>
                                  <a:ext uri="{FF2B5EF4-FFF2-40B4-BE49-F238E27FC236}">
                                    <a16:creationId xmlns:a16="http://schemas.microsoft.com/office/drawing/2014/main" id="{A3816FA3-5282-4D68-A7CE-84907CAF7DB7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03" name="直角三角形 102">
                                <a:extLst>
                                  <a:ext uri="{FF2B5EF4-FFF2-40B4-BE49-F238E27FC236}">
                                    <a16:creationId xmlns:a16="http://schemas.microsoft.com/office/drawing/2014/main" id="{341429B1-D776-4E55-A391-ECCB81DEBDE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99" name="组合 98">
                              <a:extLst>
                                <a:ext uri="{FF2B5EF4-FFF2-40B4-BE49-F238E27FC236}">
                                  <a16:creationId xmlns:a16="http://schemas.microsoft.com/office/drawing/2014/main" id="{DEE4E9C0-600D-447D-B96E-5B0C18F8095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00" name="直接连接符 99">
                                <a:extLst>
                                  <a:ext uri="{FF2B5EF4-FFF2-40B4-BE49-F238E27FC236}">
                                    <a16:creationId xmlns:a16="http://schemas.microsoft.com/office/drawing/2014/main" id="{15512731-5A2D-45E2-8FEF-611F805058F9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01" name="直角三角形 100">
                                <a:extLst>
                                  <a:ext uri="{FF2B5EF4-FFF2-40B4-BE49-F238E27FC236}">
                                    <a16:creationId xmlns:a16="http://schemas.microsoft.com/office/drawing/2014/main" id="{EBAC1FFB-0F77-4F54-9046-45154FD0E01E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92" name="图片 91">
                          <a:extLst>
                            <a:ext uri="{FF2B5EF4-FFF2-40B4-BE49-F238E27FC236}">
                              <a16:creationId xmlns:a16="http://schemas.microsoft.com/office/drawing/2014/main" id="{D16A0694-571E-4DCA-825B-3848ED6BDD1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84" name="Text 3">
                        <a:extLst>
                          <a:ext uri="{FF2B5EF4-FFF2-40B4-BE49-F238E27FC236}">
                            <a16:creationId xmlns:a16="http://schemas.microsoft.com/office/drawing/2014/main" id="{A53A968E-5AED-4467-8D76-8BAA33444D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5" name="Text 3">
                        <a:extLst>
                          <a:ext uri="{FF2B5EF4-FFF2-40B4-BE49-F238E27FC236}">
                            <a16:creationId xmlns:a16="http://schemas.microsoft.com/office/drawing/2014/main" id="{5F2DE5C1-B15B-4645-99E2-BF8A4D9ABD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6" name="Text 3">
                        <a:extLst>
                          <a:ext uri="{FF2B5EF4-FFF2-40B4-BE49-F238E27FC236}">
                            <a16:creationId xmlns:a16="http://schemas.microsoft.com/office/drawing/2014/main" id="{A785C790-7DFD-4749-AC58-7E08D4EDC5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87" name="直接连接符 86">
                        <a:extLst>
                          <a:ext uri="{FF2B5EF4-FFF2-40B4-BE49-F238E27FC236}">
                            <a16:creationId xmlns:a16="http://schemas.microsoft.com/office/drawing/2014/main" id="{E69FE984-B7E5-49B1-8F51-06369713F13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8" name="直角三角形 87">
                        <a:extLst>
                          <a:ext uri="{FF2B5EF4-FFF2-40B4-BE49-F238E27FC236}">
                            <a16:creationId xmlns:a16="http://schemas.microsoft.com/office/drawing/2014/main" id="{2C0A68DA-16B7-4207-B16E-645EDF5CAC14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89" name="直接连接符 88">
                        <a:extLst>
                          <a:ext uri="{FF2B5EF4-FFF2-40B4-BE49-F238E27FC236}">
                            <a16:creationId xmlns:a16="http://schemas.microsoft.com/office/drawing/2014/main" id="{5CE59974-8B21-416B-8DC6-006371CBD96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90" name="直角三角形 89">
                        <a:extLst>
                          <a:ext uri="{FF2B5EF4-FFF2-40B4-BE49-F238E27FC236}">
                            <a16:creationId xmlns:a16="http://schemas.microsoft.com/office/drawing/2014/main" id="{5900B8C8-68A1-4429-9332-5764495189AF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76" name="Text 3">
                      <a:extLst>
                        <a:ext uri="{FF2B5EF4-FFF2-40B4-BE49-F238E27FC236}">
                          <a16:creationId xmlns:a16="http://schemas.microsoft.com/office/drawing/2014/main" id="{E6EA6F3C-5935-442A-8A8D-C9680B5465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77" name="Text 3">
                      <a:extLst>
                        <a:ext uri="{FF2B5EF4-FFF2-40B4-BE49-F238E27FC236}">
                          <a16:creationId xmlns:a16="http://schemas.microsoft.com/office/drawing/2014/main" id="{862FE9B1-4309-49D8-8C23-187DC035A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78" name="Text 3">
                      <a:extLst>
                        <a:ext uri="{FF2B5EF4-FFF2-40B4-BE49-F238E27FC236}">
                          <a16:creationId xmlns:a16="http://schemas.microsoft.com/office/drawing/2014/main" id="{B7CED166-3D45-4F70-AEDD-47FE915BDE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79" name="直接连接符 78">
                      <a:extLst>
                        <a:ext uri="{FF2B5EF4-FFF2-40B4-BE49-F238E27FC236}">
                          <a16:creationId xmlns:a16="http://schemas.microsoft.com/office/drawing/2014/main" id="{A98A8A6C-98BA-4C1A-A910-D663C555431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直角三角形 79">
                      <a:extLst>
                        <a:ext uri="{FF2B5EF4-FFF2-40B4-BE49-F238E27FC236}">
                          <a16:creationId xmlns:a16="http://schemas.microsoft.com/office/drawing/2014/main" id="{DAAF286B-4A5E-4272-BABA-3275E1CC1B4A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81" name="直接连接符 80">
                      <a:extLst>
                        <a:ext uri="{FF2B5EF4-FFF2-40B4-BE49-F238E27FC236}">
                          <a16:creationId xmlns:a16="http://schemas.microsoft.com/office/drawing/2014/main" id="{630D399A-D3A5-412C-B2DA-98E5CE16E04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2" name="直角三角形 81">
                      <a:extLst>
                        <a:ext uri="{FF2B5EF4-FFF2-40B4-BE49-F238E27FC236}">
                          <a16:creationId xmlns:a16="http://schemas.microsoft.com/office/drawing/2014/main" id="{8C9B25A2-704B-4C77-A4DC-FBAD16E5B0B4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68" name="Text 3">
                    <a:extLst>
                      <a:ext uri="{FF2B5EF4-FFF2-40B4-BE49-F238E27FC236}">
                        <a16:creationId xmlns:a16="http://schemas.microsoft.com/office/drawing/2014/main" id="{C549C056-B0AB-463C-8EF2-7758D568BD57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69" name="Text 3">
                    <a:extLst>
                      <a:ext uri="{FF2B5EF4-FFF2-40B4-BE49-F238E27FC236}">
                        <a16:creationId xmlns:a16="http://schemas.microsoft.com/office/drawing/2014/main" id="{9E43FF1C-F9ED-4A9F-82F4-8CC79706B4D9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70" name="Text 3">
                    <a:extLst>
                      <a:ext uri="{FF2B5EF4-FFF2-40B4-BE49-F238E27FC236}">
                        <a16:creationId xmlns:a16="http://schemas.microsoft.com/office/drawing/2014/main" id="{A97C0B7B-391D-48AA-A204-5620BECA30CA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71" name="直接连接符 70">
                    <a:extLst>
                      <a:ext uri="{FF2B5EF4-FFF2-40B4-BE49-F238E27FC236}">
                        <a16:creationId xmlns:a16="http://schemas.microsoft.com/office/drawing/2014/main" id="{0C4C5C57-00E9-4626-BB28-E625800D7F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" name="直角三角形 71">
                    <a:extLst>
                      <a:ext uri="{FF2B5EF4-FFF2-40B4-BE49-F238E27FC236}">
                        <a16:creationId xmlns:a16="http://schemas.microsoft.com/office/drawing/2014/main" id="{97B019BF-183C-4D0D-9F41-16EB495D5F82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73" name="直接连接符 72">
                    <a:extLst>
                      <a:ext uri="{FF2B5EF4-FFF2-40B4-BE49-F238E27FC236}">
                        <a16:creationId xmlns:a16="http://schemas.microsoft.com/office/drawing/2014/main" id="{D423B5C3-DEE9-4285-A0C4-20E176443C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4" name="直角三角形 73">
                    <a:extLst>
                      <a:ext uri="{FF2B5EF4-FFF2-40B4-BE49-F238E27FC236}">
                        <a16:creationId xmlns:a16="http://schemas.microsoft.com/office/drawing/2014/main" id="{84E6E368-A969-4635-8A07-FCF2D3DA118D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66" name="图片 65">
                  <a:extLst>
                    <a:ext uri="{FF2B5EF4-FFF2-40B4-BE49-F238E27FC236}">
                      <a16:creationId xmlns:a16="http://schemas.microsoft.com/office/drawing/2014/main" id="{D968F1C9-5A22-4C52-BF19-2BA732A5E4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61" name="图片 60">
                <a:extLst>
                  <a:ext uri="{FF2B5EF4-FFF2-40B4-BE49-F238E27FC236}">
                    <a16:creationId xmlns:a16="http://schemas.microsoft.com/office/drawing/2014/main" id="{B40C4A2A-8AFD-4CEB-A50A-C227EFFC90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1B320490-149E-437E-8B57-4E3EBE291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  <p:pic>
        <p:nvPicPr>
          <p:cNvPr id="31" name="图片 30">
            <a:extLst>
              <a:ext uri="{FF2B5EF4-FFF2-40B4-BE49-F238E27FC236}">
                <a16:creationId xmlns:a16="http://schemas.microsoft.com/office/drawing/2014/main" id="{7EFE24C1-44F9-432E-85CD-574D5A1ADB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063" y="1233638"/>
            <a:ext cx="2419613" cy="1738362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D175C956-87F2-43A5-B48E-D2BEEA0352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5043" y="1172306"/>
            <a:ext cx="1001569" cy="244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92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1A86BDED-1788-4214-946A-D29FF3136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963" y="490714"/>
            <a:ext cx="3801005" cy="3924848"/>
          </a:xfrm>
          <a:prstGeom prst="rect">
            <a:avLst/>
          </a:prstGeom>
        </p:spPr>
      </p:pic>
      <p:sp>
        <p:nvSpPr>
          <p:cNvPr id="56" name="Text 3">
            <a:extLst>
              <a:ext uri="{FF2B5EF4-FFF2-40B4-BE49-F238E27FC236}">
                <a16:creationId xmlns:a16="http://schemas.microsoft.com/office/drawing/2014/main" id="{C59BA92E-DA97-4199-9B0B-A3C3FF42C561}"/>
              </a:ext>
            </a:extLst>
          </p:cNvPr>
          <p:cNvSpPr/>
          <p:nvPr/>
        </p:nvSpPr>
        <p:spPr>
          <a:xfrm>
            <a:off x="8666155" y="4440573"/>
            <a:ext cx="2242619" cy="2118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anose="02010600030101010101" charset="-122"/>
              </a:rPr>
              <a:t>LM393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anose="02010600030101010101" charset="-122"/>
              </a:rPr>
              <a:t>非理想器件。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MiSans" panose="02010600030101010101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6C885586-DB7B-497A-AAB6-5015D0923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021" y="1167643"/>
            <a:ext cx="2072910" cy="2261357"/>
          </a:xfrm>
          <a:prstGeom prst="rect">
            <a:avLst/>
          </a:prstGeom>
        </p:spPr>
      </p:pic>
      <p:sp>
        <p:nvSpPr>
          <p:cNvPr id="60" name="Text 3">
            <a:extLst>
              <a:ext uri="{FF2B5EF4-FFF2-40B4-BE49-F238E27FC236}">
                <a16:creationId xmlns:a16="http://schemas.microsoft.com/office/drawing/2014/main" id="{EA3EC495-44A5-47A4-8935-BE10C42FE83F}"/>
              </a:ext>
            </a:extLst>
          </p:cNvPr>
          <p:cNvSpPr/>
          <p:nvPr/>
        </p:nvSpPr>
        <p:spPr>
          <a:xfrm>
            <a:off x="4575659" y="3870743"/>
            <a:ext cx="2351633" cy="2118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anose="02010600030101010101" charset="-122"/>
              </a:rPr>
              <a:t>“允许联想”，</a:t>
            </a:r>
            <a:r>
              <a:rPr lang="en-US" altLang="zh-CN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anose="02010600030101010101" charset="-122"/>
              </a:rPr>
              <a:t>Pmos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anose="02010600030101010101" charset="-122"/>
              </a:rPr>
              <a:t>关断时，忆阻器两端电压趋近于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anose="02010600030101010101" charset="-122"/>
              </a:rPr>
              <a:t>0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MiSans" panose="02010600030101010101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B97F9DA-B558-433F-9A52-55373DF6C039}"/>
              </a:ext>
            </a:extLst>
          </p:cNvPr>
          <p:cNvSpPr/>
          <p:nvPr/>
        </p:nvSpPr>
        <p:spPr>
          <a:xfrm>
            <a:off x="4575658" y="1041400"/>
            <a:ext cx="2336961" cy="2486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C0C7CD3-6EB0-4F79-873A-7A7ED355067C}"/>
              </a:ext>
            </a:extLst>
          </p:cNvPr>
          <p:cNvSpPr/>
          <p:nvPr/>
        </p:nvSpPr>
        <p:spPr>
          <a:xfrm>
            <a:off x="7762275" y="368923"/>
            <a:ext cx="4023325" cy="416843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02C83D12-A4F7-4E7B-98BD-2D9290CF423C}"/>
              </a:ext>
            </a:extLst>
          </p:cNvPr>
          <p:cNvGrpSpPr/>
          <p:nvPr/>
        </p:nvGrpSpPr>
        <p:grpSpPr>
          <a:xfrm>
            <a:off x="-7040302" y="-2213341"/>
            <a:ext cx="10890880" cy="10864388"/>
            <a:chOff x="-7040302" y="-2003194"/>
            <a:chExt cx="10890880" cy="10864388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5D21AA7C-DA3B-41D1-B542-A70F1C44BFB1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E109B2AF-2D63-4C0E-A056-0E85AE6679EC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65" name="组合 64">
                  <a:extLst>
                    <a:ext uri="{FF2B5EF4-FFF2-40B4-BE49-F238E27FC236}">
                      <a16:creationId xmlns:a16="http://schemas.microsoft.com/office/drawing/2014/main" id="{06785A57-7ACF-476C-80C7-B9E3C64F2698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67" name="组合 66">
                    <a:extLst>
                      <a:ext uri="{FF2B5EF4-FFF2-40B4-BE49-F238E27FC236}">
                        <a16:creationId xmlns:a16="http://schemas.microsoft.com/office/drawing/2014/main" id="{855C90B0-F0FD-4680-9F62-39F09D10D881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75" name="组合 74">
                      <a:extLst>
                        <a:ext uri="{FF2B5EF4-FFF2-40B4-BE49-F238E27FC236}">
                          <a16:creationId xmlns:a16="http://schemas.microsoft.com/office/drawing/2014/main" id="{A18BEE7F-E692-4F4A-897E-1C0CEDBF5A9A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83" name="组合 82">
                        <a:extLst>
                          <a:ext uri="{FF2B5EF4-FFF2-40B4-BE49-F238E27FC236}">
                            <a16:creationId xmlns:a16="http://schemas.microsoft.com/office/drawing/2014/main" id="{A6D35B64-E596-437A-B0E0-E5D834FF050C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91" name="组合 90">
                          <a:extLst>
                            <a:ext uri="{FF2B5EF4-FFF2-40B4-BE49-F238E27FC236}">
                              <a16:creationId xmlns:a16="http://schemas.microsoft.com/office/drawing/2014/main" id="{A852ABCE-0C86-4571-8B68-85578218B6E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93" name="组合 92">
                            <a:extLst>
                              <a:ext uri="{FF2B5EF4-FFF2-40B4-BE49-F238E27FC236}">
                                <a16:creationId xmlns:a16="http://schemas.microsoft.com/office/drawing/2014/main" id="{9E2DA782-1DC8-4003-AD05-8B80E7E021F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104" name="任意多边形: 形状 103">
                              <a:extLst>
                                <a:ext uri="{FF2B5EF4-FFF2-40B4-BE49-F238E27FC236}">
                                  <a16:creationId xmlns:a16="http://schemas.microsoft.com/office/drawing/2014/main" id="{9DB6BEEF-92A5-45D9-BE32-5866839CDA3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5" name="任意多边形: 形状 104">
                              <a:extLst>
                                <a:ext uri="{FF2B5EF4-FFF2-40B4-BE49-F238E27FC236}">
                                  <a16:creationId xmlns:a16="http://schemas.microsoft.com/office/drawing/2014/main" id="{86DB5E9F-8C05-451D-8414-3219E8D5F3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6" name="任意多边形: 形状 105">
                              <a:extLst>
                                <a:ext uri="{FF2B5EF4-FFF2-40B4-BE49-F238E27FC236}">
                                  <a16:creationId xmlns:a16="http://schemas.microsoft.com/office/drawing/2014/main" id="{C428D256-8FD8-42EF-8830-36F2877E5FC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7" name="任意多边形: 形状 106">
                              <a:extLst>
                                <a:ext uri="{FF2B5EF4-FFF2-40B4-BE49-F238E27FC236}">
                                  <a16:creationId xmlns:a16="http://schemas.microsoft.com/office/drawing/2014/main" id="{CB8E0B59-A209-4CC4-AB54-F243F1FA61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94" name="Text 3">
                            <a:extLst>
                              <a:ext uri="{FF2B5EF4-FFF2-40B4-BE49-F238E27FC236}">
                                <a16:creationId xmlns:a16="http://schemas.microsoft.com/office/drawing/2014/main" id="{449BD2F7-7B06-45B4-BB7A-417CFFAB92C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95" name="Text 3">
                            <a:extLst>
                              <a:ext uri="{FF2B5EF4-FFF2-40B4-BE49-F238E27FC236}">
                                <a16:creationId xmlns:a16="http://schemas.microsoft.com/office/drawing/2014/main" id="{F1B999CB-84ED-46A6-92B7-449EA3F2A2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原文中部分电路参数设置无法在模拟中正常实现功能，需自行调整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96" name="组合 95">
                            <a:extLst>
                              <a:ext uri="{FF2B5EF4-FFF2-40B4-BE49-F238E27FC236}">
                                <a16:creationId xmlns:a16="http://schemas.microsoft.com/office/drawing/2014/main" id="{55F86BEB-F045-4081-AE70-22D4B541EAD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97" name="Text 3">
                              <a:extLst>
                                <a:ext uri="{FF2B5EF4-FFF2-40B4-BE49-F238E27FC236}">
                                  <a16:creationId xmlns:a16="http://schemas.microsoft.com/office/drawing/2014/main" id="{59306984-6EC7-4393-B5A8-79A7BE0AF5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适应电路特性实现器件功能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98" name="组合 97">
                              <a:extLst>
                                <a:ext uri="{FF2B5EF4-FFF2-40B4-BE49-F238E27FC236}">
                                  <a16:creationId xmlns:a16="http://schemas.microsoft.com/office/drawing/2014/main" id="{D06CE2DD-60FD-42BE-B80A-1303C469B4A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02" name="直接连接符 101">
                                <a:extLst>
                                  <a:ext uri="{FF2B5EF4-FFF2-40B4-BE49-F238E27FC236}">
                                    <a16:creationId xmlns:a16="http://schemas.microsoft.com/office/drawing/2014/main" id="{71EE225F-0856-4DAB-B57D-C1F360ADA6A6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03" name="直角三角形 102">
                                <a:extLst>
                                  <a:ext uri="{FF2B5EF4-FFF2-40B4-BE49-F238E27FC236}">
                                    <a16:creationId xmlns:a16="http://schemas.microsoft.com/office/drawing/2014/main" id="{0BBF8DB0-75B0-4A69-BD6F-E2FD0D59738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99" name="组合 98">
                              <a:extLst>
                                <a:ext uri="{FF2B5EF4-FFF2-40B4-BE49-F238E27FC236}">
                                  <a16:creationId xmlns:a16="http://schemas.microsoft.com/office/drawing/2014/main" id="{94C17391-8CD7-4E19-9A69-C48E6A80FEB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00" name="直接连接符 99">
                                <a:extLst>
                                  <a:ext uri="{FF2B5EF4-FFF2-40B4-BE49-F238E27FC236}">
                                    <a16:creationId xmlns:a16="http://schemas.microsoft.com/office/drawing/2014/main" id="{093C0541-B157-4897-90AA-4FDAB9A645D6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01" name="直角三角形 100">
                                <a:extLst>
                                  <a:ext uri="{FF2B5EF4-FFF2-40B4-BE49-F238E27FC236}">
                                    <a16:creationId xmlns:a16="http://schemas.microsoft.com/office/drawing/2014/main" id="{5CA6E553-778C-48A2-A663-AA17455E9F1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92" name="图片 91">
                          <a:extLst>
                            <a:ext uri="{FF2B5EF4-FFF2-40B4-BE49-F238E27FC236}">
                              <a16:creationId xmlns:a16="http://schemas.microsoft.com/office/drawing/2014/main" id="{A834427C-E9E4-4E37-AE14-FEC41128EFCD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84" name="Text 3">
                        <a:extLst>
                          <a:ext uri="{FF2B5EF4-FFF2-40B4-BE49-F238E27FC236}">
                            <a16:creationId xmlns:a16="http://schemas.microsoft.com/office/drawing/2014/main" id="{E1411650-2541-477F-BA57-E9D797CD10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5" name="Text 3">
                        <a:extLst>
                          <a:ext uri="{FF2B5EF4-FFF2-40B4-BE49-F238E27FC236}">
                            <a16:creationId xmlns:a16="http://schemas.microsoft.com/office/drawing/2014/main" id="{976B4057-13F6-4EC5-AFE9-6D6E290FCD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6" name="Text 3">
                        <a:extLst>
                          <a:ext uri="{FF2B5EF4-FFF2-40B4-BE49-F238E27FC236}">
                            <a16:creationId xmlns:a16="http://schemas.microsoft.com/office/drawing/2014/main" id="{352BC6AD-B11A-4BEC-90C0-59B35FF9C7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87" name="直接连接符 86">
                        <a:extLst>
                          <a:ext uri="{FF2B5EF4-FFF2-40B4-BE49-F238E27FC236}">
                            <a16:creationId xmlns:a16="http://schemas.microsoft.com/office/drawing/2014/main" id="{8EA9E252-DC4B-4A08-BBEA-F84A9061487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8" name="直角三角形 87">
                        <a:extLst>
                          <a:ext uri="{FF2B5EF4-FFF2-40B4-BE49-F238E27FC236}">
                            <a16:creationId xmlns:a16="http://schemas.microsoft.com/office/drawing/2014/main" id="{9501D63D-4C11-404C-A1FB-6F5C9CF4FDC3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89" name="直接连接符 88">
                        <a:extLst>
                          <a:ext uri="{FF2B5EF4-FFF2-40B4-BE49-F238E27FC236}">
                            <a16:creationId xmlns:a16="http://schemas.microsoft.com/office/drawing/2014/main" id="{D9C95334-5FC6-4EB0-9DFD-D1AB7487DB8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90" name="直角三角形 89">
                        <a:extLst>
                          <a:ext uri="{FF2B5EF4-FFF2-40B4-BE49-F238E27FC236}">
                            <a16:creationId xmlns:a16="http://schemas.microsoft.com/office/drawing/2014/main" id="{925EAD39-0A4B-4C49-BAF2-537747FA9A1C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76" name="Text 3">
                      <a:extLst>
                        <a:ext uri="{FF2B5EF4-FFF2-40B4-BE49-F238E27FC236}">
                          <a16:creationId xmlns:a16="http://schemas.microsoft.com/office/drawing/2014/main" id="{24A67908-59A6-40E4-AEFF-8C59489C14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77" name="Text 3">
                      <a:extLst>
                        <a:ext uri="{FF2B5EF4-FFF2-40B4-BE49-F238E27FC236}">
                          <a16:creationId xmlns:a16="http://schemas.microsoft.com/office/drawing/2014/main" id="{A3413D64-21B9-4036-AF78-EDD2C09E61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78" name="Text 3">
                      <a:extLst>
                        <a:ext uri="{FF2B5EF4-FFF2-40B4-BE49-F238E27FC236}">
                          <a16:creationId xmlns:a16="http://schemas.microsoft.com/office/drawing/2014/main" id="{12AD438F-3805-44E2-922B-D557FC7D6C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79" name="直接连接符 78">
                      <a:extLst>
                        <a:ext uri="{FF2B5EF4-FFF2-40B4-BE49-F238E27FC236}">
                          <a16:creationId xmlns:a16="http://schemas.microsoft.com/office/drawing/2014/main" id="{A927A30D-68FD-4C45-A8FB-1E5DD3C1F0E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直角三角形 79">
                      <a:extLst>
                        <a:ext uri="{FF2B5EF4-FFF2-40B4-BE49-F238E27FC236}">
                          <a16:creationId xmlns:a16="http://schemas.microsoft.com/office/drawing/2014/main" id="{2FA39EF9-2A70-4DFD-8091-B381F5077123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81" name="直接连接符 80">
                      <a:extLst>
                        <a:ext uri="{FF2B5EF4-FFF2-40B4-BE49-F238E27FC236}">
                          <a16:creationId xmlns:a16="http://schemas.microsoft.com/office/drawing/2014/main" id="{408111FD-56DD-4279-9DC8-C707279052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2" name="直角三角形 81">
                      <a:extLst>
                        <a:ext uri="{FF2B5EF4-FFF2-40B4-BE49-F238E27FC236}">
                          <a16:creationId xmlns:a16="http://schemas.microsoft.com/office/drawing/2014/main" id="{3C2854B6-30EE-40C7-B89E-C663209A32DE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68" name="Text 3">
                    <a:extLst>
                      <a:ext uri="{FF2B5EF4-FFF2-40B4-BE49-F238E27FC236}">
                        <a16:creationId xmlns:a16="http://schemas.microsoft.com/office/drawing/2014/main" id="{6E66125D-37B9-4748-BD63-DC451161B27F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69" name="Text 3">
                    <a:extLst>
                      <a:ext uri="{FF2B5EF4-FFF2-40B4-BE49-F238E27FC236}">
                        <a16:creationId xmlns:a16="http://schemas.microsoft.com/office/drawing/2014/main" id="{84F485C5-B969-42B6-9C0A-5672090986DD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70" name="Text 3">
                    <a:extLst>
                      <a:ext uri="{FF2B5EF4-FFF2-40B4-BE49-F238E27FC236}">
                        <a16:creationId xmlns:a16="http://schemas.microsoft.com/office/drawing/2014/main" id="{F2ACA61B-1590-477B-8462-BD826494F452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71" name="直接连接符 70">
                    <a:extLst>
                      <a:ext uri="{FF2B5EF4-FFF2-40B4-BE49-F238E27FC236}">
                        <a16:creationId xmlns:a16="http://schemas.microsoft.com/office/drawing/2014/main" id="{89A167A0-A275-45BF-9918-346F73AC7B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" name="直角三角形 71">
                    <a:extLst>
                      <a:ext uri="{FF2B5EF4-FFF2-40B4-BE49-F238E27FC236}">
                        <a16:creationId xmlns:a16="http://schemas.microsoft.com/office/drawing/2014/main" id="{D5A89FF8-7639-4C04-8A56-4D50D0DF92A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73" name="直接连接符 72">
                    <a:extLst>
                      <a:ext uri="{FF2B5EF4-FFF2-40B4-BE49-F238E27FC236}">
                        <a16:creationId xmlns:a16="http://schemas.microsoft.com/office/drawing/2014/main" id="{41E2C81D-597D-40DA-BA63-E7429CF365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4" name="直角三角形 73">
                    <a:extLst>
                      <a:ext uri="{FF2B5EF4-FFF2-40B4-BE49-F238E27FC236}">
                        <a16:creationId xmlns:a16="http://schemas.microsoft.com/office/drawing/2014/main" id="{E6EF2105-842B-4A54-B8B6-5FE12C90DE24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66" name="图片 65">
                  <a:extLst>
                    <a:ext uri="{FF2B5EF4-FFF2-40B4-BE49-F238E27FC236}">
                      <a16:creationId xmlns:a16="http://schemas.microsoft.com/office/drawing/2014/main" id="{C8D41F13-7940-45B6-BB04-F390EAAEC3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64" name="图片 63">
                <a:extLst>
                  <a:ext uri="{FF2B5EF4-FFF2-40B4-BE49-F238E27FC236}">
                    <a16:creationId xmlns:a16="http://schemas.microsoft.com/office/drawing/2014/main" id="{A828D166-2A1C-4210-B266-6164F284B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20FD603-3396-49FA-84E8-8CCB3BEFE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811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3">
            <a:extLst>
              <a:ext uri="{FF2B5EF4-FFF2-40B4-BE49-F238E27FC236}">
                <a16:creationId xmlns:a16="http://schemas.microsoft.com/office/drawing/2014/main" id="{EA3EC495-44A5-47A4-8935-BE10C42FE83F}"/>
              </a:ext>
            </a:extLst>
          </p:cNvPr>
          <p:cNvSpPr/>
          <p:nvPr/>
        </p:nvSpPr>
        <p:spPr>
          <a:xfrm>
            <a:off x="6611477" y="4757344"/>
            <a:ext cx="3477106" cy="2118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anose="02010600030101010101" charset="-122"/>
              </a:rPr>
              <a:t>此处已统一改用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anose="02010600030101010101" charset="-122"/>
              </a:rPr>
              <a:t>ABM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anose="02010600030101010101" charset="-122"/>
              </a:rPr>
              <a:t>元件，便于仿真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MiSans" panose="02010600030101010101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C0C7CD3-6EB0-4F79-873A-7A7ED355067C}"/>
              </a:ext>
            </a:extLst>
          </p:cNvPr>
          <p:cNvSpPr/>
          <p:nvPr/>
        </p:nvSpPr>
        <p:spPr>
          <a:xfrm>
            <a:off x="7762275" y="368923"/>
            <a:ext cx="4023325" cy="416843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02C83D12-A4F7-4E7B-98BD-2D9290CF423C}"/>
              </a:ext>
            </a:extLst>
          </p:cNvPr>
          <p:cNvGrpSpPr/>
          <p:nvPr/>
        </p:nvGrpSpPr>
        <p:grpSpPr>
          <a:xfrm>
            <a:off x="-7040302" y="-2213341"/>
            <a:ext cx="10890880" cy="10864388"/>
            <a:chOff x="-7040302" y="-2003194"/>
            <a:chExt cx="10890880" cy="10864388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5D21AA7C-DA3B-41D1-B542-A70F1C44BFB1}"/>
                </a:ext>
              </a:extLst>
            </p:cNvPr>
            <p:cNvGrpSpPr/>
            <p:nvPr/>
          </p:nvGrpSpPr>
          <p:grpSpPr>
            <a:xfrm rot="16200000">
              <a:off x="-7027056" y="-2016440"/>
              <a:ext cx="10864388" cy="10890880"/>
              <a:chOff x="-7027056" y="-2016440"/>
              <a:chExt cx="10864388" cy="10890880"/>
            </a:xfrm>
          </p:grpSpPr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E109B2AF-2D63-4C0E-A056-0E85AE6679EC}"/>
                  </a:ext>
                </a:extLst>
              </p:cNvPr>
              <p:cNvGrpSpPr/>
              <p:nvPr/>
            </p:nvGrpSpPr>
            <p:grpSpPr>
              <a:xfrm rot="16200000">
                <a:off x="-7040302" y="-2003194"/>
                <a:ext cx="10890880" cy="10864388"/>
                <a:chOff x="-7040302" y="-2003194"/>
                <a:chExt cx="10890880" cy="10864388"/>
              </a:xfrm>
            </p:grpSpPr>
            <p:grpSp>
              <p:nvGrpSpPr>
                <p:cNvPr id="65" name="组合 64">
                  <a:extLst>
                    <a:ext uri="{FF2B5EF4-FFF2-40B4-BE49-F238E27FC236}">
                      <a16:creationId xmlns:a16="http://schemas.microsoft.com/office/drawing/2014/main" id="{06785A57-7ACF-476C-80C7-B9E3C64F2698}"/>
                    </a:ext>
                  </a:extLst>
                </p:cNvPr>
                <p:cNvGrpSpPr/>
                <p:nvPr/>
              </p:nvGrpSpPr>
              <p:grpSpPr>
                <a:xfrm rot="10800000">
                  <a:off x="-7040302" y="-2003194"/>
                  <a:ext cx="10890880" cy="10864388"/>
                  <a:chOff x="-7040302" y="-2003194"/>
                  <a:chExt cx="10890880" cy="10864388"/>
                </a:xfrm>
              </p:grpSpPr>
              <p:grpSp>
                <p:nvGrpSpPr>
                  <p:cNvPr id="67" name="组合 66">
                    <a:extLst>
                      <a:ext uri="{FF2B5EF4-FFF2-40B4-BE49-F238E27FC236}">
                        <a16:creationId xmlns:a16="http://schemas.microsoft.com/office/drawing/2014/main" id="{855C90B0-F0FD-4680-9F62-39F09D10D881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-7027056" y="-2016440"/>
                    <a:ext cx="10864388" cy="10890880"/>
                    <a:chOff x="-7027056" y="-2016440"/>
                    <a:chExt cx="10864388" cy="10890880"/>
                  </a:xfrm>
                </p:grpSpPr>
                <p:grpSp>
                  <p:nvGrpSpPr>
                    <p:cNvPr id="75" name="组合 74">
                      <a:extLst>
                        <a:ext uri="{FF2B5EF4-FFF2-40B4-BE49-F238E27FC236}">
                          <a16:creationId xmlns:a16="http://schemas.microsoft.com/office/drawing/2014/main" id="{A18BEE7F-E692-4F4A-897E-1C0CEDBF5A9A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7040302" y="-2003194"/>
                      <a:ext cx="10890880" cy="10864388"/>
                      <a:chOff x="-7040302" y="-2003194"/>
                      <a:chExt cx="10890880" cy="10864388"/>
                    </a:xfrm>
                  </p:grpSpPr>
                  <p:grpSp>
                    <p:nvGrpSpPr>
                      <p:cNvPr id="83" name="组合 82">
                        <a:extLst>
                          <a:ext uri="{FF2B5EF4-FFF2-40B4-BE49-F238E27FC236}">
                            <a16:creationId xmlns:a16="http://schemas.microsoft.com/office/drawing/2014/main" id="{A6D35B64-E596-437A-B0E0-E5D834FF050C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6200000">
                        <a:off x="-7027056" y="-2016440"/>
                        <a:ext cx="10864388" cy="10890880"/>
                        <a:chOff x="-7027824" y="-2427383"/>
                        <a:chExt cx="10864388" cy="10890880"/>
                      </a:xfrm>
                    </p:grpSpPr>
                    <p:grpSp>
                      <p:nvGrpSpPr>
                        <p:cNvPr id="91" name="组合 90">
                          <a:extLst>
                            <a:ext uri="{FF2B5EF4-FFF2-40B4-BE49-F238E27FC236}">
                              <a16:creationId xmlns:a16="http://schemas.microsoft.com/office/drawing/2014/main" id="{A852ABCE-0C86-4571-8B68-85578218B6E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7027824" y="-2427383"/>
                          <a:ext cx="10864388" cy="10890880"/>
                          <a:chOff x="-7027824" y="-2427383"/>
                          <a:chExt cx="10864388" cy="10890880"/>
                        </a:xfrm>
                      </p:grpSpPr>
                      <p:grpSp>
                        <p:nvGrpSpPr>
                          <p:cNvPr id="93" name="组合 92">
                            <a:extLst>
                              <a:ext uri="{FF2B5EF4-FFF2-40B4-BE49-F238E27FC236}">
                                <a16:creationId xmlns:a16="http://schemas.microsoft.com/office/drawing/2014/main" id="{9E2DA782-1DC8-4003-AD05-8B80E7E021F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 rot="2695780">
                            <a:off x="-7027824" y="-2427383"/>
                            <a:ext cx="10864388" cy="10890880"/>
                            <a:chOff x="2856000" y="128371"/>
                            <a:chExt cx="6722612" cy="6686192"/>
                          </a:xfrm>
                        </p:grpSpPr>
                        <p:sp>
                          <p:nvSpPr>
                            <p:cNvPr id="104" name="任意多边形: 形状 103">
                              <a:extLst>
                                <a:ext uri="{FF2B5EF4-FFF2-40B4-BE49-F238E27FC236}">
                                  <a16:creationId xmlns:a16="http://schemas.microsoft.com/office/drawing/2014/main" id="{9DB6BEEF-92A5-45D9-BE32-5866839CDA3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332002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5" name="任意多边形: 形状 104">
                              <a:extLst>
                                <a:ext uri="{FF2B5EF4-FFF2-40B4-BE49-F238E27FC236}">
                                  <a16:creationId xmlns:a16="http://schemas.microsoft.com/office/drawing/2014/main" id="{86DB5E9F-8C05-451D-8414-3219E8D5F3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5400000">
                              <a:off x="6338612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6" name="任意多边形: 形状 105">
                              <a:extLst>
                                <a:ext uri="{FF2B5EF4-FFF2-40B4-BE49-F238E27FC236}">
                                  <a16:creationId xmlns:a16="http://schemas.microsoft.com/office/drawing/2014/main" id="{C428D256-8FD8-42EF-8830-36F2877E5FC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2856000" y="3574563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  <p:sp>
                          <p:nvSpPr>
                            <p:cNvPr id="107" name="任意多边形: 形状 106">
                              <a:extLst>
                                <a:ext uri="{FF2B5EF4-FFF2-40B4-BE49-F238E27FC236}">
                                  <a16:creationId xmlns:a16="http://schemas.microsoft.com/office/drawing/2014/main" id="{CB8E0B59-A209-4CC4-AB54-F243F1FA61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6200000">
                              <a:off x="2856000" y="128371"/>
                              <a:ext cx="3240000" cy="3240000"/>
                            </a:xfrm>
                            <a:custGeom>
                              <a:avLst/>
                              <a:gdLst>
                                <a:gd name="connsiteX0" fmla="*/ 0 w 3420000"/>
                                <a:gd name="connsiteY0" fmla="*/ 0 h 3420000"/>
                                <a:gd name="connsiteX1" fmla="*/ 3415550 w 3420000"/>
                                <a:gd name="connsiteY1" fmla="*/ 3244008 h 3420000"/>
                                <a:gd name="connsiteX2" fmla="*/ 3420000 w 3420000"/>
                                <a:gd name="connsiteY2" fmla="*/ 3420000 h 3420000"/>
                                <a:gd name="connsiteX3" fmla="*/ 1152000 w 3420000"/>
                                <a:gd name="connsiteY3" fmla="*/ 3420000 h 3420000"/>
                                <a:gd name="connsiteX4" fmla="*/ 1146053 w 3420000"/>
                                <a:gd name="connsiteY4" fmla="*/ 3300375 h 3420000"/>
                                <a:gd name="connsiteX5" fmla="*/ 0 w 3420000"/>
                                <a:gd name="connsiteY5" fmla="*/ 2250000 h 3420000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</a:cxnLst>
                              <a:rect l="l" t="t" r="r" b="b"/>
                              <a:pathLst>
                                <a:path w="3420000" h="3420000">
                                  <a:moveTo>
                                    <a:pt x="0" y="0"/>
                                  </a:moveTo>
                                  <a:cubicBezTo>
                                    <a:pt x="1829789" y="0"/>
                                    <a:pt x="3323952" y="1436982"/>
                                    <a:pt x="3415550" y="3244008"/>
                                  </a:cubicBezTo>
                                  <a:lnTo>
                                    <a:pt x="3420000" y="3420000"/>
                                  </a:lnTo>
                                  <a:lnTo>
                                    <a:pt x="1152000" y="3420000"/>
                                  </a:lnTo>
                                  <a:lnTo>
                                    <a:pt x="1146053" y="3300375"/>
                                  </a:lnTo>
                                  <a:cubicBezTo>
                                    <a:pt x="1087059" y="2710395"/>
                                    <a:pt x="596468" y="2250000"/>
                                    <a:pt x="0" y="2250000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rgbClr val="0099FF"/>
                            </a:solidFill>
                            <a:ln w="28575"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wrap="square" rtlCol="0" anchor="ctr">
                              <a:noAutofit/>
                            </a:bodyPr>
                            <a:lstStyle/>
                            <a:p>
                              <a:pPr algn="ctr"/>
                              <a:endParaRPr lang="zh-CN" altLang="en-US" sz="3200" dirty="0"/>
                            </a:p>
                          </p:txBody>
                        </p:sp>
                      </p:grpSp>
                      <p:sp>
                        <p:nvSpPr>
                          <p:cNvPr id="94" name="Text 3">
                            <a:extLst>
                              <a:ext uri="{FF2B5EF4-FFF2-40B4-BE49-F238E27FC236}">
                                <a16:creationId xmlns:a16="http://schemas.microsoft.com/office/drawing/2014/main" id="{449BD2F7-7B06-45B4-BB7A-417CFFAB92C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87344" y="902441"/>
                            <a:ext cx="2488563" cy="429260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4800" b="1" dirty="0">
                                <a:solidFill>
                                  <a:schemeClr val="bg1"/>
                                </a:solidFill>
                                <a:latin typeface="+mn-ea"/>
                                <a:cs typeface="MiSans" panose="02010600030101010101" charset="-122"/>
                              </a:rPr>
                              <a:t>电路调校</a:t>
                            </a:r>
                            <a:endParaRPr lang="en-US" sz="4000" b="1" dirty="0">
                              <a:solidFill>
                                <a:schemeClr val="bg1"/>
                              </a:solidFill>
                              <a:latin typeface="+mn-ea"/>
                              <a:cs typeface="MiSans" panose="02010600030101010101" charset="-122"/>
                            </a:endParaRPr>
                          </a:p>
                        </p:txBody>
                      </p:sp>
                      <p:sp>
                        <p:nvSpPr>
                          <p:cNvPr id="95" name="Text 3">
                            <a:extLst>
                              <a:ext uri="{FF2B5EF4-FFF2-40B4-BE49-F238E27FC236}">
                                <a16:creationId xmlns:a16="http://schemas.microsoft.com/office/drawing/2014/main" id="{F1B999CB-84ED-46A6-92B7-449EA3F2A2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97312" y="3180522"/>
                            <a:ext cx="3068626" cy="2118511"/>
                          </a:xfrm>
                          <a:prstGeom prst="rect">
                            <a:avLst/>
                          </a:prstGeom>
                          <a:noFill/>
                          <a:ln/>
                        </p:spPr>
                        <p:txBody>
                          <a:bodyPr wrap="square" lIns="0" tIns="0" rIns="0" bIns="0" rtlCol="0" anchor="ctr"/>
                          <a:lstStyle/>
                          <a:p>
                            <a:pPr marL="0" indent="0" algn="ctr">
                              <a:lnSpc>
                                <a:spcPct val="120000"/>
                              </a:lnSpc>
                              <a:buNone/>
                            </a:pPr>
                            <a:r>
                              <a:rPr lang="zh-CN" altLang="en-US" sz="2800" dirty="0">
                                <a:solidFill>
                                  <a:schemeClr val="bg1"/>
                                </a:solidFill>
                                <a:latin typeface="方正姚体" panose="02010601030101010101" pitchFamily="2" charset="-122"/>
                                <a:ea typeface="方正姚体" panose="02010601030101010101" pitchFamily="2" charset="-122"/>
                                <a:cs typeface="MiSans" panose="02010600030101010101" charset="-122"/>
                              </a:rPr>
                              <a:t>原文中部分电路参数设置无法在模拟中正常实现功能，需自行调整</a:t>
                            </a:r>
                            <a:endParaRPr lang="en-US" sz="2000" dirty="0">
                              <a:solidFill>
                                <a:schemeClr val="bg1"/>
                              </a:solidFill>
                              <a:latin typeface="方正姚体" panose="02010601030101010101" pitchFamily="2" charset="-122"/>
                              <a:ea typeface="方正姚体" panose="02010601030101010101" pitchFamily="2" charset="-122"/>
                              <a:cs typeface="MiSans" panose="02010600030101010101" charset="-122"/>
                            </a:endParaRPr>
                          </a:p>
                        </p:txBody>
                      </p:sp>
                      <p:grpSp>
                        <p:nvGrpSpPr>
                          <p:cNvPr id="96" name="组合 95">
                            <a:extLst>
                              <a:ext uri="{FF2B5EF4-FFF2-40B4-BE49-F238E27FC236}">
                                <a16:creationId xmlns:a16="http://schemas.microsoft.com/office/drawing/2014/main" id="{55F86BEB-F045-4081-AE70-22D4B541EAD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70959" y="1596209"/>
                            <a:ext cx="2121331" cy="608411"/>
                            <a:chOff x="1206324" y="1579164"/>
                            <a:chExt cx="2121331" cy="608411"/>
                          </a:xfrm>
                        </p:grpSpPr>
                        <p:sp>
                          <p:nvSpPr>
                            <p:cNvPr id="97" name="Text 3">
                              <a:extLst>
                                <a:ext uri="{FF2B5EF4-FFF2-40B4-BE49-F238E27FC236}">
                                  <a16:creationId xmlns:a16="http://schemas.microsoft.com/office/drawing/2014/main" id="{59306984-6EC7-4393-B5A8-79A7BE0AF5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60884" y="1632504"/>
                              <a:ext cx="1649492" cy="429260"/>
                            </a:xfrm>
                            <a:prstGeom prst="rect">
                              <a:avLst/>
                            </a:prstGeom>
                            <a:noFill/>
                            <a:ln/>
                          </p:spPr>
                          <p:txBody>
                            <a:bodyPr wrap="square" lIns="0" tIns="0" rIns="0" bIns="0" rtlCol="0" anchor="ctr"/>
                            <a:lstStyle/>
                            <a:p>
                              <a:pPr marL="0" indent="0" algn="ctr">
                                <a:lnSpc>
                                  <a:spcPct val="120000"/>
                                </a:lnSpc>
                                <a:buNone/>
                              </a:pPr>
                              <a:r>
                                <a:rPr lang="zh-CN" altLang="en-US" sz="2000" b="1" dirty="0">
                                  <a:solidFill>
                                    <a:schemeClr val="bg1"/>
                                  </a:solidFill>
                                  <a:latin typeface="华文楷体" panose="02010600040101010101" pitchFamily="2" charset="-122"/>
                                  <a:ea typeface="华文楷体" panose="02010600040101010101" pitchFamily="2" charset="-122"/>
                                  <a:cs typeface="MiSans" panose="02010600030101010101" charset="-122"/>
                                </a:rPr>
                                <a:t>适应电路特性实现器件功能</a:t>
                              </a:r>
                              <a:endParaRPr lang="en-US" sz="1600" b="1" dirty="0">
                                <a:solidFill>
                                  <a:schemeClr val="bg1"/>
                                </a:solidFill>
                                <a:latin typeface="华文楷体" panose="02010600040101010101" pitchFamily="2" charset="-122"/>
                                <a:ea typeface="华文楷体" panose="02010600040101010101" pitchFamily="2" charset="-122"/>
                                <a:cs typeface="MiSans" panose="02010600030101010101" charset="-122"/>
                              </a:endParaRPr>
                            </a:p>
                          </p:txBody>
                        </p:sp>
                        <p:grpSp>
                          <p:nvGrpSpPr>
                            <p:cNvPr id="98" name="组合 97">
                              <a:extLst>
                                <a:ext uri="{FF2B5EF4-FFF2-40B4-BE49-F238E27FC236}">
                                  <a16:creationId xmlns:a16="http://schemas.microsoft.com/office/drawing/2014/main" id="{D06CE2DD-60FD-42BE-B80A-1303C469B4A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324" y="1597025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02" name="直接连接符 101">
                                <a:extLst>
                                  <a:ext uri="{FF2B5EF4-FFF2-40B4-BE49-F238E27FC236}">
                                    <a16:creationId xmlns:a16="http://schemas.microsoft.com/office/drawing/2014/main" id="{71EE225F-0856-4DAB-B57D-C1F360ADA6A6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03" name="直角三角形 102">
                                <a:extLst>
                                  <a:ext uri="{FF2B5EF4-FFF2-40B4-BE49-F238E27FC236}">
                                    <a16:creationId xmlns:a16="http://schemas.microsoft.com/office/drawing/2014/main" id="{0BBF8DB0-75B0-4A69-BD6F-E2FD0D59738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99" name="组合 98">
                              <a:extLst>
                                <a:ext uri="{FF2B5EF4-FFF2-40B4-BE49-F238E27FC236}">
                                  <a16:creationId xmlns:a16="http://schemas.microsoft.com/office/drawing/2014/main" id="{94C17391-8CD7-4E19-9A69-C48E6A80FEB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 rot="10800000">
                              <a:off x="3110376" y="1579164"/>
                              <a:ext cx="217279" cy="590550"/>
                              <a:chOff x="1206324" y="1597025"/>
                              <a:chExt cx="217279" cy="590550"/>
                            </a:xfrm>
                          </p:grpSpPr>
                          <p:cxnSp>
                            <p:nvCxnSpPr>
                              <p:cNvPr id="100" name="直接连接符 99">
                                <a:extLst>
                                  <a:ext uri="{FF2B5EF4-FFF2-40B4-BE49-F238E27FC236}">
                                    <a16:creationId xmlns:a16="http://schemas.microsoft.com/office/drawing/2014/main" id="{093C0541-B157-4897-90AA-4FDAB9A645D6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1206324" y="1597025"/>
                                <a:ext cx="0" cy="590550"/>
                              </a:xfrm>
                              <a:prstGeom prst="line">
                                <a:avLst/>
                              </a:prstGeom>
                              <a:ln w="34925"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101" name="直角三角形 100">
                                <a:extLst>
                                  <a:ext uri="{FF2B5EF4-FFF2-40B4-BE49-F238E27FC236}">
                                    <a16:creationId xmlns:a16="http://schemas.microsoft.com/office/drawing/2014/main" id="{5CA6E553-778C-48A2-A663-AA17455E9F1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 rot="13500000">
                                <a:off x="1243603" y="1789569"/>
                                <a:ext cx="180000" cy="180000"/>
                              </a:xfrm>
                              <a:prstGeom prst="rtTriangle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noFill/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</p:grpSp>
                    <p:pic>
                      <p:nvPicPr>
                        <p:cNvPr id="92" name="图片 91">
                          <a:extLst>
                            <a:ext uri="{FF2B5EF4-FFF2-40B4-BE49-F238E27FC236}">
                              <a16:creationId xmlns:a16="http://schemas.microsoft.com/office/drawing/2014/main" id="{A834427C-E9E4-4E37-AE14-FEC41128EFCD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455" y="2420513"/>
                          <a:ext cx="685800" cy="685800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84" name="Text 3">
                        <a:extLst>
                          <a:ext uri="{FF2B5EF4-FFF2-40B4-BE49-F238E27FC236}">
                            <a16:creationId xmlns:a16="http://schemas.microsoft.com/office/drawing/2014/main" id="{E1411650-2541-477F-BA57-E9D797CD10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19" y="1357654"/>
                        <a:ext cx="3173748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4400" b="1" dirty="0">
                            <a:solidFill>
                              <a:schemeClr val="bg1"/>
                            </a:solidFill>
                            <a:latin typeface="+mn-ea"/>
                            <a:cs typeface="MiSans" panose="02010600030101010101" charset="-122"/>
                          </a:rPr>
                          <a:t>编码后与门</a:t>
                        </a:r>
                        <a:endParaRPr lang="en-US" sz="36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5" name="Text 3">
                        <a:extLst>
                          <a:ext uri="{FF2B5EF4-FFF2-40B4-BE49-F238E27FC236}">
                            <a16:creationId xmlns:a16="http://schemas.microsoft.com/office/drawing/2014/main" id="{976B4057-13F6-4EC5-AFE9-6D6E290FCD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8080" y="3591465"/>
                        <a:ext cx="3068626" cy="21185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链接编码神经元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EN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单元和多模态网络</a:t>
                        </a:r>
                        <a:r>
                          <a:rPr lang="en-US" altLang="zh-CN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MMAM</a:t>
                        </a:r>
                        <a:r>
                          <a:rPr lang="zh-CN" altLang="en-US" sz="2800" dirty="0">
                            <a:solidFill>
                              <a:schemeClr val="bg1"/>
                            </a:solidFill>
                            <a:latin typeface="方正姚体" panose="02010601030101010101" pitchFamily="2" charset="-122"/>
                            <a:ea typeface="方正姚体" panose="02010601030101010101" pitchFamily="2" charset="-122"/>
                            <a:cs typeface="MiSans" panose="02010600030101010101" charset="-122"/>
                          </a:rPr>
                          <a:t>使用与门，未考虑实际需传递的信号样态</a:t>
                        </a:r>
                        <a:endParaRPr lang="en-US" sz="20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sp>
                    <p:nvSpPr>
                      <p:cNvPr id="86" name="Text 3">
                        <a:extLst>
                          <a:ext uri="{FF2B5EF4-FFF2-40B4-BE49-F238E27FC236}">
                            <a16:creationId xmlns:a16="http://schemas.microsoft.com/office/drawing/2014/main" id="{352BC6AD-B11A-4BEC-90C0-59B35FF9C7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26287" y="2060492"/>
                        <a:ext cx="1649492" cy="429260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ctr"/>
                      <a:lstStyle/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传递逻辑失败</a:t>
                        </a:r>
                        <a:endParaRPr lang="en-US" altLang="zh-CN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  <a:p>
                        <a:pPr marL="0" indent="0" algn="ctr">
                          <a:lnSpc>
                            <a:spcPct val="120000"/>
                          </a:lnSpc>
                          <a:buNone/>
                        </a:pPr>
                        <a:r>
                          <a:rPr lang="zh-CN" altLang="en-US" sz="2000" b="1" dirty="0">
                            <a:solidFill>
                              <a:schemeClr val="bg1"/>
                            </a:solidFill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MiSans" panose="02010600030101010101" charset="-122"/>
                          </a:rPr>
                          <a:t>设计功能冲突</a:t>
                        </a:r>
                        <a:endParaRPr lang="en-US" sz="16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endParaRPr>
                      </a:p>
                    </p:txBody>
                  </p:sp>
                  <p:cxnSp>
                    <p:nvCxnSpPr>
                      <p:cNvPr id="87" name="直接连接符 86">
                        <a:extLst>
                          <a:ext uri="{FF2B5EF4-FFF2-40B4-BE49-F238E27FC236}">
                            <a16:creationId xmlns:a16="http://schemas.microsoft.com/office/drawing/2014/main" id="{8EA9E252-DC4B-4A08-BBEA-F84A9061487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71727" y="2025013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8" name="直角三角形 87">
                        <a:extLst>
                          <a:ext uri="{FF2B5EF4-FFF2-40B4-BE49-F238E27FC236}">
                            <a16:creationId xmlns:a16="http://schemas.microsoft.com/office/drawing/2014/main" id="{9501D63D-4C11-404C-A1FB-6F5C9CF4FDC3}"/>
                          </a:ext>
                        </a:extLst>
                      </p:cNvPr>
                      <p:cNvSpPr/>
                      <p:nvPr/>
                    </p:nvSpPr>
                    <p:spPr>
                      <a:xfrm rot="13500000">
                        <a:off x="1109006" y="2217557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89" name="直接连接符 88">
                        <a:extLst>
                          <a:ext uri="{FF2B5EF4-FFF2-40B4-BE49-F238E27FC236}">
                            <a16:creationId xmlns:a16="http://schemas.microsoft.com/office/drawing/2014/main" id="{D9C95334-5FC6-4EB0-9DFD-D1AB7487DB8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10800000">
                        <a:off x="3193058" y="2007152"/>
                        <a:ext cx="0" cy="590550"/>
                      </a:xfrm>
                      <a:prstGeom prst="line">
                        <a:avLst/>
                      </a:prstGeom>
                      <a:ln w="34925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90" name="直角三角形 89">
                        <a:extLst>
                          <a:ext uri="{FF2B5EF4-FFF2-40B4-BE49-F238E27FC236}">
                            <a16:creationId xmlns:a16="http://schemas.microsoft.com/office/drawing/2014/main" id="{925EAD39-0A4B-4C49-BAF2-537747FA9A1C}"/>
                          </a:ext>
                        </a:extLst>
                      </p:cNvPr>
                      <p:cNvSpPr/>
                      <p:nvPr/>
                    </p:nvSpPr>
                    <p:spPr>
                      <a:xfrm rot="2700000">
                        <a:off x="2975779" y="2225158"/>
                        <a:ext cx="180000" cy="180000"/>
                      </a:xfrm>
                      <a:prstGeom prst="rtTriangle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76" name="Text 3">
                      <a:extLst>
                        <a:ext uri="{FF2B5EF4-FFF2-40B4-BE49-F238E27FC236}">
                          <a16:creationId xmlns:a16="http://schemas.microsoft.com/office/drawing/2014/main" id="{24A67908-59A6-40E4-AEFF-8C59489C14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112" y="1313384"/>
                      <a:ext cx="2488563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4800" b="1" dirty="0">
                          <a:solidFill>
                            <a:schemeClr val="bg1"/>
                          </a:solidFill>
                          <a:latin typeface="+mn-ea"/>
                          <a:cs typeface="MiSans" panose="02010600030101010101" charset="-122"/>
                        </a:rPr>
                        <a:t>测试结果</a:t>
                      </a:r>
                      <a:endParaRPr lang="en-US" sz="40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77" name="Text 3">
                      <a:extLst>
                        <a:ext uri="{FF2B5EF4-FFF2-40B4-BE49-F238E27FC236}">
                          <a16:creationId xmlns:a16="http://schemas.microsoft.com/office/drawing/2014/main" id="{A3413D64-21B9-4036-AF78-EDD2C09E61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0459" y="3399743"/>
                      <a:ext cx="3068626" cy="2118511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修改过的电路能达到</a:t>
                      </a:r>
                      <a:r>
                        <a:rPr lang="en-US" altLang="zh-CN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40s</a:t>
                      </a:r>
                      <a:r>
                        <a:rPr lang="zh-CN" altLang="en-US" sz="2800" dirty="0">
                          <a:solidFill>
                            <a:schemeClr val="bg1"/>
                          </a:solidFill>
                          <a:latin typeface="方正姚体" panose="02010601030101010101" pitchFamily="2" charset="-122"/>
                          <a:ea typeface="方正姚体" panose="02010601030101010101" pitchFamily="2" charset="-122"/>
                          <a:cs typeface="MiSans" panose="02010600030101010101" charset="-122"/>
                        </a:rPr>
                        <a:t>的期望运行时长，同时能实现并解释部分功能</a:t>
                      </a:r>
                      <a:endParaRPr lang="en-US" sz="20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endParaRPr>
                    </a:p>
                  </p:txBody>
                </p:sp>
                <p:sp>
                  <p:nvSpPr>
                    <p:cNvPr id="78" name="Text 3">
                      <a:extLst>
                        <a:ext uri="{FF2B5EF4-FFF2-40B4-BE49-F238E27FC236}">
                          <a16:creationId xmlns:a16="http://schemas.microsoft.com/office/drawing/2014/main" id="{12AD438F-3805-44E2-922B-D557FC7D6C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26287" y="2060492"/>
                      <a:ext cx="1649492" cy="4292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MiSans" panose="02010600030101010101" charset="-122"/>
                        </a:rPr>
                        <a:t>运行时长达标初步完成测试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endParaRPr>
                    </a:p>
                  </p:txBody>
                </p:sp>
                <p:cxnSp>
                  <p:nvCxnSpPr>
                    <p:cNvPr id="79" name="直接连接符 78">
                      <a:extLst>
                        <a:ext uri="{FF2B5EF4-FFF2-40B4-BE49-F238E27FC236}">
                          <a16:creationId xmlns:a16="http://schemas.microsoft.com/office/drawing/2014/main" id="{A927A30D-68FD-4C45-A8FB-1E5DD3C1F0E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71727" y="2025013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直角三角形 79">
                      <a:extLst>
                        <a:ext uri="{FF2B5EF4-FFF2-40B4-BE49-F238E27FC236}">
                          <a16:creationId xmlns:a16="http://schemas.microsoft.com/office/drawing/2014/main" id="{2FA39EF9-2A70-4DFD-8091-B381F5077123}"/>
                        </a:ext>
                      </a:extLst>
                    </p:cNvPr>
                    <p:cNvSpPr/>
                    <p:nvPr/>
                  </p:nvSpPr>
                  <p:spPr>
                    <a:xfrm rot="13500000">
                      <a:off x="1109006" y="2217557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81" name="直接连接符 80">
                      <a:extLst>
                        <a:ext uri="{FF2B5EF4-FFF2-40B4-BE49-F238E27FC236}">
                          <a16:creationId xmlns:a16="http://schemas.microsoft.com/office/drawing/2014/main" id="{408111FD-56DD-4279-9DC8-C707279052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3193058" y="2007152"/>
                      <a:ext cx="0" cy="590550"/>
                    </a:xfrm>
                    <a:prstGeom prst="line">
                      <a:avLst/>
                    </a:prstGeom>
                    <a:ln w="3492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2" name="直角三角形 81">
                      <a:extLst>
                        <a:ext uri="{FF2B5EF4-FFF2-40B4-BE49-F238E27FC236}">
                          <a16:creationId xmlns:a16="http://schemas.microsoft.com/office/drawing/2014/main" id="{3C2854B6-30EE-40C7-B89E-C663209A32DE}"/>
                        </a:ext>
                      </a:extLst>
                    </p:cNvPr>
                    <p:cNvSpPr/>
                    <p:nvPr/>
                  </p:nvSpPr>
                  <p:spPr>
                    <a:xfrm rot="2700000">
                      <a:off x="2975779" y="2225158"/>
                      <a:ext cx="180000" cy="180000"/>
                    </a:xfrm>
                    <a:prstGeom prst="rtTriangl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68" name="Text 3">
                    <a:extLst>
                      <a:ext uri="{FF2B5EF4-FFF2-40B4-BE49-F238E27FC236}">
                        <a16:creationId xmlns:a16="http://schemas.microsoft.com/office/drawing/2014/main" id="{6E66125D-37B9-4748-BD63-DC451161B27F}"/>
                      </a:ext>
                    </a:extLst>
                  </p:cNvPr>
                  <p:cNvSpPr/>
                  <p:nvPr/>
                </p:nvSpPr>
                <p:spPr>
                  <a:xfrm>
                    <a:off x="888112" y="1313384"/>
                    <a:ext cx="2488563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4800" b="1" dirty="0">
                        <a:solidFill>
                          <a:schemeClr val="bg1"/>
                        </a:solidFill>
                        <a:latin typeface="+mn-ea"/>
                        <a:cs typeface="MiSans" panose="02010600030101010101" charset="-122"/>
                      </a:rPr>
                      <a:t>遗留问题</a:t>
                    </a:r>
                    <a:endParaRPr lang="en-US" sz="4000" b="1" dirty="0">
                      <a:solidFill>
                        <a:schemeClr val="bg1"/>
                      </a:solidFill>
                      <a:latin typeface="+mn-ea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69" name="Text 3">
                    <a:extLst>
                      <a:ext uri="{FF2B5EF4-FFF2-40B4-BE49-F238E27FC236}">
                        <a16:creationId xmlns:a16="http://schemas.microsoft.com/office/drawing/2014/main" id="{84F485C5-B969-42B6-9C0A-5672090986DD}"/>
                      </a:ext>
                    </a:extLst>
                  </p:cNvPr>
                  <p:cNvSpPr/>
                  <p:nvPr/>
                </p:nvSpPr>
                <p:spPr>
                  <a:xfrm>
                    <a:off x="598080" y="3591465"/>
                    <a:ext cx="3068626" cy="2118511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800" dirty="0">
                        <a:solidFill>
                          <a:schemeClr val="bg1"/>
                        </a:solidFill>
                        <a:latin typeface="方正姚体" panose="02010601030101010101" pitchFamily="2" charset="-122"/>
                        <a:ea typeface="方正姚体" panose="02010601030101010101" pitchFamily="2" charset="-122"/>
                        <a:cs typeface="MiSans" panose="02010600030101010101" charset="-122"/>
                      </a:rPr>
                      <a:t>器件模型偏离理想器件，部分电路功能未能良好模拟</a:t>
                    </a:r>
                    <a:endParaRPr lang="en-US" sz="2000" dirty="0">
                      <a:solidFill>
                        <a:schemeClr val="bg1"/>
                      </a:solidFill>
                      <a:latin typeface="方正姚体" panose="02010601030101010101" pitchFamily="2" charset="-122"/>
                      <a:ea typeface="方正姚体" panose="02010601030101010101" pitchFamily="2" charset="-122"/>
                      <a:cs typeface="MiSans" panose="02010600030101010101" charset="-122"/>
                    </a:endParaRPr>
                  </a:p>
                </p:txBody>
              </p:sp>
              <p:sp>
                <p:nvSpPr>
                  <p:cNvPr id="70" name="Text 3">
                    <a:extLst>
                      <a:ext uri="{FF2B5EF4-FFF2-40B4-BE49-F238E27FC236}">
                        <a16:creationId xmlns:a16="http://schemas.microsoft.com/office/drawing/2014/main" id="{F2ACA61B-1590-477B-8462-BD826494F452}"/>
                      </a:ext>
                    </a:extLst>
                  </p:cNvPr>
                  <p:cNvSpPr/>
                  <p:nvPr/>
                </p:nvSpPr>
                <p:spPr>
                  <a:xfrm>
                    <a:off x="1326287" y="2060492"/>
                    <a:ext cx="1649492" cy="429260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器件功能妥协</a:t>
                    </a:r>
                    <a:endParaRPr lang="en-US" altLang="zh-CN" sz="20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  <a:p>
                    <a:pPr marL="0" indent="0" algn="ctr">
                      <a:lnSpc>
                        <a:spcPct val="120000"/>
                      </a:lnSpc>
                      <a:buNone/>
                    </a:pPr>
                    <a:r>
                      <a:rPr lang="zh-CN" altLang="en-US" sz="2000" b="1" dirty="0">
                        <a:solidFill>
                          <a:schemeClr val="bg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  <a:cs typeface="MiSans" panose="02010600030101010101" charset="-122"/>
                      </a:rPr>
                      <a:t>尚余未完特性</a:t>
                    </a:r>
                    <a:endParaRPr lang="en-US" sz="1600" b="1" dirty="0">
                      <a:solidFill>
                        <a:schemeClr val="bg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  <a:cs typeface="MiSans" panose="02010600030101010101" charset="-122"/>
                    </a:endParaRPr>
                  </a:p>
                </p:txBody>
              </p:sp>
              <p:cxnSp>
                <p:nvCxnSpPr>
                  <p:cNvPr id="71" name="直接连接符 70">
                    <a:extLst>
                      <a:ext uri="{FF2B5EF4-FFF2-40B4-BE49-F238E27FC236}">
                        <a16:creationId xmlns:a16="http://schemas.microsoft.com/office/drawing/2014/main" id="{89A167A0-A275-45BF-9918-346F73AC7B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71727" y="2025013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" name="直角三角形 71">
                    <a:extLst>
                      <a:ext uri="{FF2B5EF4-FFF2-40B4-BE49-F238E27FC236}">
                        <a16:creationId xmlns:a16="http://schemas.microsoft.com/office/drawing/2014/main" id="{D5A89FF8-7639-4C04-8A56-4D50D0DF92A9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1109006" y="2217557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73" name="直接连接符 72">
                    <a:extLst>
                      <a:ext uri="{FF2B5EF4-FFF2-40B4-BE49-F238E27FC236}">
                        <a16:creationId xmlns:a16="http://schemas.microsoft.com/office/drawing/2014/main" id="{41E2C81D-597D-40DA-BA63-E7429CF365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3193058" y="2007152"/>
                    <a:ext cx="0" cy="590550"/>
                  </a:xfrm>
                  <a:prstGeom prst="line">
                    <a:avLst/>
                  </a:prstGeom>
                  <a:ln w="3492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4" name="直角三角形 73">
                    <a:extLst>
                      <a:ext uri="{FF2B5EF4-FFF2-40B4-BE49-F238E27FC236}">
                        <a16:creationId xmlns:a16="http://schemas.microsoft.com/office/drawing/2014/main" id="{E6EF2105-842B-4A54-B8B6-5FE12C90DE24}"/>
                      </a:ext>
                    </a:extLst>
                  </p:cNvPr>
                  <p:cNvSpPr/>
                  <p:nvPr/>
                </p:nvSpPr>
                <p:spPr>
                  <a:xfrm rot="2700000">
                    <a:off x="2975779" y="2225158"/>
                    <a:ext cx="180000" cy="180000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66" name="图片 65">
                  <a:extLst>
                    <a:ext uri="{FF2B5EF4-FFF2-40B4-BE49-F238E27FC236}">
                      <a16:creationId xmlns:a16="http://schemas.microsoft.com/office/drawing/2014/main" id="{C8D41F13-7940-45B6-BB04-F390EAAEC3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23033" y="2591648"/>
                  <a:ext cx="850607" cy="850607"/>
                </a:xfrm>
                <a:prstGeom prst="rect">
                  <a:avLst/>
                </a:prstGeom>
              </p:spPr>
            </p:pic>
          </p:grpSp>
          <p:pic>
            <p:nvPicPr>
              <p:cNvPr id="64" name="图片 63">
                <a:extLst>
                  <a:ext uri="{FF2B5EF4-FFF2-40B4-BE49-F238E27FC236}">
                    <a16:creationId xmlns:a16="http://schemas.microsoft.com/office/drawing/2014/main" id="{A828D166-2A1C-4210-B266-6164F284B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04357" y="2567767"/>
                <a:ext cx="893351" cy="893351"/>
              </a:xfrm>
              <a:prstGeom prst="rect">
                <a:avLst/>
              </a:prstGeom>
            </p:spPr>
          </p:pic>
        </p:grpSp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20FD603-3396-49FA-84E8-8CCB3BEFE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653" y="2829272"/>
              <a:ext cx="790035" cy="790035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B96A0C5-CBF0-463B-873A-039729D398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274" y="1398417"/>
            <a:ext cx="6729317" cy="3126089"/>
          </a:xfrm>
          <a:prstGeom prst="rect">
            <a:avLst/>
          </a:prstGeom>
        </p:spPr>
      </p:pic>
      <p:sp>
        <p:nvSpPr>
          <p:cNvPr id="108" name="矩形 107">
            <a:extLst>
              <a:ext uri="{FF2B5EF4-FFF2-40B4-BE49-F238E27FC236}">
                <a16:creationId xmlns:a16="http://schemas.microsoft.com/office/drawing/2014/main" id="{9877172F-0BAB-4CDF-A101-78AC52FB80FA}"/>
              </a:ext>
            </a:extLst>
          </p:cNvPr>
          <p:cNvSpPr/>
          <p:nvPr/>
        </p:nvSpPr>
        <p:spPr>
          <a:xfrm>
            <a:off x="4429727" y="1222407"/>
            <a:ext cx="7355873" cy="346734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405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E26EEC3F-00C2-4C47-A065-4BFE66730A30}"/>
              </a:ext>
            </a:extLst>
          </p:cNvPr>
          <p:cNvGrpSpPr/>
          <p:nvPr/>
        </p:nvGrpSpPr>
        <p:grpSpPr>
          <a:xfrm>
            <a:off x="9725868" y="228480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993CF8B2-6E5F-435D-BE83-3E143D82E2A7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39" name="组合 138">
                <a:extLst>
                  <a:ext uri="{FF2B5EF4-FFF2-40B4-BE49-F238E27FC236}">
                    <a16:creationId xmlns:a16="http://schemas.microsoft.com/office/drawing/2014/main" id="{3EEC1D91-011C-4267-8120-5A53F5B712C8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45" name="椭圆 144">
                  <a:extLst>
                    <a:ext uri="{FF2B5EF4-FFF2-40B4-BE49-F238E27FC236}">
                      <a16:creationId xmlns:a16="http://schemas.microsoft.com/office/drawing/2014/main" id="{11DDB2A3-3B67-4E1D-8F63-4F3FE839EBC6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" name="椭圆 145">
                  <a:extLst>
                    <a:ext uri="{FF2B5EF4-FFF2-40B4-BE49-F238E27FC236}">
                      <a16:creationId xmlns:a16="http://schemas.microsoft.com/office/drawing/2014/main" id="{760C7AEC-8491-4852-BBA9-E366427CEEA2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7" name="椭圆 146">
                  <a:extLst>
                    <a:ext uri="{FF2B5EF4-FFF2-40B4-BE49-F238E27FC236}">
                      <a16:creationId xmlns:a16="http://schemas.microsoft.com/office/drawing/2014/main" id="{004E8452-F7DA-4DBF-98E6-C4E6E64533E9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8" name="椭圆 147">
                  <a:extLst>
                    <a:ext uri="{FF2B5EF4-FFF2-40B4-BE49-F238E27FC236}">
                      <a16:creationId xmlns:a16="http://schemas.microsoft.com/office/drawing/2014/main" id="{7400A195-9E5E-4476-BAEE-A50EADC72623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0" name="组合 139">
                <a:extLst>
                  <a:ext uri="{FF2B5EF4-FFF2-40B4-BE49-F238E27FC236}">
                    <a16:creationId xmlns:a16="http://schemas.microsoft.com/office/drawing/2014/main" id="{1482C3D8-FE70-465A-B5E4-F674FDCEF06E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41" name="椭圆 140">
                  <a:extLst>
                    <a:ext uri="{FF2B5EF4-FFF2-40B4-BE49-F238E27FC236}">
                      <a16:creationId xmlns:a16="http://schemas.microsoft.com/office/drawing/2014/main" id="{11111731-CCF5-468D-AFBB-C9FE5904EF24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2" name="椭圆 141">
                  <a:extLst>
                    <a:ext uri="{FF2B5EF4-FFF2-40B4-BE49-F238E27FC236}">
                      <a16:creationId xmlns:a16="http://schemas.microsoft.com/office/drawing/2014/main" id="{D1ACE776-1F69-475B-92DA-C728EA4C52E8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椭圆 142">
                  <a:extLst>
                    <a:ext uri="{FF2B5EF4-FFF2-40B4-BE49-F238E27FC236}">
                      <a16:creationId xmlns:a16="http://schemas.microsoft.com/office/drawing/2014/main" id="{6AD2FECD-3F59-4FE3-A57D-5F1FA45D58EA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" name="椭圆 143">
                  <a:extLst>
                    <a:ext uri="{FF2B5EF4-FFF2-40B4-BE49-F238E27FC236}">
                      <a16:creationId xmlns:a16="http://schemas.microsoft.com/office/drawing/2014/main" id="{DA79669A-756C-4E3D-8A37-5EF05DB19345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49FD6783-BCF3-43A7-A6FC-897AC7492CB9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29" name="组合 128">
                <a:extLst>
                  <a:ext uri="{FF2B5EF4-FFF2-40B4-BE49-F238E27FC236}">
                    <a16:creationId xmlns:a16="http://schemas.microsoft.com/office/drawing/2014/main" id="{B675E84B-57E9-4A22-AFBC-EF4AD05DA08C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35" name="椭圆 134">
                  <a:extLst>
                    <a:ext uri="{FF2B5EF4-FFF2-40B4-BE49-F238E27FC236}">
                      <a16:creationId xmlns:a16="http://schemas.microsoft.com/office/drawing/2014/main" id="{1E72663D-E095-4907-8E2B-611757647A97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" name="椭圆 135">
                  <a:extLst>
                    <a:ext uri="{FF2B5EF4-FFF2-40B4-BE49-F238E27FC236}">
                      <a16:creationId xmlns:a16="http://schemas.microsoft.com/office/drawing/2014/main" id="{FEB05639-8982-48AC-B5A6-2B16270E9044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7" name="椭圆 136">
                  <a:extLst>
                    <a:ext uri="{FF2B5EF4-FFF2-40B4-BE49-F238E27FC236}">
                      <a16:creationId xmlns:a16="http://schemas.microsoft.com/office/drawing/2014/main" id="{852680AD-26C9-4DE5-AE7C-7B7673A48701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8" name="椭圆 137">
                  <a:extLst>
                    <a:ext uri="{FF2B5EF4-FFF2-40B4-BE49-F238E27FC236}">
                      <a16:creationId xmlns:a16="http://schemas.microsoft.com/office/drawing/2014/main" id="{574A42AA-6326-4176-A0AB-283A57B3100C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0" name="组合 129">
                <a:extLst>
                  <a:ext uri="{FF2B5EF4-FFF2-40B4-BE49-F238E27FC236}">
                    <a16:creationId xmlns:a16="http://schemas.microsoft.com/office/drawing/2014/main" id="{96E779A9-9857-4127-B6B7-303744A91842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31" name="椭圆 130">
                  <a:extLst>
                    <a:ext uri="{FF2B5EF4-FFF2-40B4-BE49-F238E27FC236}">
                      <a16:creationId xmlns:a16="http://schemas.microsoft.com/office/drawing/2014/main" id="{841BEB4D-5FB2-400F-924E-C1058364695C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" name="椭圆 131">
                  <a:extLst>
                    <a:ext uri="{FF2B5EF4-FFF2-40B4-BE49-F238E27FC236}">
                      <a16:creationId xmlns:a16="http://schemas.microsoft.com/office/drawing/2014/main" id="{4E687793-0FF6-4F7F-A0C7-5C93187A5A5F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3" name="椭圆 132">
                  <a:extLst>
                    <a:ext uri="{FF2B5EF4-FFF2-40B4-BE49-F238E27FC236}">
                      <a16:creationId xmlns:a16="http://schemas.microsoft.com/office/drawing/2014/main" id="{7F3E9EF6-AC54-4A9B-8FAB-2409A3AFB062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4" name="椭圆 133">
                  <a:extLst>
                    <a:ext uri="{FF2B5EF4-FFF2-40B4-BE49-F238E27FC236}">
                      <a16:creationId xmlns:a16="http://schemas.microsoft.com/office/drawing/2014/main" id="{C0018EFA-CCC5-484A-82F7-10F547C2CA9E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91CE3800-C915-40CB-AB25-CD96C93D1257}"/>
              </a:ext>
            </a:extLst>
          </p:cNvPr>
          <p:cNvGrpSpPr/>
          <p:nvPr/>
        </p:nvGrpSpPr>
        <p:grpSpPr>
          <a:xfrm>
            <a:off x="8116376" y="228480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9B65A44F-1D39-448E-BEBA-A69D7EB018BF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FD12AC31-EEAB-4595-9162-E29304A6C44E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03" name="椭圆 102">
                  <a:extLst>
                    <a:ext uri="{FF2B5EF4-FFF2-40B4-BE49-F238E27FC236}">
                      <a16:creationId xmlns:a16="http://schemas.microsoft.com/office/drawing/2014/main" id="{9E9599BC-DC9B-4DCF-88BD-B20D63FE603B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椭圆 103">
                  <a:extLst>
                    <a:ext uri="{FF2B5EF4-FFF2-40B4-BE49-F238E27FC236}">
                      <a16:creationId xmlns:a16="http://schemas.microsoft.com/office/drawing/2014/main" id="{F08C4168-1749-42C1-B5CE-B256253C0614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5" name="椭圆 104">
                  <a:extLst>
                    <a:ext uri="{FF2B5EF4-FFF2-40B4-BE49-F238E27FC236}">
                      <a16:creationId xmlns:a16="http://schemas.microsoft.com/office/drawing/2014/main" id="{D0DAFB26-58B5-4292-A156-EC3D875F2ADD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" name="椭圆 105">
                  <a:extLst>
                    <a:ext uri="{FF2B5EF4-FFF2-40B4-BE49-F238E27FC236}">
                      <a16:creationId xmlns:a16="http://schemas.microsoft.com/office/drawing/2014/main" id="{4836500D-2B62-4B96-83F3-F40E60431CBB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8" name="组合 107">
                <a:extLst>
                  <a:ext uri="{FF2B5EF4-FFF2-40B4-BE49-F238E27FC236}">
                    <a16:creationId xmlns:a16="http://schemas.microsoft.com/office/drawing/2014/main" id="{9626D951-43A5-4FA7-BA09-E96C213F0BDA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09" name="椭圆 108">
                  <a:extLst>
                    <a:ext uri="{FF2B5EF4-FFF2-40B4-BE49-F238E27FC236}">
                      <a16:creationId xmlns:a16="http://schemas.microsoft.com/office/drawing/2014/main" id="{DAAD2C36-A462-46D1-8DBD-2F793A21829A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" name="椭圆 109">
                  <a:extLst>
                    <a:ext uri="{FF2B5EF4-FFF2-40B4-BE49-F238E27FC236}">
                      <a16:creationId xmlns:a16="http://schemas.microsoft.com/office/drawing/2014/main" id="{FBDAF471-88EA-400D-B3F8-C8C65F9935EB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" name="椭圆 110">
                  <a:extLst>
                    <a:ext uri="{FF2B5EF4-FFF2-40B4-BE49-F238E27FC236}">
                      <a16:creationId xmlns:a16="http://schemas.microsoft.com/office/drawing/2014/main" id="{FF14BA52-78DB-448B-BBE5-9435DA8FDF34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2" name="椭圆 111">
                  <a:extLst>
                    <a:ext uri="{FF2B5EF4-FFF2-40B4-BE49-F238E27FC236}">
                      <a16:creationId xmlns:a16="http://schemas.microsoft.com/office/drawing/2014/main" id="{06F655EC-7465-4829-8FDE-42109F1A60FD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4726476B-FF4B-4AEB-AC32-BB211C029599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15" name="组合 114">
                <a:extLst>
                  <a:ext uri="{FF2B5EF4-FFF2-40B4-BE49-F238E27FC236}">
                    <a16:creationId xmlns:a16="http://schemas.microsoft.com/office/drawing/2014/main" id="{78EC6F9E-B092-4A4D-A1CD-E9A53A059318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21" name="椭圆 120">
                  <a:extLst>
                    <a:ext uri="{FF2B5EF4-FFF2-40B4-BE49-F238E27FC236}">
                      <a16:creationId xmlns:a16="http://schemas.microsoft.com/office/drawing/2014/main" id="{0046EF37-BD72-4167-8088-479D755D3C8F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椭圆 121">
                  <a:extLst>
                    <a:ext uri="{FF2B5EF4-FFF2-40B4-BE49-F238E27FC236}">
                      <a16:creationId xmlns:a16="http://schemas.microsoft.com/office/drawing/2014/main" id="{AC8DDC78-FEA4-490F-8C6A-DECD49DAB62D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椭圆 122">
                  <a:extLst>
                    <a:ext uri="{FF2B5EF4-FFF2-40B4-BE49-F238E27FC236}">
                      <a16:creationId xmlns:a16="http://schemas.microsoft.com/office/drawing/2014/main" id="{507B8EFE-4E2E-4827-8F36-C12254A9BA3F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椭圆 123">
                  <a:extLst>
                    <a:ext uri="{FF2B5EF4-FFF2-40B4-BE49-F238E27FC236}">
                      <a16:creationId xmlns:a16="http://schemas.microsoft.com/office/drawing/2014/main" id="{2E399502-8E50-4807-8695-69C39FD2BC4B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6" name="组合 115">
                <a:extLst>
                  <a:ext uri="{FF2B5EF4-FFF2-40B4-BE49-F238E27FC236}">
                    <a16:creationId xmlns:a16="http://schemas.microsoft.com/office/drawing/2014/main" id="{65D9E493-8454-400A-96B9-89F6359A77B6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17" name="椭圆 116">
                  <a:extLst>
                    <a:ext uri="{FF2B5EF4-FFF2-40B4-BE49-F238E27FC236}">
                      <a16:creationId xmlns:a16="http://schemas.microsoft.com/office/drawing/2014/main" id="{DFB2E57F-63C7-4A45-8F9B-774A53321FF1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椭圆 117">
                  <a:extLst>
                    <a:ext uri="{FF2B5EF4-FFF2-40B4-BE49-F238E27FC236}">
                      <a16:creationId xmlns:a16="http://schemas.microsoft.com/office/drawing/2014/main" id="{79D8F727-E3F2-4229-A97A-25FA0F1E20D4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椭圆 118">
                  <a:extLst>
                    <a:ext uri="{FF2B5EF4-FFF2-40B4-BE49-F238E27FC236}">
                      <a16:creationId xmlns:a16="http://schemas.microsoft.com/office/drawing/2014/main" id="{F9ABE4F6-D0F5-4249-8F4C-716751EC4E35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椭圆 119">
                  <a:extLst>
                    <a:ext uri="{FF2B5EF4-FFF2-40B4-BE49-F238E27FC236}">
                      <a16:creationId xmlns:a16="http://schemas.microsoft.com/office/drawing/2014/main" id="{7E6B2F69-D980-4FDA-956B-0C8E5FE8B73A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pic>
        <p:nvPicPr>
          <p:cNvPr id="83" name="图片 82">
            <a:extLst>
              <a:ext uri="{FF2B5EF4-FFF2-40B4-BE49-F238E27FC236}">
                <a16:creationId xmlns:a16="http://schemas.microsoft.com/office/drawing/2014/main" id="{CA61AAC4-1505-4CB5-8149-D61E36A5174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306" y="1467905"/>
            <a:ext cx="9818288" cy="6858000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8A99B690-B783-4349-82D3-94BDF972466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601483">
            <a:off x="2333125" y="-6971652"/>
            <a:ext cx="17490331" cy="17490331"/>
          </a:xfrm>
          <a:prstGeom prst="rect">
            <a:avLst/>
          </a:prstGeom>
          <a:noFill/>
        </p:spPr>
      </p:pic>
      <p:sp>
        <p:nvSpPr>
          <p:cNvPr id="310" name="矩形 309">
            <a:extLst>
              <a:ext uri="{FF2B5EF4-FFF2-40B4-BE49-F238E27FC236}">
                <a16:creationId xmlns:a16="http://schemas.microsoft.com/office/drawing/2014/main" id="{421B6C89-6A83-4EFA-8133-23B1E4392BEC}"/>
              </a:ext>
            </a:extLst>
          </p:cNvPr>
          <p:cNvSpPr/>
          <p:nvPr/>
        </p:nvSpPr>
        <p:spPr>
          <a:xfrm>
            <a:off x="2736069" y="-25404"/>
            <a:ext cx="6951036" cy="171335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1921F9-E56B-447E-976E-75B5EBCCDDD3}"/>
              </a:ext>
            </a:extLst>
          </p:cNvPr>
          <p:cNvSpPr/>
          <p:nvPr/>
        </p:nvSpPr>
        <p:spPr>
          <a:xfrm>
            <a:off x="-84666" y="5071533"/>
            <a:ext cx="4512733" cy="178646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709B9FB3-1724-4FD2-B15C-4D384002F056}"/>
              </a:ext>
            </a:extLst>
          </p:cNvPr>
          <p:cNvSpPr/>
          <p:nvPr/>
        </p:nvSpPr>
        <p:spPr>
          <a:xfrm>
            <a:off x="9444258" y="-34803"/>
            <a:ext cx="615687" cy="17227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7816DC1-75E6-40B1-988B-9BBFC78220A6}"/>
              </a:ext>
            </a:extLst>
          </p:cNvPr>
          <p:cNvSpPr/>
          <p:nvPr/>
        </p:nvSpPr>
        <p:spPr>
          <a:xfrm>
            <a:off x="7512517" y="5053912"/>
            <a:ext cx="4622043" cy="178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87A1524-5FC3-4116-A6AB-4E2B0FBEE389}"/>
              </a:ext>
            </a:extLst>
          </p:cNvPr>
          <p:cNvSpPr/>
          <p:nvPr/>
        </p:nvSpPr>
        <p:spPr>
          <a:xfrm>
            <a:off x="-1" y="4871919"/>
            <a:ext cx="6096000" cy="1968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7F6DBD-D2D3-497C-AB94-617808ED62E3}"/>
              </a:ext>
            </a:extLst>
          </p:cNvPr>
          <p:cNvSpPr txBox="1"/>
          <p:nvPr/>
        </p:nvSpPr>
        <p:spPr>
          <a:xfrm>
            <a:off x="162605" y="5592417"/>
            <a:ext cx="36087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汇报人：蒋彦熙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6E809A1-47B9-4260-88A4-F5376B105101}"/>
              </a:ext>
            </a:extLst>
          </p:cNvPr>
          <p:cNvSpPr/>
          <p:nvPr/>
        </p:nvSpPr>
        <p:spPr>
          <a:xfrm>
            <a:off x="8030579" y="5306084"/>
            <a:ext cx="3819411" cy="1317363"/>
          </a:xfrm>
          <a:prstGeom prst="roundRect">
            <a:avLst/>
          </a:prstGeom>
          <a:pattFill prst="pct5">
            <a:fgClr>
              <a:schemeClr val="bg1">
                <a:lumMod val="50000"/>
              </a:schemeClr>
            </a:fgClr>
            <a:bgClr>
              <a:srgbClr val="000000"/>
            </a:bgClr>
          </a:pattFill>
          <a:ln w="41275">
            <a:solidFill>
              <a:schemeClr val="bg1">
                <a:lumMod val="95000"/>
              </a:schemeClr>
            </a:solidFill>
          </a:ln>
          <a:effectLst>
            <a:innerShdw blurRad="2921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0DF74B0-4526-4ADD-8037-25DF45A61353}"/>
              </a:ext>
            </a:extLst>
          </p:cNvPr>
          <p:cNvGrpSpPr/>
          <p:nvPr/>
        </p:nvGrpSpPr>
        <p:grpSpPr>
          <a:xfrm>
            <a:off x="8127002" y="5306084"/>
            <a:ext cx="4051778" cy="1265605"/>
            <a:chOff x="3008787" y="-720026"/>
            <a:chExt cx="4051778" cy="1265605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125D484-8EF3-4744-8DB4-6AC4DC1E9BFF}"/>
                </a:ext>
              </a:extLst>
            </p:cNvPr>
            <p:cNvSpPr txBox="1"/>
            <p:nvPr/>
          </p:nvSpPr>
          <p:spPr>
            <a:xfrm>
              <a:off x="3008787" y="-100752"/>
              <a:ext cx="40517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OCR A Extended" panose="02010509020102010303" pitchFamily="50" charset="0"/>
                </a:rPr>
                <a:t>FEBR/04/2026</a:t>
              </a:r>
              <a:endParaRPr lang="zh-CN" altLang="en-US" sz="3600" b="1" dirty="0">
                <a:solidFill>
                  <a:schemeClr val="bg1"/>
                </a:solidFill>
                <a:latin typeface="OCR A Extended" panose="02010509020102010303" pitchFamily="50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1FFC770-4F84-41E7-81EC-C07101026A75}"/>
                </a:ext>
              </a:extLst>
            </p:cNvPr>
            <p:cNvSpPr txBox="1"/>
            <p:nvPr/>
          </p:nvSpPr>
          <p:spPr>
            <a:xfrm>
              <a:off x="3587161" y="-720026"/>
              <a:ext cx="289502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4400" dirty="0">
                  <a:solidFill>
                    <a:schemeClr val="bg1"/>
                  </a:solidFill>
                  <a:latin typeface="OCR A Extended" panose="02010509020102010303" pitchFamily="50" charset="0"/>
                </a:rPr>
                <a:t>2:30 PM</a:t>
              </a:r>
              <a:endParaRPr lang="zh-CN" altLang="en-US" sz="4400" dirty="0">
                <a:solidFill>
                  <a:schemeClr val="bg1"/>
                </a:solidFill>
                <a:latin typeface="OCR A Extended" panose="02010509020102010303" pitchFamily="50" charset="0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74D0219-0990-40C2-99FF-4F6605633D7F}"/>
              </a:ext>
            </a:extLst>
          </p:cNvPr>
          <p:cNvGrpSpPr/>
          <p:nvPr/>
        </p:nvGrpSpPr>
        <p:grpSpPr>
          <a:xfrm>
            <a:off x="104691" y="2593393"/>
            <a:ext cx="5382783" cy="1695376"/>
            <a:chOff x="154323" y="2876624"/>
            <a:chExt cx="5382783" cy="1695376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E5D36654-8959-47E1-9069-EF51AD670E14}"/>
                </a:ext>
              </a:extLst>
            </p:cNvPr>
            <p:cNvSpPr/>
            <p:nvPr/>
          </p:nvSpPr>
          <p:spPr>
            <a:xfrm>
              <a:off x="346912" y="3870107"/>
              <a:ext cx="1847349" cy="66105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3B870E4-AFA2-4381-B016-E62A516F7C42}"/>
                </a:ext>
              </a:extLst>
            </p:cNvPr>
            <p:cNvSpPr txBox="1"/>
            <p:nvPr/>
          </p:nvSpPr>
          <p:spPr>
            <a:xfrm>
              <a:off x="280323" y="2876624"/>
              <a:ext cx="5207347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论文题目：面向多感官调制的非联想学习忆阻神经形态电路设计</a:t>
              </a:r>
            </a:p>
          </p:txBody>
        </p: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DC604B49-5853-464E-BD38-472CB2767058}"/>
                </a:ext>
              </a:extLst>
            </p:cNvPr>
            <p:cNvGrpSpPr/>
            <p:nvPr/>
          </p:nvGrpSpPr>
          <p:grpSpPr>
            <a:xfrm>
              <a:off x="160157" y="2916000"/>
              <a:ext cx="252000" cy="252000"/>
              <a:chOff x="654518" y="2791326"/>
              <a:chExt cx="360000" cy="360000"/>
            </a:xfrm>
          </p:grpSpPr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B197F3D1-B1FF-4D6C-AFB9-7DB5E61507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4518" y="2791326"/>
                <a:ext cx="0" cy="3600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19CD4C17-75E7-43BD-A7FD-AB1E5211EA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4518" y="2791326"/>
                <a:ext cx="360000" cy="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CB4C2DEB-ECB3-46B6-A8D9-5E0DB501819D}"/>
                </a:ext>
              </a:extLst>
            </p:cNvPr>
            <p:cNvGrpSpPr/>
            <p:nvPr/>
          </p:nvGrpSpPr>
          <p:grpSpPr>
            <a:xfrm rot="5400000">
              <a:off x="5355835" y="2916000"/>
              <a:ext cx="180000" cy="180000"/>
              <a:chOff x="654518" y="2791326"/>
              <a:chExt cx="360000" cy="360000"/>
            </a:xfrm>
          </p:grpSpPr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14DBAC5F-A4C4-4DE5-8C6E-736F68DE42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4518" y="2791326"/>
                <a:ext cx="0" cy="3600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C30C81E5-D791-4543-A775-E490B979E5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4518" y="2791326"/>
                <a:ext cx="360000" cy="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09E8BCCD-D425-4D50-A0DC-DBEFC38C1D36}"/>
                </a:ext>
              </a:extLst>
            </p:cNvPr>
            <p:cNvGrpSpPr/>
            <p:nvPr/>
          </p:nvGrpSpPr>
          <p:grpSpPr>
            <a:xfrm>
              <a:off x="154323" y="4320000"/>
              <a:ext cx="5382783" cy="252000"/>
              <a:chOff x="154323" y="4320000"/>
              <a:chExt cx="5382783" cy="252000"/>
            </a:xfrm>
          </p:grpSpPr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22CDFE80-B602-4D31-9DDD-7CAC5C67E32B}"/>
                  </a:ext>
                </a:extLst>
              </p:cNvPr>
              <p:cNvGrpSpPr/>
              <p:nvPr/>
            </p:nvGrpSpPr>
            <p:grpSpPr>
              <a:xfrm rot="10800000">
                <a:off x="5285106" y="4320000"/>
                <a:ext cx="252000" cy="252000"/>
                <a:chOff x="654518" y="2791326"/>
                <a:chExt cx="360000" cy="360000"/>
              </a:xfrm>
            </p:grpSpPr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A3AA85F6-E205-49A7-A78D-AE866217A5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54518" y="2791326"/>
                  <a:ext cx="0" cy="3600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E8B226E5-57FC-484C-A1E7-25D5758444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54518" y="2791326"/>
                  <a:ext cx="360000" cy="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662C1A9E-6A20-4E8F-AC63-CD633D207FBF}"/>
                  </a:ext>
                </a:extLst>
              </p:cNvPr>
              <p:cNvGrpSpPr/>
              <p:nvPr/>
            </p:nvGrpSpPr>
            <p:grpSpPr>
              <a:xfrm rot="16200000">
                <a:off x="154323" y="4320000"/>
                <a:ext cx="252000" cy="252000"/>
                <a:chOff x="654518" y="2791326"/>
                <a:chExt cx="360000" cy="360000"/>
              </a:xfrm>
            </p:grpSpPr>
            <p:cxnSp>
              <p:nvCxnSpPr>
                <p:cNvPr id="51" name="直接连接符 50">
                  <a:extLst>
                    <a:ext uri="{FF2B5EF4-FFF2-40B4-BE49-F238E27FC236}">
                      <a16:creationId xmlns:a16="http://schemas.microsoft.com/office/drawing/2014/main" id="{5E69475E-68E1-498F-8334-91328754C8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54518" y="2791326"/>
                  <a:ext cx="0" cy="3600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 51">
                  <a:extLst>
                    <a:ext uri="{FF2B5EF4-FFF2-40B4-BE49-F238E27FC236}">
                      <a16:creationId xmlns:a16="http://schemas.microsoft.com/office/drawing/2014/main" id="{579F1F31-A6B3-41F2-83F4-C1DEC29255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54518" y="2791326"/>
                  <a:ext cx="360000" cy="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CACD65FD-FAEA-4D14-9224-73C99792263A}"/>
                </a:ext>
              </a:extLst>
            </p:cNvPr>
            <p:cNvSpPr txBox="1"/>
            <p:nvPr/>
          </p:nvSpPr>
          <p:spPr>
            <a:xfrm>
              <a:off x="652384" y="4151270"/>
              <a:ext cx="167826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MAY/2025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直角三角形 54">
              <a:extLst>
                <a:ext uri="{FF2B5EF4-FFF2-40B4-BE49-F238E27FC236}">
                  <a16:creationId xmlns:a16="http://schemas.microsoft.com/office/drawing/2014/main" id="{C725F6F1-7C0F-49B2-A078-B43BA430527B}"/>
                </a:ext>
              </a:extLst>
            </p:cNvPr>
            <p:cNvSpPr/>
            <p:nvPr/>
          </p:nvSpPr>
          <p:spPr>
            <a:xfrm rot="13500000">
              <a:off x="358354" y="4090591"/>
              <a:ext cx="216000" cy="216000"/>
            </a:xfrm>
            <a:prstGeom prst="rt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8AD8CBD0-E9B3-47C5-A75D-4765E5CAA5DB}"/>
                </a:ext>
              </a:extLst>
            </p:cNvPr>
            <p:cNvSpPr txBox="1"/>
            <p:nvPr/>
          </p:nvSpPr>
          <p:spPr>
            <a:xfrm>
              <a:off x="652384" y="3815022"/>
              <a:ext cx="167826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IEEE</a:t>
              </a:r>
              <a:endPara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1A8AB3AB-711E-4F6E-8F38-2DF6719BBCA8}"/>
                </a:ext>
              </a:extLst>
            </p:cNvPr>
            <p:cNvSpPr txBox="1"/>
            <p:nvPr/>
          </p:nvSpPr>
          <p:spPr>
            <a:xfrm>
              <a:off x="2297513" y="3886399"/>
              <a:ext cx="321527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200" i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Bio-Inspired Neuromorphic Circuit Design of Non-associative Learning for Multisensory Enhancement and Depression</a:t>
              </a: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32930A19-CB89-4287-AAD2-285C1E3AFC9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513" y="3870107"/>
              <a:ext cx="0" cy="661053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8A483A09-4BA0-4629-901B-FBA0EE633FA9}"/>
              </a:ext>
            </a:extLst>
          </p:cNvPr>
          <p:cNvGrpSpPr/>
          <p:nvPr/>
        </p:nvGrpSpPr>
        <p:grpSpPr>
          <a:xfrm>
            <a:off x="9725868" y="1910047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22BF6060-28DE-4071-B465-5E3DE2C899E2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62" name="组合 161">
                <a:extLst>
                  <a:ext uri="{FF2B5EF4-FFF2-40B4-BE49-F238E27FC236}">
                    <a16:creationId xmlns:a16="http://schemas.microsoft.com/office/drawing/2014/main" id="{F17A75DB-9207-4DF5-973E-4002957B373D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68" name="椭圆 167">
                  <a:extLst>
                    <a:ext uri="{FF2B5EF4-FFF2-40B4-BE49-F238E27FC236}">
                      <a16:creationId xmlns:a16="http://schemas.microsoft.com/office/drawing/2014/main" id="{A383E67B-97E7-4D07-B19C-F8DCD6D8B991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9" name="椭圆 168">
                  <a:extLst>
                    <a:ext uri="{FF2B5EF4-FFF2-40B4-BE49-F238E27FC236}">
                      <a16:creationId xmlns:a16="http://schemas.microsoft.com/office/drawing/2014/main" id="{E73E3CA0-A8E2-43E5-A89E-B0448681BED5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0" name="椭圆 169">
                  <a:extLst>
                    <a:ext uri="{FF2B5EF4-FFF2-40B4-BE49-F238E27FC236}">
                      <a16:creationId xmlns:a16="http://schemas.microsoft.com/office/drawing/2014/main" id="{E21243A5-81F6-4012-A855-181F495FC39B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1" name="椭圆 170">
                  <a:extLst>
                    <a:ext uri="{FF2B5EF4-FFF2-40B4-BE49-F238E27FC236}">
                      <a16:creationId xmlns:a16="http://schemas.microsoft.com/office/drawing/2014/main" id="{0A05D313-3C6B-44DF-8772-EC2CF3109E7B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63" name="组合 162">
                <a:extLst>
                  <a:ext uri="{FF2B5EF4-FFF2-40B4-BE49-F238E27FC236}">
                    <a16:creationId xmlns:a16="http://schemas.microsoft.com/office/drawing/2014/main" id="{5FCBEBD2-250B-4102-A9D0-B08C031CCA85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64" name="椭圆 163">
                  <a:extLst>
                    <a:ext uri="{FF2B5EF4-FFF2-40B4-BE49-F238E27FC236}">
                      <a16:creationId xmlns:a16="http://schemas.microsoft.com/office/drawing/2014/main" id="{F58BCE8E-F4C3-4F34-8D53-B62401629F9D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5" name="椭圆 164">
                  <a:extLst>
                    <a:ext uri="{FF2B5EF4-FFF2-40B4-BE49-F238E27FC236}">
                      <a16:creationId xmlns:a16="http://schemas.microsoft.com/office/drawing/2014/main" id="{1A6B7F97-1FC7-4AFF-A521-B9018DD7C13B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6" name="椭圆 165">
                  <a:extLst>
                    <a:ext uri="{FF2B5EF4-FFF2-40B4-BE49-F238E27FC236}">
                      <a16:creationId xmlns:a16="http://schemas.microsoft.com/office/drawing/2014/main" id="{63EAB991-EAB4-469B-BC30-A478CCAD3EE5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7" name="椭圆 166">
                  <a:extLst>
                    <a:ext uri="{FF2B5EF4-FFF2-40B4-BE49-F238E27FC236}">
                      <a16:creationId xmlns:a16="http://schemas.microsoft.com/office/drawing/2014/main" id="{F8EA5345-2911-4457-8A1A-07CD0834DD28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51" name="组合 150">
              <a:extLst>
                <a:ext uri="{FF2B5EF4-FFF2-40B4-BE49-F238E27FC236}">
                  <a16:creationId xmlns:a16="http://schemas.microsoft.com/office/drawing/2014/main" id="{E780897C-BC5B-451F-BA31-C3726F2409DD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52" name="组合 151">
                <a:extLst>
                  <a:ext uri="{FF2B5EF4-FFF2-40B4-BE49-F238E27FC236}">
                    <a16:creationId xmlns:a16="http://schemas.microsoft.com/office/drawing/2014/main" id="{B01FFFF7-8558-4E19-B496-FA3561D0019F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58" name="椭圆 157">
                  <a:extLst>
                    <a:ext uri="{FF2B5EF4-FFF2-40B4-BE49-F238E27FC236}">
                      <a16:creationId xmlns:a16="http://schemas.microsoft.com/office/drawing/2014/main" id="{462B69EA-578E-4BC8-B137-1241482073F4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9" name="椭圆 158">
                  <a:extLst>
                    <a:ext uri="{FF2B5EF4-FFF2-40B4-BE49-F238E27FC236}">
                      <a16:creationId xmlns:a16="http://schemas.microsoft.com/office/drawing/2014/main" id="{8076F063-F686-4C48-A9FF-EBCEDD7636FB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0" name="椭圆 159">
                  <a:extLst>
                    <a:ext uri="{FF2B5EF4-FFF2-40B4-BE49-F238E27FC236}">
                      <a16:creationId xmlns:a16="http://schemas.microsoft.com/office/drawing/2014/main" id="{49494BB9-BF91-43FB-BAF9-55989656A664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1" name="椭圆 160">
                  <a:extLst>
                    <a:ext uri="{FF2B5EF4-FFF2-40B4-BE49-F238E27FC236}">
                      <a16:creationId xmlns:a16="http://schemas.microsoft.com/office/drawing/2014/main" id="{265F5C09-0350-4BCD-80C5-B8F104290E6F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53" name="组合 152">
                <a:extLst>
                  <a:ext uri="{FF2B5EF4-FFF2-40B4-BE49-F238E27FC236}">
                    <a16:creationId xmlns:a16="http://schemas.microsoft.com/office/drawing/2014/main" id="{16F3A856-A7B9-4B17-96B4-F0E7E91906F2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54" name="椭圆 153">
                  <a:extLst>
                    <a:ext uri="{FF2B5EF4-FFF2-40B4-BE49-F238E27FC236}">
                      <a16:creationId xmlns:a16="http://schemas.microsoft.com/office/drawing/2014/main" id="{9183C372-DEA0-4065-9461-E7A52BB654D6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5" name="椭圆 154">
                  <a:extLst>
                    <a:ext uri="{FF2B5EF4-FFF2-40B4-BE49-F238E27FC236}">
                      <a16:creationId xmlns:a16="http://schemas.microsoft.com/office/drawing/2014/main" id="{6AFFB5EE-3540-499D-835A-592B84E8D633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6" name="椭圆 155">
                  <a:extLst>
                    <a:ext uri="{FF2B5EF4-FFF2-40B4-BE49-F238E27FC236}">
                      <a16:creationId xmlns:a16="http://schemas.microsoft.com/office/drawing/2014/main" id="{2338B6BB-BD48-4838-B3FA-40901CCC2950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7" name="椭圆 156">
                  <a:extLst>
                    <a:ext uri="{FF2B5EF4-FFF2-40B4-BE49-F238E27FC236}">
                      <a16:creationId xmlns:a16="http://schemas.microsoft.com/office/drawing/2014/main" id="{B3FA59B5-A653-45CA-8F00-3228C2FE309D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0183A08B-E6DF-4FC2-95A1-01805FD0673A}"/>
              </a:ext>
            </a:extLst>
          </p:cNvPr>
          <p:cNvGrpSpPr/>
          <p:nvPr/>
        </p:nvGrpSpPr>
        <p:grpSpPr>
          <a:xfrm>
            <a:off x="8116376" y="1885304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7DBBCCF2-3324-4C7E-90A1-A69E8188C468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85" name="组合 184">
                <a:extLst>
                  <a:ext uri="{FF2B5EF4-FFF2-40B4-BE49-F238E27FC236}">
                    <a16:creationId xmlns:a16="http://schemas.microsoft.com/office/drawing/2014/main" id="{3B048C5E-9A74-42BF-80B4-666B21E79898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91" name="椭圆 190">
                  <a:extLst>
                    <a:ext uri="{FF2B5EF4-FFF2-40B4-BE49-F238E27FC236}">
                      <a16:creationId xmlns:a16="http://schemas.microsoft.com/office/drawing/2014/main" id="{7DEFF6BC-FACF-4A12-BC0F-2CB8D640BD3A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2" name="椭圆 191">
                  <a:extLst>
                    <a:ext uri="{FF2B5EF4-FFF2-40B4-BE49-F238E27FC236}">
                      <a16:creationId xmlns:a16="http://schemas.microsoft.com/office/drawing/2014/main" id="{338E706B-9BE7-4AE5-B95E-8C325215C25D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3" name="椭圆 192">
                  <a:extLst>
                    <a:ext uri="{FF2B5EF4-FFF2-40B4-BE49-F238E27FC236}">
                      <a16:creationId xmlns:a16="http://schemas.microsoft.com/office/drawing/2014/main" id="{006A400B-CE78-491C-AE02-97DAEB591794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4" name="椭圆 193">
                  <a:extLst>
                    <a:ext uri="{FF2B5EF4-FFF2-40B4-BE49-F238E27FC236}">
                      <a16:creationId xmlns:a16="http://schemas.microsoft.com/office/drawing/2014/main" id="{F7FF7CB8-916C-41FA-9726-4B302D8DB129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86" name="组合 185">
                <a:extLst>
                  <a:ext uri="{FF2B5EF4-FFF2-40B4-BE49-F238E27FC236}">
                    <a16:creationId xmlns:a16="http://schemas.microsoft.com/office/drawing/2014/main" id="{E98FDEBA-E1C9-41DF-A89E-0CF649EE370B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87" name="椭圆 186">
                  <a:extLst>
                    <a:ext uri="{FF2B5EF4-FFF2-40B4-BE49-F238E27FC236}">
                      <a16:creationId xmlns:a16="http://schemas.microsoft.com/office/drawing/2014/main" id="{E0B4C5EC-83BF-48B8-8EA7-0C2811CDFBFC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8" name="椭圆 187">
                  <a:extLst>
                    <a:ext uri="{FF2B5EF4-FFF2-40B4-BE49-F238E27FC236}">
                      <a16:creationId xmlns:a16="http://schemas.microsoft.com/office/drawing/2014/main" id="{45BA7F8B-0650-40AF-8B67-3DC8E1A830B8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9" name="椭圆 188">
                  <a:extLst>
                    <a:ext uri="{FF2B5EF4-FFF2-40B4-BE49-F238E27FC236}">
                      <a16:creationId xmlns:a16="http://schemas.microsoft.com/office/drawing/2014/main" id="{1C42D39A-5E43-4125-B749-A69FD9BB0628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0" name="椭圆 189">
                  <a:extLst>
                    <a:ext uri="{FF2B5EF4-FFF2-40B4-BE49-F238E27FC236}">
                      <a16:creationId xmlns:a16="http://schemas.microsoft.com/office/drawing/2014/main" id="{7BE57AFE-984D-4E37-B01A-D79C92C7B7B0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B23BD053-72AC-4FE0-BD99-B544F81EF416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75" name="组合 174">
                <a:extLst>
                  <a:ext uri="{FF2B5EF4-FFF2-40B4-BE49-F238E27FC236}">
                    <a16:creationId xmlns:a16="http://schemas.microsoft.com/office/drawing/2014/main" id="{C15A2B7C-1EA2-436A-B3CC-8F14DD54355F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81" name="椭圆 180">
                  <a:extLst>
                    <a:ext uri="{FF2B5EF4-FFF2-40B4-BE49-F238E27FC236}">
                      <a16:creationId xmlns:a16="http://schemas.microsoft.com/office/drawing/2014/main" id="{12D19F35-9939-4900-8537-F0B640514627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2" name="椭圆 181">
                  <a:extLst>
                    <a:ext uri="{FF2B5EF4-FFF2-40B4-BE49-F238E27FC236}">
                      <a16:creationId xmlns:a16="http://schemas.microsoft.com/office/drawing/2014/main" id="{72E1BBB0-E67B-4E7C-AE91-3C1C7FC887EE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3" name="椭圆 182">
                  <a:extLst>
                    <a:ext uri="{FF2B5EF4-FFF2-40B4-BE49-F238E27FC236}">
                      <a16:creationId xmlns:a16="http://schemas.microsoft.com/office/drawing/2014/main" id="{558FB48A-F721-45B1-B568-10641B2CE1B1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4" name="椭圆 183">
                  <a:extLst>
                    <a:ext uri="{FF2B5EF4-FFF2-40B4-BE49-F238E27FC236}">
                      <a16:creationId xmlns:a16="http://schemas.microsoft.com/office/drawing/2014/main" id="{FA29BE9F-299D-4E3A-AA85-C3CE40ACFA58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76" name="组合 175">
                <a:extLst>
                  <a:ext uri="{FF2B5EF4-FFF2-40B4-BE49-F238E27FC236}">
                    <a16:creationId xmlns:a16="http://schemas.microsoft.com/office/drawing/2014/main" id="{CEFA3BBC-805A-4892-A76E-D6CCDBEE67D4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177" name="椭圆 176">
                  <a:extLst>
                    <a:ext uri="{FF2B5EF4-FFF2-40B4-BE49-F238E27FC236}">
                      <a16:creationId xmlns:a16="http://schemas.microsoft.com/office/drawing/2014/main" id="{F94DD024-83FB-4B0A-92C6-80BC8C6B6C9F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8" name="椭圆 177">
                  <a:extLst>
                    <a:ext uri="{FF2B5EF4-FFF2-40B4-BE49-F238E27FC236}">
                      <a16:creationId xmlns:a16="http://schemas.microsoft.com/office/drawing/2014/main" id="{AF746E92-C310-4889-8E76-55A324FD060F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9" name="椭圆 178">
                  <a:extLst>
                    <a:ext uri="{FF2B5EF4-FFF2-40B4-BE49-F238E27FC236}">
                      <a16:creationId xmlns:a16="http://schemas.microsoft.com/office/drawing/2014/main" id="{32D77F44-2ADF-4F13-8D1F-38433D99B4D9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0" name="椭圆 179">
                  <a:extLst>
                    <a:ext uri="{FF2B5EF4-FFF2-40B4-BE49-F238E27FC236}">
                      <a16:creationId xmlns:a16="http://schemas.microsoft.com/office/drawing/2014/main" id="{59E70692-AAA3-433F-A7B2-2AA7170AAE3A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582B4614-BFB8-4A42-9709-15C12C7AC4F5}"/>
              </a:ext>
            </a:extLst>
          </p:cNvPr>
          <p:cNvGrpSpPr/>
          <p:nvPr/>
        </p:nvGrpSpPr>
        <p:grpSpPr>
          <a:xfrm>
            <a:off x="8113090" y="3550636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196" name="组合 195">
              <a:extLst>
                <a:ext uri="{FF2B5EF4-FFF2-40B4-BE49-F238E27FC236}">
                  <a16:creationId xmlns:a16="http://schemas.microsoft.com/office/drawing/2014/main" id="{24CE8BFF-EE0D-472B-8F1D-A347BE34903C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208" name="组合 207">
                <a:extLst>
                  <a:ext uri="{FF2B5EF4-FFF2-40B4-BE49-F238E27FC236}">
                    <a16:creationId xmlns:a16="http://schemas.microsoft.com/office/drawing/2014/main" id="{0629A0F3-0EC0-42E0-AC34-1E12D0688E07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14" name="椭圆 213">
                  <a:extLst>
                    <a:ext uri="{FF2B5EF4-FFF2-40B4-BE49-F238E27FC236}">
                      <a16:creationId xmlns:a16="http://schemas.microsoft.com/office/drawing/2014/main" id="{9BB875CE-5487-49EA-9330-2E14426EBD20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5" name="椭圆 214">
                  <a:extLst>
                    <a:ext uri="{FF2B5EF4-FFF2-40B4-BE49-F238E27FC236}">
                      <a16:creationId xmlns:a16="http://schemas.microsoft.com/office/drawing/2014/main" id="{056D2BDC-E1DC-4938-B06D-CCFEE9AAFF2C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6" name="椭圆 215">
                  <a:extLst>
                    <a:ext uri="{FF2B5EF4-FFF2-40B4-BE49-F238E27FC236}">
                      <a16:creationId xmlns:a16="http://schemas.microsoft.com/office/drawing/2014/main" id="{181BD20B-A908-4ADE-97DF-9D7A45ADC2CB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7" name="椭圆 216">
                  <a:extLst>
                    <a:ext uri="{FF2B5EF4-FFF2-40B4-BE49-F238E27FC236}">
                      <a16:creationId xmlns:a16="http://schemas.microsoft.com/office/drawing/2014/main" id="{B6184B35-59A4-4D9F-B9F0-7003E7146FD5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09" name="组合 208">
                <a:extLst>
                  <a:ext uri="{FF2B5EF4-FFF2-40B4-BE49-F238E27FC236}">
                    <a16:creationId xmlns:a16="http://schemas.microsoft.com/office/drawing/2014/main" id="{49ED5199-6879-4D20-8E1D-72DBA9EC9231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10" name="椭圆 209">
                  <a:extLst>
                    <a:ext uri="{FF2B5EF4-FFF2-40B4-BE49-F238E27FC236}">
                      <a16:creationId xmlns:a16="http://schemas.microsoft.com/office/drawing/2014/main" id="{A7030990-C42D-4B27-8EE9-786C9CCD0F8D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1" name="椭圆 210">
                  <a:extLst>
                    <a:ext uri="{FF2B5EF4-FFF2-40B4-BE49-F238E27FC236}">
                      <a16:creationId xmlns:a16="http://schemas.microsoft.com/office/drawing/2014/main" id="{C32A7566-E236-46F6-A305-FAC530E0F5F3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2" name="椭圆 211">
                  <a:extLst>
                    <a:ext uri="{FF2B5EF4-FFF2-40B4-BE49-F238E27FC236}">
                      <a16:creationId xmlns:a16="http://schemas.microsoft.com/office/drawing/2014/main" id="{00997B03-BB41-4561-9466-62F88D82708A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椭圆 212">
                  <a:extLst>
                    <a:ext uri="{FF2B5EF4-FFF2-40B4-BE49-F238E27FC236}">
                      <a16:creationId xmlns:a16="http://schemas.microsoft.com/office/drawing/2014/main" id="{B7F3CEEB-368C-4104-A0FA-B91178D2970D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97" name="组合 196">
              <a:extLst>
                <a:ext uri="{FF2B5EF4-FFF2-40B4-BE49-F238E27FC236}">
                  <a16:creationId xmlns:a16="http://schemas.microsoft.com/office/drawing/2014/main" id="{45F4931A-CE65-4D0D-AF84-74D45387EDC6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198" name="组合 197">
                <a:extLst>
                  <a:ext uri="{FF2B5EF4-FFF2-40B4-BE49-F238E27FC236}">
                    <a16:creationId xmlns:a16="http://schemas.microsoft.com/office/drawing/2014/main" id="{255090DF-400D-4584-AF26-E2C5693E4224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04" name="椭圆 203">
                  <a:extLst>
                    <a:ext uri="{FF2B5EF4-FFF2-40B4-BE49-F238E27FC236}">
                      <a16:creationId xmlns:a16="http://schemas.microsoft.com/office/drawing/2014/main" id="{F04891F3-93EE-4188-A1B0-EAA68C4B659B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5" name="椭圆 204">
                  <a:extLst>
                    <a:ext uri="{FF2B5EF4-FFF2-40B4-BE49-F238E27FC236}">
                      <a16:creationId xmlns:a16="http://schemas.microsoft.com/office/drawing/2014/main" id="{1FFAE427-B03E-4B20-8032-B5B9F4F5DD22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6" name="椭圆 205">
                  <a:extLst>
                    <a:ext uri="{FF2B5EF4-FFF2-40B4-BE49-F238E27FC236}">
                      <a16:creationId xmlns:a16="http://schemas.microsoft.com/office/drawing/2014/main" id="{48585D74-4FB8-437C-95BE-996D9A2D2FE4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7" name="椭圆 206">
                  <a:extLst>
                    <a:ext uri="{FF2B5EF4-FFF2-40B4-BE49-F238E27FC236}">
                      <a16:creationId xmlns:a16="http://schemas.microsoft.com/office/drawing/2014/main" id="{C67C75A8-EF90-4357-A837-C83421C4029E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99" name="组合 198">
                <a:extLst>
                  <a:ext uri="{FF2B5EF4-FFF2-40B4-BE49-F238E27FC236}">
                    <a16:creationId xmlns:a16="http://schemas.microsoft.com/office/drawing/2014/main" id="{CF6748E8-872E-445B-9781-032BF5BB0066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00" name="椭圆 199">
                  <a:extLst>
                    <a:ext uri="{FF2B5EF4-FFF2-40B4-BE49-F238E27FC236}">
                      <a16:creationId xmlns:a16="http://schemas.microsoft.com/office/drawing/2014/main" id="{26834FCD-C463-4986-934C-2CB8C06A57A4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1" name="椭圆 200">
                  <a:extLst>
                    <a:ext uri="{FF2B5EF4-FFF2-40B4-BE49-F238E27FC236}">
                      <a16:creationId xmlns:a16="http://schemas.microsoft.com/office/drawing/2014/main" id="{844CBF54-3CD8-44E4-8007-93DDBC033ADC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2" name="椭圆 201">
                  <a:extLst>
                    <a:ext uri="{FF2B5EF4-FFF2-40B4-BE49-F238E27FC236}">
                      <a16:creationId xmlns:a16="http://schemas.microsoft.com/office/drawing/2014/main" id="{F73CAA3F-5768-4ECE-BCFE-6E7678FCBC92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3" name="椭圆 202">
                  <a:extLst>
                    <a:ext uri="{FF2B5EF4-FFF2-40B4-BE49-F238E27FC236}">
                      <a16:creationId xmlns:a16="http://schemas.microsoft.com/office/drawing/2014/main" id="{5C424729-0A68-483A-B13D-1860DABE8237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218" name="组合 217">
            <a:extLst>
              <a:ext uri="{FF2B5EF4-FFF2-40B4-BE49-F238E27FC236}">
                <a16:creationId xmlns:a16="http://schemas.microsoft.com/office/drawing/2014/main" id="{A89553D9-6D2D-4FEF-8B2D-6CB040AB4F38}"/>
              </a:ext>
            </a:extLst>
          </p:cNvPr>
          <p:cNvGrpSpPr/>
          <p:nvPr/>
        </p:nvGrpSpPr>
        <p:grpSpPr>
          <a:xfrm>
            <a:off x="9738058" y="3568636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219" name="组合 218">
              <a:extLst>
                <a:ext uri="{FF2B5EF4-FFF2-40B4-BE49-F238E27FC236}">
                  <a16:creationId xmlns:a16="http://schemas.microsoft.com/office/drawing/2014/main" id="{8D6DCF21-D245-4264-A8A1-AFEC92D4FF19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231" name="组合 230">
                <a:extLst>
                  <a:ext uri="{FF2B5EF4-FFF2-40B4-BE49-F238E27FC236}">
                    <a16:creationId xmlns:a16="http://schemas.microsoft.com/office/drawing/2014/main" id="{37160673-A699-42EC-8B92-61274B84FCB9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37" name="椭圆 236">
                  <a:extLst>
                    <a:ext uri="{FF2B5EF4-FFF2-40B4-BE49-F238E27FC236}">
                      <a16:creationId xmlns:a16="http://schemas.microsoft.com/office/drawing/2014/main" id="{52A466F3-C568-4C25-9474-266A9F424F81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8" name="椭圆 237">
                  <a:extLst>
                    <a:ext uri="{FF2B5EF4-FFF2-40B4-BE49-F238E27FC236}">
                      <a16:creationId xmlns:a16="http://schemas.microsoft.com/office/drawing/2014/main" id="{BC3878F3-203B-4720-9D73-5E1F0BFF2750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9" name="椭圆 238">
                  <a:extLst>
                    <a:ext uri="{FF2B5EF4-FFF2-40B4-BE49-F238E27FC236}">
                      <a16:creationId xmlns:a16="http://schemas.microsoft.com/office/drawing/2014/main" id="{23603F3B-30F2-4D60-AE4F-4EB034616CAD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0" name="椭圆 239">
                  <a:extLst>
                    <a:ext uri="{FF2B5EF4-FFF2-40B4-BE49-F238E27FC236}">
                      <a16:creationId xmlns:a16="http://schemas.microsoft.com/office/drawing/2014/main" id="{A6A1FEF6-E43E-4B9A-9361-7CAC3FBF5D3B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32" name="组合 231">
                <a:extLst>
                  <a:ext uri="{FF2B5EF4-FFF2-40B4-BE49-F238E27FC236}">
                    <a16:creationId xmlns:a16="http://schemas.microsoft.com/office/drawing/2014/main" id="{B3F9E2B9-4C3C-4189-B74E-B955801D121A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33" name="椭圆 232">
                  <a:extLst>
                    <a:ext uri="{FF2B5EF4-FFF2-40B4-BE49-F238E27FC236}">
                      <a16:creationId xmlns:a16="http://schemas.microsoft.com/office/drawing/2014/main" id="{5BE36D75-23E9-4C9D-B70D-E616B0E3B7D7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4" name="椭圆 233">
                  <a:extLst>
                    <a:ext uri="{FF2B5EF4-FFF2-40B4-BE49-F238E27FC236}">
                      <a16:creationId xmlns:a16="http://schemas.microsoft.com/office/drawing/2014/main" id="{2FEAA0C8-FB97-44D9-BCB8-9900DC683D08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5" name="椭圆 234">
                  <a:extLst>
                    <a:ext uri="{FF2B5EF4-FFF2-40B4-BE49-F238E27FC236}">
                      <a16:creationId xmlns:a16="http://schemas.microsoft.com/office/drawing/2014/main" id="{60CF9A73-5E1B-42AB-97F8-15A17D943093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6" name="椭圆 235">
                  <a:extLst>
                    <a:ext uri="{FF2B5EF4-FFF2-40B4-BE49-F238E27FC236}">
                      <a16:creationId xmlns:a16="http://schemas.microsoft.com/office/drawing/2014/main" id="{B2867CB6-1A92-4E28-A945-16864B01A161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20" name="组合 219">
              <a:extLst>
                <a:ext uri="{FF2B5EF4-FFF2-40B4-BE49-F238E27FC236}">
                  <a16:creationId xmlns:a16="http://schemas.microsoft.com/office/drawing/2014/main" id="{DCC5D46B-4990-4E35-893B-9428C2D3BF52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221" name="组合 220">
                <a:extLst>
                  <a:ext uri="{FF2B5EF4-FFF2-40B4-BE49-F238E27FC236}">
                    <a16:creationId xmlns:a16="http://schemas.microsoft.com/office/drawing/2014/main" id="{309CD011-5BF6-46A3-BABC-087E641700EA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27" name="椭圆 226">
                  <a:extLst>
                    <a:ext uri="{FF2B5EF4-FFF2-40B4-BE49-F238E27FC236}">
                      <a16:creationId xmlns:a16="http://schemas.microsoft.com/office/drawing/2014/main" id="{37966831-8425-4CA9-BC74-A6A32AAF5D6B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8" name="椭圆 227">
                  <a:extLst>
                    <a:ext uri="{FF2B5EF4-FFF2-40B4-BE49-F238E27FC236}">
                      <a16:creationId xmlns:a16="http://schemas.microsoft.com/office/drawing/2014/main" id="{96B179E1-3556-4E40-B897-2F872DDD3424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9" name="椭圆 228">
                  <a:extLst>
                    <a:ext uri="{FF2B5EF4-FFF2-40B4-BE49-F238E27FC236}">
                      <a16:creationId xmlns:a16="http://schemas.microsoft.com/office/drawing/2014/main" id="{D0829B94-0DF3-4051-97AA-B32546215F36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0" name="椭圆 229">
                  <a:extLst>
                    <a:ext uri="{FF2B5EF4-FFF2-40B4-BE49-F238E27FC236}">
                      <a16:creationId xmlns:a16="http://schemas.microsoft.com/office/drawing/2014/main" id="{F41F95A5-B214-40E3-B469-6F3F21E3E4B4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22" name="组合 221">
                <a:extLst>
                  <a:ext uri="{FF2B5EF4-FFF2-40B4-BE49-F238E27FC236}">
                    <a16:creationId xmlns:a16="http://schemas.microsoft.com/office/drawing/2014/main" id="{DDE9D557-0A03-45D7-BF5B-2D7776954854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23" name="椭圆 222">
                  <a:extLst>
                    <a:ext uri="{FF2B5EF4-FFF2-40B4-BE49-F238E27FC236}">
                      <a16:creationId xmlns:a16="http://schemas.microsoft.com/office/drawing/2014/main" id="{B5686553-0486-40E8-878A-C0CF1791FCC4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4" name="椭圆 223">
                  <a:extLst>
                    <a:ext uri="{FF2B5EF4-FFF2-40B4-BE49-F238E27FC236}">
                      <a16:creationId xmlns:a16="http://schemas.microsoft.com/office/drawing/2014/main" id="{C761D4BD-2403-489B-80CA-9DFDB0F32E96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5" name="椭圆 224">
                  <a:extLst>
                    <a:ext uri="{FF2B5EF4-FFF2-40B4-BE49-F238E27FC236}">
                      <a16:creationId xmlns:a16="http://schemas.microsoft.com/office/drawing/2014/main" id="{BA541F7A-C363-40E3-8A45-9EC1A922E9A4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6" name="椭圆 225">
                  <a:extLst>
                    <a:ext uri="{FF2B5EF4-FFF2-40B4-BE49-F238E27FC236}">
                      <a16:creationId xmlns:a16="http://schemas.microsoft.com/office/drawing/2014/main" id="{EAC89B57-983D-48E4-B2DC-E7E3D81E697C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CF4BBCA2-34B1-4495-8ACE-D27AAFB8D66C}"/>
              </a:ext>
            </a:extLst>
          </p:cNvPr>
          <p:cNvGrpSpPr/>
          <p:nvPr/>
        </p:nvGrpSpPr>
        <p:grpSpPr>
          <a:xfrm>
            <a:off x="11370496" y="3565223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242" name="组合 241">
              <a:extLst>
                <a:ext uri="{FF2B5EF4-FFF2-40B4-BE49-F238E27FC236}">
                  <a16:creationId xmlns:a16="http://schemas.microsoft.com/office/drawing/2014/main" id="{46456FEB-E8E2-406F-9A87-23F4F6EA334A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254" name="组合 253">
                <a:extLst>
                  <a:ext uri="{FF2B5EF4-FFF2-40B4-BE49-F238E27FC236}">
                    <a16:creationId xmlns:a16="http://schemas.microsoft.com/office/drawing/2014/main" id="{78482FA5-00DB-47A4-BA18-7B19E23F81F0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60" name="椭圆 259">
                  <a:extLst>
                    <a:ext uri="{FF2B5EF4-FFF2-40B4-BE49-F238E27FC236}">
                      <a16:creationId xmlns:a16="http://schemas.microsoft.com/office/drawing/2014/main" id="{DF018348-C38E-4C1D-BAC4-9C9950D2270A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1" name="椭圆 260">
                  <a:extLst>
                    <a:ext uri="{FF2B5EF4-FFF2-40B4-BE49-F238E27FC236}">
                      <a16:creationId xmlns:a16="http://schemas.microsoft.com/office/drawing/2014/main" id="{DAB452BD-0986-41C3-95D7-5DC3FF02C09B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2" name="椭圆 261">
                  <a:extLst>
                    <a:ext uri="{FF2B5EF4-FFF2-40B4-BE49-F238E27FC236}">
                      <a16:creationId xmlns:a16="http://schemas.microsoft.com/office/drawing/2014/main" id="{B0A17521-F6AA-4FF7-82DB-C5F99CD6E42E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3" name="椭圆 262">
                  <a:extLst>
                    <a:ext uri="{FF2B5EF4-FFF2-40B4-BE49-F238E27FC236}">
                      <a16:creationId xmlns:a16="http://schemas.microsoft.com/office/drawing/2014/main" id="{358D23DF-E742-42E6-B12D-B510F98BE092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55" name="组合 254">
                <a:extLst>
                  <a:ext uri="{FF2B5EF4-FFF2-40B4-BE49-F238E27FC236}">
                    <a16:creationId xmlns:a16="http://schemas.microsoft.com/office/drawing/2014/main" id="{712D2332-D0B9-4C70-8970-873B3971D5A8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56" name="椭圆 255">
                  <a:extLst>
                    <a:ext uri="{FF2B5EF4-FFF2-40B4-BE49-F238E27FC236}">
                      <a16:creationId xmlns:a16="http://schemas.microsoft.com/office/drawing/2014/main" id="{375B18A8-67DB-44BA-AAC6-308E0BA9D61D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7" name="椭圆 256">
                  <a:extLst>
                    <a:ext uri="{FF2B5EF4-FFF2-40B4-BE49-F238E27FC236}">
                      <a16:creationId xmlns:a16="http://schemas.microsoft.com/office/drawing/2014/main" id="{82DB7792-E23D-4CAB-9065-ED486C66AC6F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8" name="椭圆 257">
                  <a:extLst>
                    <a:ext uri="{FF2B5EF4-FFF2-40B4-BE49-F238E27FC236}">
                      <a16:creationId xmlns:a16="http://schemas.microsoft.com/office/drawing/2014/main" id="{A81C7C0B-BEA6-458C-BDDB-F0ADBC73CEBA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9" name="椭圆 258">
                  <a:extLst>
                    <a:ext uri="{FF2B5EF4-FFF2-40B4-BE49-F238E27FC236}">
                      <a16:creationId xmlns:a16="http://schemas.microsoft.com/office/drawing/2014/main" id="{EFE28A71-BEDD-4564-BB5E-C107F759456C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BE722FB4-1379-429D-AC73-B5E59DFC115E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244" name="组合 243">
                <a:extLst>
                  <a:ext uri="{FF2B5EF4-FFF2-40B4-BE49-F238E27FC236}">
                    <a16:creationId xmlns:a16="http://schemas.microsoft.com/office/drawing/2014/main" id="{2A5D9892-397B-4BE7-B460-6F1D1B6D00E8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50" name="椭圆 249">
                  <a:extLst>
                    <a:ext uri="{FF2B5EF4-FFF2-40B4-BE49-F238E27FC236}">
                      <a16:creationId xmlns:a16="http://schemas.microsoft.com/office/drawing/2014/main" id="{C7CD6479-1DF7-4BFC-83DF-996042A0B85C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1" name="椭圆 250">
                  <a:extLst>
                    <a:ext uri="{FF2B5EF4-FFF2-40B4-BE49-F238E27FC236}">
                      <a16:creationId xmlns:a16="http://schemas.microsoft.com/office/drawing/2014/main" id="{FB468947-6BBB-4A45-A1E1-A1D3C1A2EA50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2" name="椭圆 251">
                  <a:extLst>
                    <a:ext uri="{FF2B5EF4-FFF2-40B4-BE49-F238E27FC236}">
                      <a16:creationId xmlns:a16="http://schemas.microsoft.com/office/drawing/2014/main" id="{4B8E14D7-72FC-4453-A2A5-24491AABCEF0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3" name="椭圆 252">
                  <a:extLst>
                    <a:ext uri="{FF2B5EF4-FFF2-40B4-BE49-F238E27FC236}">
                      <a16:creationId xmlns:a16="http://schemas.microsoft.com/office/drawing/2014/main" id="{27DBB93D-3F1B-4AA6-82C8-5CEA4CBE9053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45" name="组合 244">
                <a:extLst>
                  <a:ext uri="{FF2B5EF4-FFF2-40B4-BE49-F238E27FC236}">
                    <a16:creationId xmlns:a16="http://schemas.microsoft.com/office/drawing/2014/main" id="{249F9B0B-2734-485D-958C-F68B101B9E52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46" name="椭圆 245">
                  <a:extLst>
                    <a:ext uri="{FF2B5EF4-FFF2-40B4-BE49-F238E27FC236}">
                      <a16:creationId xmlns:a16="http://schemas.microsoft.com/office/drawing/2014/main" id="{7DD74C4F-8582-4F56-AD5B-AEFBC24B3AA4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7" name="椭圆 246">
                  <a:extLst>
                    <a:ext uri="{FF2B5EF4-FFF2-40B4-BE49-F238E27FC236}">
                      <a16:creationId xmlns:a16="http://schemas.microsoft.com/office/drawing/2014/main" id="{1BC78019-EECD-4BCE-AE28-814F95448588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8" name="椭圆 247">
                  <a:extLst>
                    <a:ext uri="{FF2B5EF4-FFF2-40B4-BE49-F238E27FC236}">
                      <a16:creationId xmlns:a16="http://schemas.microsoft.com/office/drawing/2014/main" id="{E5047232-B2DE-477C-84B4-E186CCA2A681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9" name="椭圆 248">
                  <a:extLst>
                    <a:ext uri="{FF2B5EF4-FFF2-40B4-BE49-F238E27FC236}">
                      <a16:creationId xmlns:a16="http://schemas.microsoft.com/office/drawing/2014/main" id="{64453EA2-EAE6-41C6-9138-0D20B4ED2120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264" name="组合 263">
            <a:extLst>
              <a:ext uri="{FF2B5EF4-FFF2-40B4-BE49-F238E27FC236}">
                <a16:creationId xmlns:a16="http://schemas.microsoft.com/office/drawing/2014/main" id="{DD6A6394-D5FE-4FE3-AAD4-02C86FCCE145}"/>
              </a:ext>
            </a:extLst>
          </p:cNvPr>
          <p:cNvGrpSpPr/>
          <p:nvPr/>
        </p:nvGrpSpPr>
        <p:grpSpPr>
          <a:xfrm>
            <a:off x="11370496" y="1921304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265" name="组合 264">
              <a:extLst>
                <a:ext uri="{FF2B5EF4-FFF2-40B4-BE49-F238E27FC236}">
                  <a16:creationId xmlns:a16="http://schemas.microsoft.com/office/drawing/2014/main" id="{1F512CD8-7F13-4A1F-83CC-9AFC51734269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277" name="组合 276">
                <a:extLst>
                  <a:ext uri="{FF2B5EF4-FFF2-40B4-BE49-F238E27FC236}">
                    <a16:creationId xmlns:a16="http://schemas.microsoft.com/office/drawing/2014/main" id="{EAD9B4C0-B115-4990-A28B-03664567C46B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83" name="椭圆 282">
                  <a:extLst>
                    <a:ext uri="{FF2B5EF4-FFF2-40B4-BE49-F238E27FC236}">
                      <a16:creationId xmlns:a16="http://schemas.microsoft.com/office/drawing/2014/main" id="{6E8476E3-1135-41EB-AE3F-B77E722281AD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4" name="椭圆 283">
                  <a:extLst>
                    <a:ext uri="{FF2B5EF4-FFF2-40B4-BE49-F238E27FC236}">
                      <a16:creationId xmlns:a16="http://schemas.microsoft.com/office/drawing/2014/main" id="{7DBE936B-0B88-4314-B63F-BE30189D0CA3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5" name="椭圆 284">
                  <a:extLst>
                    <a:ext uri="{FF2B5EF4-FFF2-40B4-BE49-F238E27FC236}">
                      <a16:creationId xmlns:a16="http://schemas.microsoft.com/office/drawing/2014/main" id="{D9C42B7D-D2F7-423A-8952-1F8A1674805A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6" name="椭圆 285">
                  <a:extLst>
                    <a:ext uri="{FF2B5EF4-FFF2-40B4-BE49-F238E27FC236}">
                      <a16:creationId xmlns:a16="http://schemas.microsoft.com/office/drawing/2014/main" id="{AB664421-DC5D-4ADE-8203-9DBB1F326D15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78" name="组合 277">
                <a:extLst>
                  <a:ext uri="{FF2B5EF4-FFF2-40B4-BE49-F238E27FC236}">
                    <a16:creationId xmlns:a16="http://schemas.microsoft.com/office/drawing/2014/main" id="{F10CA6D8-D79F-48E4-AAF5-A6D07960EEDD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79" name="椭圆 278">
                  <a:extLst>
                    <a:ext uri="{FF2B5EF4-FFF2-40B4-BE49-F238E27FC236}">
                      <a16:creationId xmlns:a16="http://schemas.microsoft.com/office/drawing/2014/main" id="{97509BC0-A086-40A8-9AF6-094CB01444B3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0" name="椭圆 279">
                  <a:extLst>
                    <a:ext uri="{FF2B5EF4-FFF2-40B4-BE49-F238E27FC236}">
                      <a16:creationId xmlns:a16="http://schemas.microsoft.com/office/drawing/2014/main" id="{F43C1268-81C1-4A34-BA62-A9A0459C0147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1" name="椭圆 280">
                  <a:extLst>
                    <a:ext uri="{FF2B5EF4-FFF2-40B4-BE49-F238E27FC236}">
                      <a16:creationId xmlns:a16="http://schemas.microsoft.com/office/drawing/2014/main" id="{E655F18A-3B31-4FC4-AA52-10569E414FF2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2" name="椭圆 281">
                  <a:extLst>
                    <a:ext uri="{FF2B5EF4-FFF2-40B4-BE49-F238E27FC236}">
                      <a16:creationId xmlns:a16="http://schemas.microsoft.com/office/drawing/2014/main" id="{12C4727C-7822-4198-A9B4-C6637BC1A3FE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66" name="组合 265">
              <a:extLst>
                <a:ext uri="{FF2B5EF4-FFF2-40B4-BE49-F238E27FC236}">
                  <a16:creationId xmlns:a16="http://schemas.microsoft.com/office/drawing/2014/main" id="{F0CFF279-B4F9-40D4-AF5E-8E76A6673946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267" name="组合 266">
                <a:extLst>
                  <a:ext uri="{FF2B5EF4-FFF2-40B4-BE49-F238E27FC236}">
                    <a16:creationId xmlns:a16="http://schemas.microsoft.com/office/drawing/2014/main" id="{308C6780-2A29-495B-AD74-47DE3CDD0D9C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73" name="椭圆 272">
                  <a:extLst>
                    <a:ext uri="{FF2B5EF4-FFF2-40B4-BE49-F238E27FC236}">
                      <a16:creationId xmlns:a16="http://schemas.microsoft.com/office/drawing/2014/main" id="{BC8D6C6A-E09B-464F-82A5-9CF84318EECA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4" name="椭圆 273">
                  <a:extLst>
                    <a:ext uri="{FF2B5EF4-FFF2-40B4-BE49-F238E27FC236}">
                      <a16:creationId xmlns:a16="http://schemas.microsoft.com/office/drawing/2014/main" id="{15508A71-E163-41AB-8909-A99D6510F420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5" name="椭圆 274">
                  <a:extLst>
                    <a:ext uri="{FF2B5EF4-FFF2-40B4-BE49-F238E27FC236}">
                      <a16:creationId xmlns:a16="http://schemas.microsoft.com/office/drawing/2014/main" id="{29AF2A66-229F-4C49-9788-91B0DFA10B08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6" name="椭圆 275">
                  <a:extLst>
                    <a:ext uri="{FF2B5EF4-FFF2-40B4-BE49-F238E27FC236}">
                      <a16:creationId xmlns:a16="http://schemas.microsoft.com/office/drawing/2014/main" id="{D98E131C-047C-4813-9750-3FEAA116E554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68" name="组合 267">
                <a:extLst>
                  <a:ext uri="{FF2B5EF4-FFF2-40B4-BE49-F238E27FC236}">
                    <a16:creationId xmlns:a16="http://schemas.microsoft.com/office/drawing/2014/main" id="{797FFCDF-5468-4141-A2C8-4B7EAEF45DE6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69" name="椭圆 268">
                  <a:extLst>
                    <a:ext uri="{FF2B5EF4-FFF2-40B4-BE49-F238E27FC236}">
                      <a16:creationId xmlns:a16="http://schemas.microsoft.com/office/drawing/2014/main" id="{656E7864-90E8-4EDD-8918-874F21C2131B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0" name="椭圆 269">
                  <a:extLst>
                    <a:ext uri="{FF2B5EF4-FFF2-40B4-BE49-F238E27FC236}">
                      <a16:creationId xmlns:a16="http://schemas.microsoft.com/office/drawing/2014/main" id="{2CD7AC0D-05CA-4FE5-BC64-9561C4E83131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1" name="椭圆 270">
                  <a:extLst>
                    <a:ext uri="{FF2B5EF4-FFF2-40B4-BE49-F238E27FC236}">
                      <a16:creationId xmlns:a16="http://schemas.microsoft.com/office/drawing/2014/main" id="{461EBD8B-0AB1-4F54-ACC4-50434B782810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2" name="椭圆 271">
                  <a:extLst>
                    <a:ext uri="{FF2B5EF4-FFF2-40B4-BE49-F238E27FC236}">
                      <a16:creationId xmlns:a16="http://schemas.microsoft.com/office/drawing/2014/main" id="{856822D6-5A6D-4AF9-9865-765AC44D0619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287" name="组合 286">
            <a:extLst>
              <a:ext uri="{FF2B5EF4-FFF2-40B4-BE49-F238E27FC236}">
                <a16:creationId xmlns:a16="http://schemas.microsoft.com/office/drawing/2014/main" id="{5AEF93B5-6ED8-4C1B-8700-2BE6DD54152F}"/>
              </a:ext>
            </a:extLst>
          </p:cNvPr>
          <p:cNvGrpSpPr/>
          <p:nvPr/>
        </p:nvGrpSpPr>
        <p:grpSpPr>
          <a:xfrm>
            <a:off x="11383507" y="238944"/>
            <a:ext cx="1247161" cy="1284349"/>
            <a:chOff x="8116376" y="228480"/>
            <a:chExt cx="1247161" cy="1284349"/>
          </a:xfrm>
          <a:solidFill>
            <a:schemeClr val="tx1">
              <a:lumMod val="95000"/>
              <a:lumOff val="5000"/>
            </a:schemeClr>
          </a:solidFill>
        </p:grpSpPr>
        <p:grpSp>
          <p:nvGrpSpPr>
            <p:cNvPr id="288" name="组合 287">
              <a:extLst>
                <a:ext uri="{FF2B5EF4-FFF2-40B4-BE49-F238E27FC236}">
                  <a16:creationId xmlns:a16="http://schemas.microsoft.com/office/drawing/2014/main" id="{ADAEE65D-023E-42F6-87F7-47DF8ED87E75}"/>
                </a:ext>
              </a:extLst>
            </p:cNvPr>
            <p:cNvGrpSpPr/>
            <p:nvPr/>
          </p:nvGrpSpPr>
          <p:grpSpPr>
            <a:xfrm>
              <a:off x="8118019" y="228480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300" name="组合 299">
                <a:extLst>
                  <a:ext uri="{FF2B5EF4-FFF2-40B4-BE49-F238E27FC236}">
                    <a16:creationId xmlns:a16="http://schemas.microsoft.com/office/drawing/2014/main" id="{78B8E335-7074-427D-9531-744677F0D825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306" name="椭圆 305">
                  <a:extLst>
                    <a:ext uri="{FF2B5EF4-FFF2-40B4-BE49-F238E27FC236}">
                      <a16:creationId xmlns:a16="http://schemas.microsoft.com/office/drawing/2014/main" id="{8D93142B-454A-439A-8FAC-254BD1DC5758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7" name="椭圆 306">
                  <a:extLst>
                    <a:ext uri="{FF2B5EF4-FFF2-40B4-BE49-F238E27FC236}">
                      <a16:creationId xmlns:a16="http://schemas.microsoft.com/office/drawing/2014/main" id="{DB11A2AA-BF1B-436E-B37F-B1071A8A6FD3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8" name="椭圆 307">
                  <a:extLst>
                    <a:ext uri="{FF2B5EF4-FFF2-40B4-BE49-F238E27FC236}">
                      <a16:creationId xmlns:a16="http://schemas.microsoft.com/office/drawing/2014/main" id="{2246281C-86E5-40A4-8058-01B95F6E24BE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9" name="椭圆 308">
                  <a:extLst>
                    <a:ext uri="{FF2B5EF4-FFF2-40B4-BE49-F238E27FC236}">
                      <a16:creationId xmlns:a16="http://schemas.microsoft.com/office/drawing/2014/main" id="{65C10E6A-3CAD-4BD1-98BA-5E214CEC1040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01" name="组合 300">
                <a:extLst>
                  <a:ext uri="{FF2B5EF4-FFF2-40B4-BE49-F238E27FC236}">
                    <a16:creationId xmlns:a16="http://schemas.microsoft.com/office/drawing/2014/main" id="{4E1412A2-520D-4271-B7D2-DB9E2EF010CD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302" name="椭圆 301">
                  <a:extLst>
                    <a:ext uri="{FF2B5EF4-FFF2-40B4-BE49-F238E27FC236}">
                      <a16:creationId xmlns:a16="http://schemas.microsoft.com/office/drawing/2014/main" id="{A60F1340-DB13-407D-9337-7953F02D3677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3" name="椭圆 302">
                  <a:extLst>
                    <a:ext uri="{FF2B5EF4-FFF2-40B4-BE49-F238E27FC236}">
                      <a16:creationId xmlns:a16="http://schemas.microsoft.com/office/drawing/2014/main" id="{79DF1B4C-2E72-4244-8BFE-FB25816F1070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4" name="椭圆 303">
                  <a:extLst>
                    <a:ext uri="{FF2B5EF4-FFF2-40B4-BE49-F238E27FC236}">
                      <a16:creationId xmlns:a16="http://schemas.microsoft.com/office/drawing/2014/main" id="{274EDC34-CC1F-4A3D-B284-3D9902D32F2C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5" name="椭圆 304">
                  <a:extLst>
                    <a:ext uri="{FF2B5EF4-FFF2-40B4-BE49-F238E27FC236}">
                      <a16:creationId xmlns:a16="http://schemas.microsoft.com/office/drawing/2014/main" id="{3CCD4451-4EE9-4D75-8FE6-2EDE4761F3E4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89" name="组合 288">
              <a:extLst>
                <a:ext uri="{FF2B5EF4-FFF2-40B4-BE49-F238E27FC236}">
                  <a16:creationId xmlns:a16="http://schemas.microsoft.com/office/drawing/2014/main" id="{752AF045-46ED-441D-B85F-96D4F6AB99DD}"/>
                </a:ext>
              </a:extLst>
            </p:cNvPr>
            <p:cNvGrpSpPr/>
            <p:nvPr/>
          </p:nvGrpSpPr>
          <p:grpSpPr>
            <a:xfrm>
              <a:off x="8116376" y="1056892"/>
              <a:ext cx="1245518" cy="455937"/>
              <a:chOff x="8118019" y="228480"/>
              <a:chExt cx="1245518" cy="455937"/>
            </a:xfrm>
            <a:grpFill/>
          </p:grpSpPr>
          <p:grpSp>
            <p:nvGrpSpPr>
              <p:cNvPr id="290" name="组合 289">
                <a:extLst>
                  <a:ext uri="{FF2B5EF4-FFF2-40B4-BE49-F238E27FC236}">
                    <a16:creationId xmlns:a16="http://schemas.microsoft.com/office/drawing/2014/main" id="{B5296598-6C28-4BEB-823B-75F80E6A2531}"/>
                  </a:ext>
                </a:extLst>
              </p:cNvPr>
              <p:cNvGrpSpPr/>
              <p:nvPr/>
            </p:nvGrpSpPr>
            <p:grpSpPr>
              <a:xfrm>
                <a:off x="8118019" y="228480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96" name="椭圆 295">
                  <a:extLst>
                    <a:ext uri="{FF2B5EF4-FFF2-40B4-BE49-F238E27FC236}">
                      <a16:creationId xmlns:a16="http://schemas.microsoft.com/office/drawing/2014/main" id="{8845BAB1-7E79-4D85-B5A0-563E23FFCCE6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7" name="椭圆 296">
                  <a:extLst>
                    <a:ext uri="{FF2B5EF4-FFF2-40B4-BE49-F238E27FC236}">
                      <a16:creationId xmlns:a16="http://schemas.microsoft.com/office/drawing/2014/main" id="{F0159D38-0805-4BF9-9121-FB4E5D85A037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8" name="椭圆 297">
                  <a:extLst>
                    <a:ext uri="{FF2B5EF4-FFF2-40B4-BE49-F238E27FC236}">
                      <a16:creationId xmlns:a16="http://schemas.microsoft.com/office/drawing/2014/main" id="{B76215F3-56E2-4FC6-8B79-529093CFD8C1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9" name="椭圆 298">
                  <a:extLst>
                    <a:ext uri="{FF2B5EF4-FFF2-40B4-BE49-F238E27FC236}">
                      <a16:creationId xmlns:a16="http://schemas.microsoft.com/office/drawing/2014/main" id="{2417AA37-06F1-4D7B-A95D-7A59B88A842B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91" name="组合 290">
                <a:extLst>
                  <a:ext uri="{FF2B5EF4-FFF2-40B4-BE49-F238E27FC236}">
                    <a16:creationId xmlns:a16="http://schemas.microsoft.com/office/drawing/2014/main" id="{4B67D63D-680E-43E8-A0CA-9409873D4C42}"/>
                  </a:ext>
                </a:extLst>
              </p:cNvPr>
              <p:cNvGrpSpPr/>
              <p:nvPr/>
            </p:nvGrpSpPr>
            <p:grpSpPr>
              <a:xfrm>
                <a:off x="8923269" y="234211"/>
                <a:ext cx="440268" cy="450206"/>
                <a:chOff x="8118019" y="228480"/>
                <a:chExt cx="440268" cy="450206"/>
              </a:xfrm>
              <a:grpFill/>
            </p:grpSpPr>
            <p:sp>
              <p:nvSpPr>
                <p:cNvPr id="292" name="椭圆 291">
                  <a:extLst>
                    <a:ext uri="{FF2B5EF4-FFF2-40B4-BE49-F238E27FC236}">
                      <a16:creationId xmlns:a16="http://schemas.microsoft.com/office/drawing/2014/main" id="{CDFFE231-1C5D-42AC-BF15-83520D15FFE5}"/>
                    </a:ext>
                  </a:extLst>
                </p:cNvPr>
                <p:cNvSpPr/>
                <p:nvPr/>
              </p:nvSpPr>
              <p:spPr>
                <a:xfrm>
                  <a:off x="8118019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3" name="椭圆 292">
                  <a:extLst>
                    <a:ext uri="{FF2B5EF4-FFF2-40B4-BE49-F238E27FC236}">
                      <a16:creationId xmlns:a16="http://schemas.microsoft.com/office/drawing/2014/main" id="{0519A579-46FF-4A18-9F90-7E84997556AF}"/>
                    </a:ext>
                  </a:extLst>
                </p:cNvPr>
                <p:cNvSpPr/>
                <p:nvPr/>
              </p:nvSpPr>
              <p:spPr>
                <a:xfrm>
                  <a:off x="8520644" y="228480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4" name="椭圆 293">
                  <a:extLst>
                    <a:ext uri="{FF2B5EF4-FFF2-40B4-BE49-F238E27FC236}">
                      <a16:creationId xmlns:a16="http://schemas.microsoft.com/office/drawing/2014/main" id="{35238003-575C-4709-A6F8-5BCCE3D7CADD}"/>
                    </a:ext>
                  </a:extLst>
                </p:cNvPr>
                <p:cNvSpPr/>
                <p:nvPr/>
              </p:nvSpPr>
              <p:spPr>
                <a:xfrm>
                  <a:off x="8522287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5" name="椭圆 294">
                  <a:extLst>
                    <a:ext uri="{FF2B5EF4-FFF2-40B4-BE49-F238E27FC236}">
                      <a16:creationId xmlns:a16="http://schemas.microsoft.com/office/drawing/2014/main" id="{AFF69DBE-641C-40D7-B46E-745029C1FC66}"/>
                    </a:ext>
                  </a:extLst>
                </p:cNvPr>
                <p:cNvSpPr/>
                <p:nvPr/>
              </p:nvSpPr>
              <p:spPr>
                <a:xfrm>
                  <a:off x="8118019" y="642686"/>
                  <a:ext cx="36000" cy="360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sp>
        <p:nvSpPr>
          <p:cNvPr id="312" name="矩形 311">
            <a:extLst>
              <a:ext uri="{FF2B5EF4-FFF2-40B4-BE49-F238E27FC236}">
                <a16:creationId xmlns:a16="http://schemas.microsoft.com/office/drawing/2014/main" id="{F6C20D79-D4DB-4169-BADA-CD6A4D9BE7FA}"/>
              </a:ext>
            </a:extLst>
          </p:cNvPr>
          <p:cNvSpPr/>
          <p:nvPr/>
        </p:nvSpPr>
        <p:spPr>
          <a:xfrm>
            <a:off x="-67303" y="-47695"/>
            <a:ext cx="2842040" cy="183618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" name="文本框 312">
            <a:extLst>
              <a:ext uri="{FF2B5EF4-FFF2-40B4-BE49-F238E27FC236}">
                <a16:creationId xmlns:a16="http://schemas.microsoft.com/office/drawing/2014/main" id="{6846B766-2737-4D64-8C55-22666206611B}"/>
              </a:ext>
            </a:extLst>
          </p:cNvPr>
          <p:cNvSpPr txBox="1"/>
          <p:nvPr/>
        </p:nvSpPr>
        <p:spPr>
          <a:xfrm>
            <a:off x="2802393" y="570369"/>
            <a:ext cx="656221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汇报完毕，敬请老师指示</a:t>
            </a:r>
          </a:p>
        </p:txBody>
      </p:sp>
      <p:cxnSp>
        <p:nvCxnSpPr>
          <p:cNvPr id="314" name="直接连接符 313">
            <a:extLst>
              <a:ext uri="{FF2B5EF4-FFF2-40B4-BE49-F238E27FC236}">
                <a16:creationId xmlns:a16="http://schemas.microsoft.com/office/drawing/2014/main" id="{4F70E638-FF08-4029-A113-9B37C851F4DD}"/>
              </a:ext>
            </a:extLst>
          </p:cNvPr>
          <p:cNvCxnSpPr>
            <a:cxnSpLocks/>
          </p:cNvCxnSpPr>
          <p:nvPr/>
        </p:nvCxnSpPr>
        <p:spPr>
          <a:xfrm>
            <a:off x="297393" y="1521191"/>
            <a:ext cx="2050705" cy="2102"/>
          </a:xfrm>
          <a:prstGeom prst="line">
            <a:avLst/>
          </a:prstGeom>
          <a:ln w="571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直角三角形 315">
            <a:extLst>
              <a:ext uri="{FF2B5EF4-FFF2-40B4-BE49-F238E27FC236}">
                <a16:creationId xmlns:a16="http://schemas.microsoft.com/office/drawing/2014/main" id="{537DC7A2-3D1E-4006-93DB-701134E59748}"/>
              </a:ext>
            </a:extLst>
          </p:cNvPr>
          <p:cNvSpPr/>
          <p:nvPr/>
        </p:nvSpPr>
        <p:spPr>
          <a:xfrm rot="13500000">
            <a:off x="-104545" y="381124"/>
            <a:ext cx="828000" cy="828000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7" name="文本框 316">
            <a:extLst>
              <a:ext uri="{FF2B5EF4-FFF2-40B4-BE49-F238E27FC236}">
                <a16:creationId xmlns:a16="http://schemas.microsoft.com/office/drawing/2014/main" id="{1D1717B4-11B1-4FBA-8A66-8C62F2817159}"/>
              </a:ext>
            </a:extLst>
          </p:cNvPr>
          <p:cNvSpPr txBox="1"/>
          <p:nvPr/>
        </p:nvSpPr>
        <p:spPr>
          <a:xfrm>
            <a:off x="1598365" y="914191"/>
            <a:ext cx="13314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+mn-ea"/>
              </a:rPr>
              <a:t>&gt;&gt;</a:t>
            </a:r>
            <a:endParaRPr lang="zh-CN" altLang="en-US" sz="4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8" name="文本框 317">
            <a:extLst>
              <a:ext uri="{FF2B5EF4-FFF2-40B4-BE49-F238E27FC236}">
                <a16:creationId xmlns:a16="http://schemas.microsoft.com/office/drawing/2014/main" id="{3857B520-CE75-4A22-BC2C-36A2FBF4FA1D}"/>
              </a:ext>
            </a:extLst>
          </p:cNvPr>
          <p:cNvSpPr txBox="1"/>
          <p:nvPr/>
        </p:nvSpPr>
        <p:spPr>
          <a:xfrm>
            <a:off x="1031809" y="-88535"/>
            <a:ext cx="133142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500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/</a:t>
            </a:r>
            <a:endParaRPr lang="zh-CN" altLang="en-US" sz="11500" dirty="0">
              <a:solidFill>
                <a:schemeClr val="bg1">
                  <a:lumMod val="85000"/>
                </a:schemeClr>
              </a:solidFill>
              <a:latin typeface="+mn-ea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E73E7D6-8BDF-4391-8C77-E4C4CA2FB579}"/>
              </a:ext>
            </a:extLst>
          </p:cNvPr>
          <p:cNvGrpSpPr/>
          <p:nvPr/>
        </p:nvGrpSpPr>
        <p:grpSpPr>
          <a:xfrm>
            <a:off x="2633877" y="-49852"/>
            <a:ext cx="7426068" cy="447460"/>
            <a:chOff x="2633877" y="-49852"/>
            <a:chExt cx="7239840" cy="447460"/>
          </a:xfrm>
        </p:grpSpPr>
        <p:sp>
          <p:nvSpPr>
            <p:cNvPr id="315" name="矩形 314">
              <a:extLst>
                <a:ext uri="{FF2B5EF4-FFF2-40B4-BE49-F238E27FC236}">
                  <a16:creationId xmlns:a16="http://schemas.microsoft.com/office/drawing/2014/main" id="{2D630B23-BE7C-4A02-A48E-4C3AF0FAC43B}"/>
                </a:ext>
              </a:extLst>
            </p:cNvPr>
            <p:cNvSpPr/>
            <p:nvPr/>
          </p:nvSpPr>
          <p:spPr>
            <a:xfrm>
              <a:off x="2633877" y="-49852"/>
              <a:ext cx="7239840" cy="44746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677D833C-3E3A-4800-B990-6313FA460E97}"/>
                </a:ext>
              </a:extLst>
            </p:cNvPr>
            <p:cNvCxnSpPr>
              <a:cxnSpLocks/>
            </p:cNvCxnSpPr>
            <p:nvPr/>
          </p:nvCxnSpPr>
          <p:spPr>
            <a:xfrm>
              <a:off x="3906875" y="226925"/>
              <a:ext cx="5282845" cy="1775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A6DD81C8-D9A3-44EA-B06D-7884F2EF0D72}"/>
                </a:ext>
              </a:extLst>
            </p:cNvPr>
            <p:cNvSpPr/>
            <p:nvPr/>
          </p:nvSpPr>
          <p:spPr>
            <a:xfrm>
              <a:off x="3018455" y="163344"/>
              <a:ext cx="161163" cy="171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1" name="椭圆 320">
              <a:extLst>
                <a:ext uri="{FF2B5EF4-FFF2-40B4-BE49-F238E27FC236}">
                  <a16:creationId xmlns:a16="http://schemas.microsoft.com/office/drawing/2014/main" id="{40BBA5A8-50FF-408B-BC28-B75CE4587AA8}"/>
                </a:ext>
              </a:extLst>
            </p:cNvPr>
            <p:cNvSpPr/>
            <p:nvPr/>
          </p:nvSpPr>
          <p:spPr>
            <a:xfrm>
              <a:off x="3398235" y="163344"/>
              <a:ext cx="161163" cy="171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28E9EE4-0091-4E25-B2A2-BBD41BDCB20B}"/>
              </a:ext>
            </a:extLst>
          </p:cNvPr>
          <p:cNvCxnSpPr>
            <a:cxnSpLocks/>
          </p:cNvCxnSpPr>
          <p:nvPr/>
        </p:nvCxnSpPr>
        <p:spPr>
          <a:xfrm>
            <a:off x="9873718" y="474133"/>
            <a:ext cx="0" cy="865677"/>
          </a:xfrm>
          <a:prstGeom prst="line">
            <a:avLst/>
          </a:prstGeom>
          <a:ln w="571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接连接符 322">
            <a:extLst>
              <a:ext uri="{FF2B5EF4-FFF2-40B4-BE49-F238E27FC236}">
                <a16:creationId xmlns:a16="http://schemas.microsoft.com/office/drawing/2014/main" id="{E43866D9-4D08-4B2C-B476-ADE9C95E1683}"/>
              </a:ext>
            </a:extLst>
          </p:cNvPr>
          <p:cNvCxnSpPr>
            <a:cxnSpLocks/>
          </p:cNvCxnSpPr>
          <p:nvPr/>
        </p:nvCxnSpPr>
        <p:spPr>
          <a:xfrm>
            <a:off x="9873718" y="1488141"/>
            <a:ext cx="0" cy="199808"/>
          </a:xfrm>
          <a:prstGeom prst="line">
            <a:avLst/>
          </a:prstGeom>
          <a:ln w="571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直接连接符 323">
            <a:extLst>
              <a:ext uri="{FF2B5EF4-FFF2-40B4-BE49-F238E27FC236}">
                <a16:creationId xmlns:a16="http://schemas.microsoft.com/office/drawing/2014/main" id="{2CA51AB7-A298-4C3A-89AA-3F7E01CA2816}"/>
              </a:ext>
            </a:extLst>
          </p:cNvPr>
          <p:cNvCxnSpPr>
            <a:cxnSpLocks/>
          </p:cNvCxnSpPr>
          <p:nvPr/>
        </p:nvCxnSpPr>
        <p:spPr>
          <a:xfrm>
            <a:off x="9640885" y="509073"/>
            <a:ext cx="0" cy="1078972"/>
          </a:xfrm>
          <a:prstGeom prst="line">
            <a:avLst/>
          </a:prstGeom>
          <a:ln w="19050">
            <a:solidFill>
              <a:srgbClr val="000000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51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2603</TotalTime>
  <Words>2741</Words>
  <Application>Microsoft Office PowerPoint</Application>
  <PresentationFormat>宽屏</PresentationFormat>
  <Paragraphs>372</Paragraphs>
  <Slides>20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等线</vt:lpstr>
      <vt:lpstr>等线 Light</vt:lpstr>
      <vt:lpstr>方正姚体</vt:lpstr>
      <vt:lpstr>黑体</vt:lpstr>
      <vt:lpstr>华文楷体</vt:lpstr>
      <vt:lpstr>华文中宋</vt:lpstr>
      <vt:lpstr>Arial</vt:lpstr>
      <vt:lpstr>Bodoni MT Black</vt:lpstr>
      <vt:lpstr>OCR A Extended</vt:lpstr>
      <vt:lpstr>Times New Roman</vt:lpstr>
      <vt:lpstr>Viner Hand ITC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沛溪 中村</dc:creator>
  <cp:lastModifiedBy>沛溪 中村</cp:lastModifiedBy>
  <cp:revision>96</cp:revision>
  <dcterms:created xsi:type="dcterms:W3CDTF">2026-01-13T11:38:27Z</dcterms:created>
  <dcterms:modified xsi:type="dcterms:W3CDTF">2026-03-12T14:06:55Z</dcterms:modified>
</cp:coreProperties>
</file>