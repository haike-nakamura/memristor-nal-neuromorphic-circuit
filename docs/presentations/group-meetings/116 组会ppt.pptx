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62" r:id="rId4"/>
    <p:sldId id="263" r:id="rId5"/>
    <p:sldId id="257" r:id="rId6"/>
    <p:sldId id="264" r:id="rId7"/>
    <p:sldId id="268" r:id="rId8"/>
    <p:sldId id="260" r:id="rId9"/>
    <p:sldId id="276" r:id="rId10"/>
    <p:sldId id="277" r:id="rId11"/>
    <p:sldId id="274" r:id="rId12"/>
    <p:sldId id="269" r:id="rId13"/>
    <p:sldId id="270" r:id="rId14"/>
    <p:sldId id="272" r:id="rId15"/>
    <p:sldId id="273" r:id="rId16"/>
    <p:sldId id="261" r:id="rId17"/>
    <p:sldId id="267" r:id="rId18"/>
    <p:sldId id="275" r:id="rId19"/>
    <p:sldId id="278" r:id="rId20"/>
    <p:sldId id="27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沛溪 中村" initials="沛溪" lastIdx="1" clrIdx="0">
    <p:extLst>
      <p:ext uri="{19B8F6BF-5375-455C-9EA6-DF929625EA0E}">
        <p15:presenceInfo xmlns:p15="http://schemas.microsoft.com/office/powerpoint/2012/main" userId="4b6ad4d7a42030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0000"/>
    <a:srgbClr val="00CCFF"/>
    <a:srgbClr val="FF7575"/>
    <a:srgbClr val="FF8989"/>
    <a:srgbClr val="00002A"/>
    <a:srgbClr val="091425"/>
    <a:srgbClr val="008080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沛溪 中村" userId="4b6ad4d7a42030dd" providerId="LiveId" clId="{353225E4-864F-467D-8322-849B9B0A9092}"/>
    <pc:docChg chg="undo redo custSel addSld delSld modSld sldOrd modMainMaster">
      <pc:chgData name="沛溪 中村" userId="4b6ad4d7a42030dd" providerId="LiveId" clId="{353225E4-864F-467D-8322-849B9B0A9092}" dt="2026-01-16T05:55:44.675" v="13307" actId="1076"/>
      <pc:docMkLst>
        <pc:docMk/>
      </pc:docMkLst>
      <pc:sldChg chg="addSp delSp modSp new mod setBg">
        <pc:chgData name="沛溪 中村" userId="4b6ad4d7a42030dd" providerId="LiveId" clId="{353225E4-864F-467D-8322-849B9B0A9092}" dt="2026-01-13T11:55:28.569" v="319"/>
        <pc:sldMkLst>
          <pc:docMk/>
          <pc:sldMk cId="567495197" sldId="256"/>
        </pc:sldMkLst>
        <pc:spChg chg="del">
          <ac:chgData name="沛溪 中村" userId="4b6ad4d7a42030dd" providerId="LiveId" clId="{353225E4-864F-467D-8322-849B9B0A9092}" dt="2026-01-13T11:38:48.526" v="1" actId="478"/>
          <ac:spMkLst>
            <pc:docMk/>
            <pc:sldMk cId="567495197" sldId="256"/>
            <ac:spMk id="2" creationId="{3507C230-F32F-4CBF-9157-EEDB1E8E213B}"/>
          </ac:spMkLst>
        </pc:spChg>
        <pc:spChg chg="del">
          <ac:chgData name="沛溪 中村" userId="4b6ad4d7a42030dd" providerId="LiveId" clId="{353225E4-864F-467D-8322-849B9B0A9092}" dt="2026-01-13T11:38:49.731" v="2" actId="478"/>
          <ac:spMkLst>
            <pc:docMk/>
            <pc:sldMk cId="567495197" sldId="256"/>
            <ac:spMk id="3" creationId="{4A53FE8B-9588-4119-91A6-4F2A0B98822E}"/>
          </ac:spMkLst>
        </pc:spChg>
        <pc:spChg chg="add mod">
          <ac:chgData name="沛溪 中村" userId="4b6ad4d7a42030dd" providerId="LiveId" clId="{353225E4-864F-467D-8322-849B9B0A9092}" dt="2026-01-13T11:53:33.633" v="291" actId="207"/>
          <ac:spMkLst>
            <pc:docMk/>
            <pc:sldMk cId="567495197" sldId="256"/>
            <ac:spMk id="4" creationId="{485999F7-05DF-4793-A1BA-59776A064A90}"/>
          </ac:spMkLst>
        </pc:spChg>
        <pc:spChg chg="add mod">
          <ac:chgData name="沛溪 中村" userId="4b6ad4d7a42030dd" providerId="LiveId" clId="{353225E4-864F-467D-8322-849B9B0A9092}" dt="2026-01-13T11:51:45.409" v="231" actId="1076"/>
          <ac:spMkLst>
            <pc:docMk/>
            <pc:sldMk cId="567495197" sldId="256"/>
            <ac:spMk id="5" creationId="{D125D484-8EF3-4744-8DB4-6AC4DC1E9BFF}"/>
          </ac:spMkLst>
        </pc:spChg>
        <pc:spChg chg="add mod">
          <ac:chgData name="沛溪 中村" userId="4b6ad4d7a42030dd" providerId="LiveId" clId="{353225E4-864F-467D-8322-849B9B0A9092}" dt="2026-01-13T11:51:49.252" v="232" actId="1076"/>
          <ac:spMkLst>
            <pc:docMk/>
            <pc:sldMk cId="567495197" sldId="256"/>
            <ac:spMk id="7" creationId="{71FFC770-4F84-41E7-81EC-C07101026A75}"/>
          </ac:spMkLst>
        </pc:spChg>
        <pc:spChg chg="add mod">
          <ac:chgData name="沛溪 中村" userId="4b6ad4d7a42030dd" providerId="LiveId" clId="{353225E4-864F-467D-8322-849B9B0A9092}" dt="2026-01-13T11:52:36.741" v="244" actId="1076"/>
          <ac:spMkLst>
            <pc:docMk/>
            <pc:sldMk cId="567495197" sldId="256"/>
            <ac:spMk id="8" creationId="{01943EB9-EBD7-4A9A-83A8-3A2C5B91BCDC}"/>
          </ac:spMkLst>
        </pc:spChg>
        <pc:spChg chg="add mod">
          <ac:chgData name="沛溪 中村" userId="4b6ad4d7a42030dd" providerId="LiveId" clId="{353225E4-864F-467D-8322-849B9B0A9092}" dt="2026-01-13T11:53:05.703" v="273" actId="1076"/>
          <ac:spMkLst>
            <pc:docMk/>
            <pc:sldMk cId="567495197" sldId="256"/>
            <ac:spMk id="9" creationId="{9F7F6DBD-D2D3-497C-AB94-617808ED62E3}"/>
          </ac:spMkLst>
        </pc:spChg>
        <pc:spChg chg="add mod">
          <ac:chgData name="沛溪 中村" userId="4b6ad4d7a42030dd" providerId="LiveId" clId="{353225E4-864F-467D-8322-849B9B0A9092}" dt="2026-01-13T11:53:28.771" v="290" actId="1076"/>
          <ac:spMkLst>
            <pc:docMk/>
            <pc:sldMk cId="567495197" sldId="256"/>
            <ac:spMk id="10" creationId="{93B870E4-AFA2-4381-B016-E62A516F7C42}"/>
          </ac:spMkLst>
        </pc:spChg>
        <pc:spChg chg="add mod ord">
          <ac:chgData name="沛溪 中村" userId="4b6ad4d7a42030dd" providerId="LiveId" clId="{353225E4-864F-467D-8322-849B9B0A9092}" dt="2026-01-13T11:54:59.396" v="312" actId="14100"/>
          <ac:spMkLst>
            <pc:docMk/>
            <pc:sldMk cId="567495197" sldId="256"/>
            <ac:spMk id="16" creationId="{A954B7F4-BA24-4D2E-AE93-B0CD461E0EFA}"/>
          </ac:spMkLst>
        </pc:spChg>
        <pc:cxnChg chg="add mod">
          <ac:chgData name="沛溪 中村" userId="4b6ad4d7a42030dd" providerId="LiveId" clId="{353225E4-864F-467D-8322-849B9B0A9092}" dt="2026-01-13T11:54:00.515" v="297" actId="14100"/>
          <ac:cxnSpMkLst>
            <pc:docMk/>
            <pc:sldMk cId="567495197" sldId="256"/>
            <ac:cxnSpMk id="12" creationId="{3F05A2EC-5B70-4C95-A4E4-B59144FF57B2}"/>
          </ac:cxnSpMkLst>
        </pc:cxnChg>
        <pc:cxnChg chg="add mod">
          <ac:chgData name="沛溪 中村" userId="4b6ad4d7a42030dd" providerId="LiveId" clId="{353225E4-864F-467D-8322-849B9B0A9092}" dt="2026-01-13T11:54:05.481" v="299" actId="1076"/>
          <ac:cxnSpMkLst>
            <pc:docMk/>
            <pc:sldMk cId="567495197" sldId="256"/>
            <ac:cxnSpMk id="15" creationId="{EC1CF351-9168-4DFE-8394-6CFF710CB80A}"/>
          </ac:cxnSpMkLst>
        </pc:cxnChg>
        <pc:cxnChg chg="add del mod">
          <ac:chgData name="沛溪 中村" userId="4b6ad4d7a42030dd" providerId="LiveId" clId="{353225E4-864F-467D-8322-849B9B0A9092}" dt="2026-01-13T11:55:14.113" v="314"/>
          <ac:cxnSpMkLst>
            <pc:docMk/>
            <pc:sldMk cId="567495197" sldId="256"/>
            <ac:cxnSpMk id="17" creationId="{A1F707DD-8A3C-4CF8-8812-E82C1B4F5B15}"/>
          </ac:cxnSpMkLst>
        </pc:cxnChg>
      </pc:sldChg>
      <pc:sldChg chg="add del setBg">
        <pc:chgData name="沛溪 中村" userId="4b6ad4d7a42030dd" providerId="LiveId" clId="{353225E4-864F-467D-8322-849B9B0A9092}" dt="2026-01-13T11:55:16.348" v="316"/>
        <pc:sldMkLst>
          <pc:docMk/>
          <pc:sldMk cId="1357487339" sldId="257"/>
        </pc:sldMkLst>
      </pc:sldChg>
      <pc:sldChg chg="addSp delSp modSp new mod setBg">
        <pc:chgData name="沛溪 中村" userId="4b6ad4d7a42030dd" providerId="LiveId" clId="{353225E4-864F-467D-8322-849B9B0A9092}" dt="2026-01-13T12:17:21.109" v="639" actId="1076"/>
        <pc:sldMkLst>
          <pc:docMk/>
          <pc:sldMk cId="3299538037" sldId="257"/>
        </pc:sldMkLst>
        <pc:spChg chg="del">
          <ac:chgData name="沛溪 中村" userId="4b6ad4d7a42030dd" providerId="LiveId" clId="{353225E4-864F-467D-8322-849B9B0A9092}" dt="2026-01-13T11:55:36.711" v="323" actId="478"/>
          <ac:spMkLst>
            <pc:docMk/>
            <pc:sldMk cId="3299538037" sldId="257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7.501" v="324" actId="478"/>
          <ac:spMkLst>
            <pc:docMk/>
            <pc:sldMk cId="3299538037" sldId="257"/>
            <ac:spMk id="3" creationId="{78098B1E-BA15-408D-9151-1809E39AA510}"/>
          </ac:spMkLst>
        </pc:spChg>
        <pc:spChg chg="add mod">
          <ac:chgData name="沛溪 中村" userId="4b6ad4d7a42030dd" providerId="LiveId" clId="{353225E4-864F-467D-8322-849B9B0A9092}" dt="2026-01-13T12:15:43.982" v="617" actId="692"/>
          <ac:spMkLst>
            <pc:docMk/>
            <pc:sldMk cId="3299538037" sldId="257"/>
            <ac:spMk id="4" creationId="{62CE5753-F71F-425A-B03A-BC1B1B3BD257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5" creationId="{A94F5FFE-7759-47A3-B547-0883BC342324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8" creationId="{B9F31212-B251-429B-B245-4F7F2F790372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9" creationId="{74CE9C89-F09F-44DF-880C-0972C1DC3111}"/>
          </ac:spMkLst>
        </pc:spChg>
        <pc:spChg chg="add del">
          <ac:chgData name="沛溪 中村" userId="4b6ad4d7a42030dd" providerId="LiveId" clId="{353225E4-864F-467D-8322-849B9B0A9092}" dt="2026-01-13T12:01:41.095" v="414" actId="22"/>
          <ac:spMkLst>
            <pc:docMk/>
            <pc:sldMk cId="3299538037" sldId="257"/>
            <ac:spMk id="11" creationId="{7664C0D3-EF07-47F6-9F9B-A4A6867F7C9F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15" creationId="{2A528B43-642E-418B-BF37-C1D32B3140A5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02:59.103" v="446"/>
          <ac:spMkLst>
            <pc:docMk/>
            <pc:sldMk cId="3299538037" sldId="257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2" creationId="{FB568A7E-2AC6-47E7-9ABA-4FC8430B58FD}"/>
          </ac:spMkLst>
        </pc:spChg>
        <pc:spChg chg="mod">
          <ac:chgData name="沛溪 中村" userId="4b6ad4d7a42030dd" providerId="LiveId" clId="{353225E4-864F-467D-8322-849B9B0A9092}" dt="2026-01-13T12:03:45.028" v="497" actId="20577"/>
          <ac:spMkLst>
            <pc:docMk/>
            <pc:sldMk cId="3299538037" sldId="257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03:17.051" v="461"/>
          <ac:spMkLst>
            <pc:docMk/>
            <pc:sldMk cId="3299538037" sldId="257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03:32.634" v="466" actId="20577"/>
          <ac:spMkLst>
            <pc:docMk/>
            <pc:sldMk cId="3299538037" sldId="257"/>
            <ac:spMk id="28" creationId="{125F6056-2CB4-405B-984F-09DB5DB43E01}"/>
          </ac:spMkLst>
        </pc:spChg>
        <pc:spChg chg="mod">
          <ac:chgData name="沛溪 中村" userId="4b6ad4d7a42030dd" providerId="LiveId" clId="{353225E4-864F-467D-8322-849B9B0A9092}" dt="2026-01-13T12:03:48.846" v="511" actId="20577"/>
          <ac:spMkLst>
            <pc:docMk/>
            <pc:sldMk cId="3299538037" sldId="257"/>
            <ac:spMk id="32" creationId="{FDB5F439-5E7A-43D2-8592-4A9CC09DBFA8}"/>
          </ac:spMkLst>
        </pc:spChg>
        <pc:spChg chg="mod">
          <ac:chgData name="沛溪 中村" userId="4b6ad4d7a42030dd" providerId="LiveId" clId="{353225E4-864F-467D-8322-849B9B0A9092}" dt="2026-01-13T12:03:22.082" v="464"/>
          <ac:spMkLst>
            <pc:docMk/>
            <pc:sldMk cId="3299538037" sldId="257"/>
            <ac:spMk id="33" creationId="{446304F8-7963-4B1C-B0F0-524F65194842}"/>
          </ac:spMkLst>
        </pc:spChg>
        <pc:spChg chg="mod">
          <ac:chgData name="沛溪 中村" userId="4b6ad4d7a42030dd" providerId="LiveId" clId="{353225E4-864F-467D-8322-849B9B0A9092}" dt="2026-01-13T12:03:50.635" v="512" actId="20577"/>
          <ac:spMkLst>
            <pc:docMk/>
            <pc:sldMk cId="3299538037" sldId="257"/>
            <ac:spMk id="34" creationId="{792C9C69-F65C-462C-8730-F35CE8F98E27}"/>
          </ac:spMkLst>
        </pc:spChg>
        <pc:spChg chg="add del">
          <ac:chgData name="沛溪 中村" userId="4b6ad4d7a42030dd" providerId="LiveId" clId="{353225E4-864F-467D-8322-849B9B0A9092}" dt="2026-01-13T12:16:50.400" v="628" actId="22"/>
          <ac:spMkLst>
            <pc:docMk/>
            <pc:sldMk cId="3299538037" sldId="257"/>
            <ac:spMk id="70" creationId="{71E563C7-3A80-46D6-90F2-B3B23F40F09A}"/>
          </ac:spMkLst>
        </pc:spChg>
        <pc:spChg chg="add del">
          <ac:chgData name="沛溪 中村" userId="4b6ad4d7a42030dd" providerId="LiveId" clId="{353225E4-864F-467D-8322-849B9B0A9092}" dt="2026-01-13T12:16:51.707" v="630" actId="22"/>
          <ac:spMkLst>
            <pc:docMk/>
            <pc:sldMk cId="3299538037" sldId="257"/>
            <ac:spMk id="72" creationId="{6E9AF80F-8CA1-4CA2-8DAC-B63E73CD335E}"/>
          </ac:spMkLst>
        </pc:spChg>
        <pc:grpChg chg="add mod">
          <ac:chgData name="沛溪 中村" userId="4b6ad4d7a42030dd" providerId="LiveId" clId="{353225E4-864F-467D-8322-849B9B0A9092}" dt="2026-01-13T12:02:27.309" v="433" actId="164"/>
          <ac:grpSpMkLst>
            <pc:docMk/>
            <pc:sldMk cId="3299538037" sldId="257"/>
            <ac:grpSpMk id="6" creationId="{C6AE43CA-2D08-461F-A7C5-912BD4B3BB03}"/>
          </ac:grpSpMkLst>
        </pc:grpChg>
        <pc:grpChg chg="add del mod">
          <ac:chgData name="沛溪 中村" userId="4b6ad4d7a42030dd" providerId="LiveId" clId="{353225E4-864F-467D-8322-849B9B0A9092}" dt="2026-01-13T11:57:54.011" v="408" actId="478"/>
          <ac:grpSpMkLst>
            <pc:docMk/>
            <pc:sldMk cId="3299538037" sldId="257"/>
            <ac:grpSpMk id="7" creationId="{7D76AADD-31FD-4CF1-AC1F-330611A6587D}"/>
          </ac:grpSpMkLst>
        </pc:grpChg>
        <pc:grpChg chg="add mod">
          <ac:chgData name="沛溪 中村" userId="4b6ad4d7a42030dd" providerId="LiveId" clId="{353225E4-864F-467D-8322-849B9B0A9092}" dt="2026-01-13T12:04:30.606" v="516" actId="1076"/>
          <ac:grpSpMkLst>
            <pc:docMk/>
            <pc:sldMk cId="3299538037" sldId="257"/>
            <ac:grpSpMk id="16" creationId="{C48D1DFF-FED1-474C-9662-B6C8215465E9}"/>
          </ac:grpSpMkLst>
        </pc:grpChg>
        <pc:grpChg chg="add mod">
          <ac:chgData name="沛溪 中村" userId="4b6ad4d7a42030dd" providerId="LiveId" clId="{353225E4-864F-467D-8322-849B9B0A9092}" dt="2026-01-13T12:03:01.836" v="447" actId="1076"/>
          <ac:grpSpMkLst>
            <pc:docMk/>
            <pc:sldMk cId="3299538037" sldId="257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02:59.103" v="446"/>
          <ac:grpSpMkLst>
            <pc:docMk/>
            <pc:sldMk cId="3299538037" sldId="257"/>
            <ac:grpSpMk id="18" creationId="{49CD10DB-6748-40FB-B491-750705A80A03}"/>
          </ac:grpSpMkLst>
        </pc:grpChg>
        <pc:grpChg chg="add mod">
          <ac:chgData name="沛溪 中村" userId="4b6ad4d7a42030dd" providerId="LiveId" clId="{353225E4-864F-467D-8322-849B9B0A9092}" dt="2026-01-13T12:03:21.692" v="463" actId="1076"/>
          <ac:grpSpMkLst>
            <pc:docMk/>
            <pc:sldMk cId="3299538037" sldId="257"/>
            <ac:grpSpMk id="23" creationId="{4DE905A7-1DE4-4C07-8FE5-04FB3D574FE7}"/>
          </ac:grpSpMkLst>
        </pc:grpChg>
        <pc:grpChg chg="mod">
          <ac:chgData name="沛溪 中村" userId="4b6ad4d7a42030dd" providerId="LiveId" clId="{353225E4-864F-467D-8322-849B9B0A9092}" dt="2026-01-13T12:03:17.051" v="461"/>
          <ac:grpSpMkLst>
            <pc:docMk/>
            <pc:sldMk cId="3299538037" sldId="257"/>
            <ac:grpSpMk id="24" creationId="{5223C794-B253-456E-984F-744D25364304}"/>
          </ac:grpSpMkLst>
        </pc:grpChg>
        <pc:grpChg chg="add mod">
          <ac:chgData name="沛溪 中村" userId="4b6ad4d7a42030dd" providerId="LiveId" clId="{353225E4-864F-467D-8322-849B9B0A9092}" dt="2026-01-13T12:03:26.026" v="465" actId="1076"/>
          <ac:grpSpMkLst>
            <pc:docMk/>
            <pc:sldMk cId="3299538037" sldId="257"/>
            <ac:grpSpMk id="29" creationId="{D4E80694-393A-4AD2-88C4-8FDB77D2AEAE}"/>
          </ac:grpSpMkLst>
        </pc:grpChg>
        <pc:grpChg chg="mod">
          <ac:chgData name="沛溪 中村" userId="4b6ad4d7a42030dd" providerId="LiveId" clId="{353225E4-864F-467D-8322-849B9B0A9092}" dt="2026-01-13T12:03:22.082" v="464"/>
          <ac:grpSpMkLst>
            <pc:docMk/>
            <pc:sldMk cId="3299538037" sldId="257"/>
            <ac:grpSpMk id="30" creationId="{A8FF4CE7-CF51-40DD-A886-7B61ABDFEC96}"/>
          </ac:grpSpMkLst>
        </pc:grpChg>
        <pc:picChg chg="add del mod">
          <ac:chgData name="沛溪 中村" userId="4b6ad4d7a42030dd" providerId="LiveId" clId="{353225E4-864F-467D-8322-849B9B0A9092}" dt="2026-01-13T12:11:28.690" v="545" actId="478"/>
          <ac:picMkLst>
            <pc:docMk/>
            <pc:sldMk cId="3299538037" sldId="257"/>
            <ac:picMk id="13" creationId="{3B56E872-4F61-4966-AF0E-32D0656C2231}"/>
          </ac:picMkLst>
        </pc:picChg>
        <pc:picChg chg="mod">
          <ac:chgData name="沛溪 中村" userId="4b6ad4d7a42030dd" providerId="LiveId" clId="{353225E4-864F-467D-8322-849B9B0A9092}" dt="2026-01-13T12:11:36.857" v="547" actId="1076"/>
          <ac:picMkLst>
            <pc:docMk/>
            <pc:sldMk cId="3299538037" sldId="257"/>
            <ac:picMk id="19" creationId="{BD8667EB-D62E-446B-B2D6-02B762FA097B}"/>
          </ac:picMkLst>
        </pc:picChg>
        <pc:picChg chg="del mod">
          <ac:chgData name="沛溪 中村" userId="4b6ad4d7a42030dd" providerId="LiveId" clId="{353225E4-864F-467D-8322-849B9B0A9092}" dt="2026-01-13T12:12:04.528" v="548" actId="478"/>
          <ac:picMkLst>
            <pc:docMk/>
            <pc:sldMk cId="3299538037" sldId="257"/>
            <ac:picMk id="25" creationId="{56AFB835-F718-4183-B55D-2CEC9C45FD5E}"/>
          </ac:picMkLst>
        </pc:picChg>
        <pc:picChg chg="del mod">
          <ac:chgData name="沛溪 中村" userId="4b6ad4d7a42030dd" providerId="LiveId" clId="{353225E4-864F-467D-8322-849B9B0A9092}" dt="2026-01-13T12:12:47.107" v="551" actId="478"/>
          <ac:picMkLst>
            <pc:docMk/>
            <pc:sldMk cId="3299538037" sldId="257"/>
            <ac:picMk id="31" creationId="{1D8280C0-6E0E-41F3-BE25-4F8809FF7514}"/>
          </ac:picMkLst>
        </pc:picChg>
        <pc:picChg chg="add del mod">
          <ac:chgData name="沛溪 中村" userId="4b6ad4d7a42030dd" providerId="LiveId" clId="{353225E4-864F-467D-8322-849B9B0A9092}" dt="2026-01-13T12:06:17.259" v="536"/>
          <ac:picMkLst>
            <pc:docMk/>
            <pc:sldMk cId="3299538037" sldId="257"/>
            <ac:picMk id="38" creationId="{FC1EE6E6-9780-4D0C-9B01-8A2F66D7E5A5}"/>
          </ac:picMkLst>
        </pc:picChg>
        <pc:picChg chg="add del mod">
          <ac:chgData name="沛溪 中村" userId="4b6ad4d7a42030dd" providerId="LiveId" clId="{353225E4-864F-467D-8322-849B9B0A9092}" dt="2026-01-13T12:09:29.518" v="542" actId="478"/>
          <ac:picMkLst>
            <pc:docMk/>
            <pc:sldMk cId="3299538037" sldId="257"/>
            <ac:picMk id="40" creationId="{3B3BDC6B-4EA5-42AE-AEFC-66FEBD138DC7}"/>
          </ac:picMkLst>
        </pc:picChg>
        <pc:picChg chg="add del mod">
          <ac:chgData name="沛溪 中村" userId="4b6ad4d7a42030dd" providerId="LiveId" clId="{353225E4-864F-467D-8322-849B9B0A9092}" dt="2026-01-13T12:16:17.359" v="621" actId="478"/>
          <ac:picMkLst>
            <pc:docMk/>
            <pc:sldMk cId="3299538037" sldId="257"/>
            <ac:picMk id="42" creationId="{8FD15056-5E9F-4530-B1B0-7EFD789779B6}"/>
          </ac:picMkLst>
        </pc:picChg>
        <pc:picChg chg="add mod">
          <ac:chgData name="沛溪 中村" userId="4b6ad4d7a42030dd" providerId="LiveId" clId="{353225E4-864F-467D-8322-849B9B0A9092}" dt="2026-01-13T12:12:10.738" v="550" actId="1076"/>
          <ac:picMkLst>
            <pc:docMk/>
            <pc:sldMk cId="3299538037" sldId="257"/>
            <ac:picMk id="44" creationId="{AA619368-4AF0-4BAC-A9D2-016FA7957E68}"/>
          </ac:picMkLst>
        </pc:picChg>
        <pc:picChg chg="add mod">
          <ac:chgData name="沛溪 中村" userId="4b6ad4d7a42030dd" providerId="LiveId" clId="{353225E4-864F-467D-8322-849B9B0A9092}" dt="2026-01-13T12:12:56.893" v="555" actId="1076"/>
          <ac:picMkLst>
            <pc:docMk/>
            <pc:sldMk cId="3299538037" sldId="257"/>
            <ac:picMk id="46" creationId="{3F38CBE5-B325-4D15-A40A-245D3842989C}"/>
          </ac:picMkLst>
        </pc:picChg>
        <pc:picChg chg="add del mod">
          <ac:chgData name="沛溪 中村" userId="4b6ad4d7a42030dd" providerId="LiveId" clId="{353225E4-864F-467D-8322-849B9B0A9092}" dt="2026-01-13T12:16:30.477" v="623"/>
          <ac:picMkLst>
            <pc:docMk/>
            <pc:sldMk cId="3299538037" sldId="257"/>
            <ac:picMk id="66" creationId="{E1E7CF84-D19F-4F1A-B378-5EDAEAD08C1B}"/>
          </ac:picMkLst>
        </pc:picChg>
        <pc:picChg chg="add del mod">
          <ac:chgData name="沛溪 中村" userId="4b6ad4d7a42030dd" providerId="LiveId" clId="{353225E4-864F-467D-8322-849B9B0A9092}" dt="2026-01-13T12:17:04.941" v="633" actId="21"/>
          <ac:picMkLst>
            <pc:docMk/>
            <pc:sldMk cId="3299538037" sldId="257"/>
            <ac:picMk id="68" creationId="{09AB2D8E-1D8B-4CB1-9985-7D2724B9FEFC}"/>
          </ac:picMkLst>
        </pc:picChg>
        <pc:picChg chg="add mod">
          <ac:chgData name="沛溪 中村" userId="4b6ad4d7a42030dd" providerId="LiveId" clId="{353225E4-864F-467D-8322-849B9B0A9092}" dt="2026-01-13T12:17:21.109" v="639" actId="1076"/>
          <ac:picMkLst>
            <pc:docMk/>
            <pc:sldMk cId="3299538037" sldId="257"/>
            <ac:picMk id="74" creationId="{F01B2C4B-C716-40FD-B472-3AA118BD9113}"/>
          </ac:picMkLst>
        </pc:picChg>
        <pc:cxnChg chg="add del">
          <ac:chgData name="沛溪 中村" userId="4b6ad4d7a42030dd" providerId="LiveId" clId="{353225E4-864F-467D-8322-849B9B0A9092}" dt="2026-01-13T12:05:38.130" v="529" actId="478"/>
          <ac:cxnSpMkLst>
            <pc:docMk/>
            <pc:sldMk cId="3299538037" sldId="257"/>
            <ac:cxnSpMk id="36" creationId="{9356CD0A-4E31-4664-A5B3-95FBB807A8D7}"/>
          </ac:cxnSpMkLst>
        </pc:cxnChg>
        <pc:cxnChg chg="add mod ord">
          <ac:chgData name="沛溪 中村" userId="4b6ad4d7a42030dd" providerId="LiveId" clId="{353225E4-864F-467D-8322-849B9B0A9092}" dt="2026-01-13T12:14:45.239" v="595" actId="692"/>
          <ac:cxnSpMkLst>
            <pc:docMk/>
            <pc:sldMk cId="3299538037" sldId="257"/>
            <ac:cxnSpMk id="48" creationId="{302D6684-3025-41A5-A869-CD95CEFEDE70}"/>
          </ac:cxnSpMkLst>
        </pc:cxnChg>
        <pc:cxnChg chg="add del mod">
          <ac:chgData name="沛溪 中村" userId="4b6ad4d7a42030dd" providerId="LiveId" clId="{353225E4-864F-467D-8322-849B9B0A9092}" dt="2026-01-13T12:13:29.118" v="560"/>
          <ac:cxnSpMkLst>
            <pc:docMk/>
            <pc:sldMk cId="3299538037" sldId="257"/>
            <ac:cxnSpMk id="50" creationId="{FEB7A069-4A25-4510-8691-12090A6B7FA8}"/>
          </ac:cxnSpMkLst>
        </pc:cxnChg>
        <pc:cxnChg chg="add mod ord">
          <ac:chgData name="沛溪 中村" userId="4b6ad4d7a42030dd" providerId="LiveId" clId="{353225E4-864F-467D-8322-849B9B0A9092}" dt="2026-01-13T12:15:13.915" v="611" actId="14100"/>
          <ac:cxnSpMkLst>
            <pc:docMk/>
            <pc:sldMk cId="3299538037" sldId="257"/>
            <ac:cxnSpMk id="54" creationId="{9875D3D3-23FE-4E72-97E0-C3AD5ADF0184}"/>
          </ac:cxnSpMkLst>
        </pc:cxnChg>
        <pc:cxnChg chg="add mod">
          <ac:chgData name="沛溪 中村" userId="4b6ad4d7a42030dd" providerId="LiveId" clId="{353225E4-864F-467D-8322-849B9B0A9092}" dt="2026-01-13T12:15:19.569" v="613" actId="1076"/>
          <ac:cxnSpMkLst>
            <pc:docMk/>
            <pc:sldMk cId="3299538037" sldId="257"/>
            <ac:cxnSpMk id="56" creationId="{E627F3CB-D19E-4372-A510-CAEBB266E5A7}"/>
          </ac:cxnSpMkLst>
        </pc:cxnChg>
        <pc:cxnChg chg="add mod ord">
          <ac:chgData name="沛溪 中村" userId="4b6ad4d7a42030dd" providerId="LiveId" clId="{353225E4-864F-467D-8322-849B9B0A9092}" dt="2026-01-13T12:15:16.370" v="612" actId="14100"/>
          <ac:cxnSpMkLst>
            <pc:docMk/>
            <pc:sldMk cId="3299538037" sldId="257"/>
            <ac:cxnSpMk id="59" creationId="{007B5ECC-D1C3-4CD1-AC32-72414C03504D}"/>
          </ac:cxnSpMkLst>
        </pc:cxnChg>
        <pc:cxnChg chg="add del mod">
          <ac:chgData name="沛溪 中村" userId="4b6ad4d7a42030dd" providerId="LiveId" clId="{353225E4-864F-467D-8322-849B9B0A9092}" dt="2026-01-13T12:14:52.899" v="602" actId="478"/>
          <ac:cxnSpMkLst>
            <pc:docMk/>
            <pc:sldMk cId="3299538037" sldId="257"/>
            <ac:cxnSpMk id="60" creationId="{2B3401E9-63DA-443E-9E0B-D515D18E95DC}"/>
          </ac:cxnSpMkLst>
        </pc:cxnChg>
        <pc:cxnChg chg="add mod ord">
          <ac:chgData name="沛溪 中村" userId="4b6ad4d7a42030dd" providerId="LiveId" clId="{353225E4-864F-467D-8322-849B9B0A9092}" dt="2026-01-13T12:15:08.924" v="610" actId="167"/>
          <ac:cxnSpMkLst>
            <pc:docMk/>
            <pc:sldMk cId="3299538037" sldId="257"/>
            <ac:cxnSpMk id="61" creationId="{EB3C9446-EDD0-452E-A411-C53E0BFF4800}"/>
          </ac:cxnSpMkLst>
        </pc:cxnChg>
      </pc:sldChg>
      <pc:sldChg chg="delSp add del mod">
        <pc:chgData name="沛溪 中村" userId="4b6ad4d7a42030dd" providerId="LiveId" clId="{353225E4-864F-467D-8322-849B9B0A9092}" dt="2026-01-13T12:46:50.649" v="2548" actId="47"/>
        <pc:sldMkLst>
          <pc:docMk/>
          <pc:sldMk cId="1178221437" sldId="258"/>
        </pc:sldMkLst>
        <pc:spChg chg="del">
          <ac:chgData name="沛溪 中村" userId="4b6ad4d7a42030dd" providerId="LiveId" clId="{353225E4-864F-467D-8322-849B9B0A9092}" dt="2026-01-13T11:55:32.567" v="321" actId="478"/>
          <ac:spMkLst>
            <pc:docMk/>
            <pc:sldMk cId="1178221437" sldId="258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3.782" v="322" actId="478"/>
          <ac:spMkLst>
            <pc:docMk/>
            <pc:sldMk cId="1178221437" sldId="258"/>
            <ac:spMk id="3" creationId="{78098B1E-BA15-408D-9151-1809E39AA510}"/>
          </ac:spMkLst>
        </pc:spChg>
      </pc:sldChg>
      <pc:sldChg chg="modSp add del mod ord">
        <pc:chgData name="沛溪 中村" userId="4b6ad4d7a42030dd" providerId="LiveId" clId="{353225E4-864F-467D-8322-849B9B0A9092}" dt="2026-01-13T12:17:17.782" v="638"/>
        <pc:sldMkLst>
          <pc:docMk/>
          <pc:sldMk cId="4118616141" sldId="259"/>
        </pc:sldMkLst>
        <pc:picChg chg="mod">
          <ac:chgData name="沛溪 中村" userId="4b6ad4d7a42030dd" providerId="LiveId" clId="{353225E4-864F-467D-8322-849B9B0A9092}" dt="2026-01-13T12:17:16.662" v="636" actId="1076"/>
          <ac:picMkLst>
            <pc:docMk/>
            <pc:sldMk cId="4118616141" sldId="259"/>
            <ac:picMk id="42" creationId="{8FD15056-5E9F-4530-B1B0-7EFD789779B6}"/>
          </ac:picMkLst>
        </pc:picChg>
      </pc:sldChg>
      <pc:sldChg chg="modSp add mod">
        <pc:chgData name="沛溪 中村" userId="4b6ad4d7a42030dd" providerId="LiveId" clId="{353225E4-864F-467D-8322-849B9B0A9092}" dt="2026-01-13T12:18:16.201" v="647" actId="14826"/>
        <pc:sldMkLst>
          <pc:docMk/>
          <pc:sldMk cId="76436427" sldId="260"/>
        </pc:sldMkLst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2" creationId="{FB568A7E-2AC6-47E7-9ABA-4FC8430B58FD}"/>
          </ac:spMkLst>
        </pc:s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8" creationId="{49CD10DB-6748-40FB-B491-750705A80A03}"/>
          </ac:grpSpMkLst>
        </pc:grpChg>
        <pc:picChg chg="mod">
          <ac:chgData name="沛溪 中村" userId="4b6ad4d7a42030dd" providerId="LiveId" clId="{353225E4-864F-467D-8322-849B9B0A9092}" dt="2026-01-13T12:18:16.201" v="647" actId="14826"/>
          <ac:picMkLst>
            <pc:docMk/>
            <pc:sldMk cId="76436427" sldId="260"/>
            <ac:picMk id="19" creationId="{BD8667EB-D62E-446B-B2D6-02B762FA097B}"/>
          </ac:picMkLst>
        </pc:picChg>
        <pc:cxnChg chg="mod">
          <ac:chgData name="沛溪 中村" userId="4b6ad4d7a42030dd" providerId="LiveId" clId="{353225E4-864F-467D-8322-849B9B0A9092}" dt="2026-01-13T12:17:30.678" v="643" actId="692"/>
          <ac:cxnSpMkLst>
            <pc:docMk/>
            <pc:sldMk cId="76436427" sldId="260"/>
            <ac:cxnSpMk id="48" creationId="{302D6684-3025-41A5-A869-CD95CEFEDE70}"/>
          </ac:cxnSpMkLst>
        </pc:cxnChg>
      </pc:sldChg>
      <pc:sldChg chg="add del">
        <pc:chgData name="沛溪 中村" userId="4b6ad4d7a42030dd" providerId="LiveId" clId="{353225E4-864F-467D-8322-849B9B0A9092}" dt="2026-01-13T12:17:24.469" v="640" actId="47"/>
        <pc:sldMkLst>
          <pc:docMk/>
          <pc:sldMk cId="375189303" sldId="260"/>
        </pc:sldMkLst>
      </pc:sldChg>
      <pc:sldChg chg="modSp add mod">
        <pc:chgData name="沛溪 中村" userId="4b6ad4d7a42030dd" providerId="LiveId" clId="{353225E4-864F-467D-8322-849B9B0A9092}" dt="2026-01-13T12:18:49.140" v="652" actId="692"/>
        <pc:sldMkLst>
          <pc:docMk/>
          <pc:sldMk cId="1182989881" sldId="261"/>
        </pc:sldMkLst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18:49.140" v="652" actId="692"/>
          <ac:spMkLst>
            <pc:docMk/>
            <pc:sldMk cId="1182989881" sldId="261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8" creationId="{125F6056-2CB4-405B-984F-09DB5DB43E01}"/>
          </ac:spMkLst>
        </pc:spChg>
        <pc:picChg chg="mod">
          <ac:chgData name="沛溪 中村" userId="4b6ad4d7a42030dd" providerId="LiveId" clId="{353225E4-864F-467D-8322-849B9B0A9092}" dt="2026-01-13T12:18:37.483" v="650" actId="14826"/>
          <ac:picMkLst>
            <pc:docMk/>
            <pc:sldMk cId="1182989881" sldId="261"/>
            <ac:picMk id="44" creationId="{AA619368-4AF0-4BAC-A9D2-016FA7957E68}"/>
          </ac:picMkLst>
        </pc:pic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4" creationId="{9875D3D3-23FE-4E72-97E0-C3AD5ADF0184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6" creationId="{E627F3CB-D19E-4372-A510-CAEBB266E5A7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9" creationId="{007B5ECC-D1C3-4CD1-AC32-72414C03504D}"/>
          </ac:cxnSpMkLst>
        </pc:cxnChg>
      </pc:sldChg>
      <pc:sldChg chg="add del">
        <pc:chgData name="沛溪 中村" userId="4b6ad4d7a42030dd" providerId="LiveId" clId="{353225E4-864F-467D-8322-849B9B0A9092}" dt="2026-01-13T12:17:25.135" v="641" actId="47"/>
        <pc:sldMkLst>
          <pc:docMk/>
          <pc:sldMk cId="3848017193" sldId="261"/>
        </pc:sldMkLst>
      </pc:sldChg>
      <pc:sldChg chg="addSp modSp add mod">
        <pc:chgData name="沛溪 中村" userId="4b6ad4d7a42030dd" providerId="LiveId" clId="{353225E4-864F-467D-8322-849B9B0A9092}" dt="2026-01-14T13:38:32.873" v="12047" actId="2711"/>
        <pc:sldMkLst>
          <pc:docMk/>
          <pc:sldMk cId="2903389945" sldId="262"/>
        </pc:sldMkLst>
        <pc:spChg chg="add mod">
          <ac:chgData name="沛溪 中村" userId="4b6ad4d7a42030dd" providerId="LiveId" clId="{353225E4-864F-467D-8322-849B9B0A9092}" dt="2026-01-13T12:20:20.670" v="721" actId="1076"/>
          <ac:spMkLst>
            <pc:docMk/>
            <pc:sldMk cId="2903389945" sldId="262"/>
            <ac:spMk id="2" creationId="{529201A5-D1E3-46D0-BB18-C33BB318D456}"/>
          </ac:spMkLst>
        </pc:spChg>
        <pc:spChg chg="add mod">
          <ac:chgData name="沛溪 中村" userId="4b6ad4d7a42030dd" providerId="LiveId" clId="{353225E4-864F-467D-8322-849B9B0A9092}" dt="2026-01-13T12:21:57.097" v="797" actId="1076"/>
          <ac:spMkLst>
            <pc:docMk/>
            <pc:sldMk cId="2903389945" sldId="262"/>
            <ac:spMk id="3" creationId="{7E288859-9B22-4438-AA66-09082DCE6083}"/>
          </ac:spMkLst>
        </pc:spChg>
        <pc:spChg chg="add mod">
          <ac:chgData name="沛溪 中村" userId="4b6ad4d7a42030dd" providerId="LiveId" clId="{353225E4-864F-467D-8322-849B9B0A9092}" dt="2026-01-13T12:22:16.291" v="817" actId="1076"/>
          <ac:spMkLst>
            <pc:docMk/>
            <pc:sldMk cId="2903389945" sldId="262"/>
            <ac:spMk id="4" creationId="{702210D9-1875-417B-97C8-736B3BC5C669}"/>
          </ac:spMkLst>
        </pc:spChg>
        <pc:spChg chg="add mod ord">
          <ac:chgData name="沛溪 中村" userId="4b6ad4d7a42030dd" providerId="LiveId" clId="{353225E4-864F-467D-8322-849B9B0A9092}" dt="2026-01-13T12:21:54.514" v="796" actId="692"/>
          <ac:spMkLst>
            <pc:docMk/>
            <pc:sldMk cId="2903389945" sldId="262"/>
            <ac:spMk id="5" creationId="{3D195604-6E68-48B8-9C23-6B19CBE01A8A}"/>
          </ac:spMkLst>
        </pc:spChg>
        <pc:spChg chg="add mod ord">
          <ac:chgData name="沛溪 中村" userId="4b6ad4d7a42030dd" providerId="LiveId" clId="{353225E4-864F-467D-8322-849B9B0A9092}" dt="2026-01-14T13:38:15.463" v="12041" actId="1076"/>
          <ac:spMkLst>
            <pc:docMk/>
            <pc:sldMk cId="2903389945" sldId="262"/>
            <ac:spMk id="6" creationId="{5A8DD637-03F4-4C31-8BBA-0C2B0C1C0C61}"/>
          </ac:spMkLst>
        </pc:spChg>
        <pc:spChg chg="add mod">
          <ac:chgData name="沛溪 中村" userId="4b6ad4d7a42030dd" providerId="LiveId" clId="{353225E4-864F-467D-8322-849B9B0A9092}" dt="2026-01-14T13:38:29.753" v="12046" actId="2711"/>
          <ac:spMkLst>
            <pc:docMk/>
            <pc:sldMk cId="2903389945" sldId="262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4T13:38:32.873" v="12047" actId="2711"/>
          <ac:spMkLst>
            <pc:docMk/>
            <pc:sldMk cId="2903389945" sldId="262"/>
            <ac:spMk id="8" creationId="{3766C356-255F-47BB-8B4E-49C7A2F626E7}"/>
          </ac:spMkLst>
        </pc:spChg>
      </pc:sldChg>
      <pc:sldChg chg="addSp delSp modSp add mod">
        <pc:chgData name="沛溪 中村" userId="4b6ad4d7a42030dd" providerId="LiveId" clId="{353225E4-864F-467D-8322-849B9B0A9092}" dt="2026-01-16T05:52:02.535" v="13165" actId="20577"/>
        <pc:sldMkLst>
          <pc:docMk/>
          <pc:sldMk cId="1813256592" sldId="263"/>
        </pc:sldMkLst>
        <pc:spChg chg="del">
          <ac:chgData name="沛溪 中村" userId="4b6ad4d7a42030dd" providerId="LiveId" clId="{353225E4-864F-467D-8322-849B9B0A9092}" dt="2026-01-13T12:27:46.541" v="1487" actId="478"/>
          <ac:spMkLst>
            <pc:docMk/>
            <pc:sldMk cId="1813256592" sldId="263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27:49.189" v="1489" actId="478"/>
          <ac:spMkLst>
            <pc:docMk/>
            <pc:sldMk cId="1813256592" sldId="263"/>
            <ac:spMk id="4" creationId="{702210D9-1875-417B-97C8-736B3BC5C669}"/>
          </ac:spMkLst>
        </pc:spChg>
        <pc:spChg chg="del">
          <ac:chgData name="沛溪 中村" userId="4b6ad4d7a42030dd" providerId="LiveId" clId="{353225E4-864F-467D-8322-849B9B0A9092}" dt="2026-01-13T12:27:45.394" v="1486" actId="478"/>
          <ac:spMkLst>
            <pc:docMk/>
            <pc:sldMk cId="1813256592" sldId="26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27:49.598" v="1490" actId="478"/>
          <ac:spMkLst>
            <pc:docMk/>
            <pc:sldMk cId="1813256592" sldId="263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27:47.660" v="1488" actId="478"/>
          <ac:spMkLst>
            <pc:docMk/>
            <pc:sldMk cId="1813256592" sldId="263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6T05:52:02.535" v="13165" actId="20577"/>
          <ac:spMkLst>
            <pc:docMk/>
            <pc:sldMk cId="1813256592" sldId="263"/>
            <ac:spMk id="7" creationId="{F9B3C64C-B0FE-42AA-99FA-FDDF08919466}"/>
          </ac:spMkLst>
        </pc:spChg>
        <pc:spChg chg="del">
          <ac:chgData name="沛溪 中村" userId="4b6ad4d7a42030dd" providerId="LiveId" clId="{353225E4-864F-467D-8322-849B9B0A9092}" dt="2026-01-13T12:27:50.562" v="1491" actId="478"/>
          <ac:spMkLst>
            <pc:docMk/>
            <pc:sldMk cId="1813256592" sldId="263"/>
            <ac:spMk id="8" creationId="{3766C356-255F-47BB-8B4E-49C7A2F626E7}"/>
          </ac:spMkLst>
        </pc:spChg>
        <pc:spChg chg="add mod ord">
          <ac:chgData name="沛溪 中村" userId="4b6ad4d7a42030dd" providerId="LiveId" clId="{353225E4-864F-467D-8322-849B9B0A9092}" dt="2026-01-16T05:51:56.657" v="13163" actId="1076"/>
          <ac:spMkLst>
            <pc:docMk/>
            <pc:sldMk cId="1813256592" sldId="263"/>
            <ac:spMk id="11" creationId="{B12064B1-187A-4AE6-B3E0-73D319EC27A9}"/>
          </ac:spMkLst>
        </pc:spChg>
        <pc:spChg chg="add mod">
          <ac:chgData name="沛溪 中村" userId="4b6ad4d7a42030dd" providerId="LiveId" clId="{353225E4-864F-467D-8322-849B9B0A9092}" dt="2026-01-16T05:50:26.943" v="13045" actId="1076"/>
          <ac:spMkLst>
            <pc:docMk/>
            <pc:sldMk cId="1813256592" sldId="263"/>
            <ac:spMk id="14" creationId="{62035740-A158-440C-8C28-DB59AE8F0B16}"/>
          </ac:spMkLst>
        </pc:spChg>
        <pc:picChg chg="add mod">
          <ac:chgData name="沛溪 中村" userId="4b6ad4d7a42030dd" providerId="LiveId" clId="{353225E4-864F-467D-8322-849B9B0A9092}" dt="2026-01-13T12:29:34.349" v="1521" actId="1076"/>
          <ac:picMkLst>
            <pc:docMk/>
            <pc:sldMk cId="1813256592" sldId="263"/>
            <ac:picMk id="10" creationId="{00408EAB-D660-4160-9171-37FF4D424089}"/>
          </ac:picMkLst>
        </pc:picChg>
        <pc:picChg chg="add mod">
          <ac:chgData name="沛溪 中村" userId="4b6ad4d7a42030dd" providerId="LiveId" clId="{353225E4-864F-467D-8322-849B9B0A9092}" dt="2026-01-16T05:50:25.021" v="13044" actId="1076"/>
          <ac:picMkLst>
            <pc:docMk/>
            <pc:sldMk cId="1813256592" sldId="263"/>
            <ac:picMk id="13" creationId="{15BD1663-F9D6-4821-A599-B484139730AC}"/>
          </ac:picMkLst>
        </pc:picChg>
      </pc:sldChg>
      <pc:sldChg chg="addSp delSp modSp add mod">
        <pc:chgData name="沛溪 中村" userId="4b6ad4d7a42030dd" providerId="LiveId" clId="{353225E4-864F-467D-8322-849B9B0A9092}" dt="2026-01-13T12:34:55.355" v="1864" actId="20577"/>
        <pc:sldMkLst>
          <pc:docMk/>
          <pc:sldMk cId="2362338169" sldId="264"/>
        </pc:sldMkLst>
        <pc:spChg chg="mod">
          <ac:chgData name="沛溪 中村" userId="4b6ad4d7a42030dd" providerId="LiveId" clId="{353225E4-864F-467D-8322-849B9B0A9092}" dt="2026-01-13T12:31:40.859" v="1769" actId="20577"/>
          <ac:spMkLst>
            <pc:docMk/>
            <pc:sldMk cId="2362338169" sldId="264"/>
            <ac:spMk id="2" creationId="{529201A5-D1E3-46D0-BB18-C33BB318D456}"/>
          </ac:spMkLst>
        </pc:spChg>
        <pc:spChg chg="add del mod">
          <ac:chgData name="沛溪 中村" userId="4b6ad4d7a42030dd" providerId="LiveId" clId="{353225E4-864F-467D-8322-849B9B0A9092}" dt="2026-01-13T12:31:37.208" v="1767" actId="478"/>
          <ac:spMkLst>
            <pc:docMk/>
            <pc:sldMk cId="2362338169" sldId="264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31:43.924" v="1771" actId="478"/>
          <ac:spMkLst>
            <pc:docMk/>
            <pc:sldMk cId="2362338169" sldId="264"/>
            <ac:spMk id="4" creationId="{702210D9-1875-417B-97C8-736B3BC5C669}"/>
          </ac:spMkLst>
        </pc:spChg>
        <pc:spChg chg="mod">
          <ac:chgData name="沛溪 中村" userId="4b6ad4d7a42030dd" providerId="LiveId" clId="{353225E4-864F-467D-8322-849B9B0A9092}" dt="2026-01-13T12:34:12.197" v="1846" actId="14100"/>
          <ac:spMkLst>
            <pc:docMk/>
            <pc:sldMk cId="2362338169" sldId="264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32:23.930" v="1779" actId="478"/>
          <ac:spMkLst>
            <pc:docMk/>
            <pc:sldMk cId="2362338169" sldId="264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31:42.617" v="1770" actId="478"/>
          <ac:spMkLst>
            <pc:docMk/>
            <pc:sldMk cId="2362338169" sldId="264"/>
            <ac:spMk id="7" creationId="{CAD25DCA-EDF1-48C7-B6D6-C2ABBD1C5BDE}"/>
          </ac:spMkLst>
        </pc:spChg>
        <pc:spChg chg="del">
          <ac:chgData name="沛溪 中村" userId="4b6ad4d7a42030dd" providerId="LiveId" clId="{353225E4-864F-467D-8322-849B9B0A9092}" dt="2026-01-13T12:31:44.838" v="1772" actId="478"/>
          <ac:spMkLst>
            <pc:docMk/>
            <pc:sldMk cId="2362338169" sldId="264"/>
            <ac:spMk id="8" creationId="{3766C356-255F-47BB-8B4E-49C7A2F626E7}"/>
          </ac:spMkLst>
        </pc:spChg>
        <pc:spChg chg="add mod">
          <ac:chgData name="沛溪 中村" userId="4b6ad4d7a42030dd" providerId="LiveId" clId="{353225E4-864F-467D-8322-849B9B0A9092}" dt="2026-01-13T12:34:55.355" v="1864" actId="20577"/>
          <ac:spMkLst>
            <pc:docMk/>
            <pc:sldMk cId="2362338169" sldId="264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3T12:50:41.896" v="2571" actId="47"/>
        <pc:sldMkLst>
          <pc:docMk/>
          <pc:sldMk cId="2749632878" sldId="265"/>
        </pc:sldMkLst>
        <pc:spChg chg="add mod">
          <ac:chgData name="沛溪 中村" userId="4b6ad4d7a42030dd" providerId="LiveId" clId="{353225E4-864F-467D-8322-849B9B0A9092}" dt="2026-01-13T12:45:11.251" v="2439" actId="1076"/>
          <ac:spMkLst>
            <pc:docMk/>
            <pc:sldMk cId="2749632878" sldId="265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3T12:45:52.085" v="2466" actId="1076"/>
          <ac:spMkLst>
            <pc:docMk/>
            <pc:sldMk cId="2749632878" sldId="265"/>
            <ac:spMk id="4" creationId="{3E77F559-B366-4D61-8CF2-5FEB2C68C0F4}"/>
          </ac:spMkLst>
        </pc:spChg>
        <pc:spChg chg="mod">
          <ac:chgData name="沛溪 中村" userId="4b6ad4d7a42030dd" providerId="LiveId" clId="{353225E4-864F-467D-8322-849B9B0A9092}" dt="2026-01-13T12:45:07.427" v="2438" actId="1076"/>
          <ac:spMkLst>
            <pc:docMk/>
            <pc:sldMk cId="2749632878" sldId="265"/>
            <ac:spMk id="5" creationId="{3D195604-6E68-48B8-9C23-6B19CBE01A8A}"/>
          </ac:spMkLst>
        </pc:spChg>
        <pc:spChg chg="add del mod">
          <ac:chgData name="沛溪 中村" userId="4b6ad4d7a42030dd" providerId="LiveId" clId="{353225E4-864F-467D-8322-849B9B0A9092}" dt="2026-01-13T12:41:09.903" v="2146" actId="478"/>
          <ac:spMkLst>
            <pc:docMk/>
            <pc:sldMk cId="2749632878" sldId="265"/>
            <ac:spMk id="7" creationId="{5EC7AFE2-1CE6-4814-A635-6D9883DD83DB}"/>
          </ac:spMkLst>
        </pc:spChg>
        <pc:spChg chg="add mod">
          <ac:chgData name="沛溪 中村" userId="4b6ad4d7a42030dd" providerId="LiveId" clId="{353225E4-864F-467D-8322-849B9B0A9092}" dt="2026-01-13T12:46:37.189" v="2545" actId="1076"/>
          <ac:spMkLst>
            <pc:docMk/>
            <pc:sldMk cId="2749632878" sldId="265"/>
            <ac:spMk id="8" creationId="{DC72027D-A87C-4F2D-B2E7-93D162EA8E5B}"/>
          </ac:spMkLst>
        </pc:spChg>
        <pc:spChg chg="mod">
          <ac:chgData name="沛溪 中村" userId="4b6ad4d7a42030dd" providerId="LiveId" clId="{353225E4-864F-467D-8322-849B9B0A9092}" dt="2026-01-13T12:35:15.087" v="1866" actId="20577"/>
          <ac:spMkLst>
            <pc:docMk/>
            <pc:sldMk cId="2749632878" sldId="265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4T12:18:19.989" v="3419" actId="47"/>
        <pc:sldMkLst>
          <pc:docMk/>
          <pc:sldMk cId="2897531879" sldId="266"/>
        </pc:sldMkLst>
        <pc:spChg chg="mod">
          <ac:chgData name="沛溪 中村" userId="4b6ad4d7a42030dd" providerId="LiveId" clId="{353225E4-864F-467D-8322-849B9B0A9092}" dt="2026-01-13T12:46:40.896" v="2546" actId="20577"/>
          <ac:spMkLst>
            <pc:docMk/>
            <pc:sldMk cId="2897531879" sldId="266"/>
            <ac:spMk id="2" creationId="{529201A5-D1E3-46D0-BB18-C33BB318D456}"/>
          </ac:spMkLst>
        </pc:spChg>
        <pc:spChg chg="del">
          <ac:chgData name="沛溪 中村" userId="4b6ad4d7a42030dd" providerId="LiveId" clId="{353225E4-864F-467D-8322-849B9B0A9092}" dt="2026-01-13T12:45:46.414" v="2464" actId="478"/>
          <ac:spMkLst>
            <pc:docMk/>
            <pc:sldMk cId="2897531879" sldId="266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4T12:09:55.163" v="2914" actId="20577"/>
          <ac:spMkLst>
            <pc:docMk/>
            <pc:sldMk cId="2897531879" sldId="266"/>
            <ac:spMk id="3" creationId="{EDEC7225-D682-44F5-B2E0-ADDEC8B0C5EA}"/>
          </ac:spMkLst>
        </pc:spChg>
        <pc:spChg chg="del">
          <ac:chgData name="沛溪 中村" userId="4b6ad4d7a42030dd" providerId="LiveId" clId="{353225E4-864F-467D-8322-849B9B0A9092}" dt="2026-01-13T12:45:44.431" v="2463" actId="478"/>
          <ac:spMkLst>
            <pc:docMk/>
            <pc:sldMk cId="2897531879" sldId="266"/>
            <ac:spMk id="4" creationId="{3E77F559-B366-4D61-8CF2-5FEB2C68C0F4}"/>
          </ac:spMkLst>
        </pc:spChg>
        <pc:spChg chg="del">
          <ac:chgData name="沛溪 中村" userId="4b6ad4d7a42030dd" providerId="LiveId" clId="{353225E4-864F-467D-8322-849B9B0A9092}" dt="2026-01-13T12:45:47.620" v="2465" actId="478"/>
          <ac:spMkLst>
            <pc:docMk/>
            <pc:sldMk cId="2897531879" sldId="266"/>
            <ac:spMk id="8" creationId="{DC72027D-A87C-4F2D-B2E7-93D162EA8E5B}"/>
          </ac:spMkLst>
        </pc:spChg>
      </pc:sldChg>
      <pc:sldChg chg="addSp modSp add mod">
        <pc:chgData name="沛溪 中村" userId="4b6ad4d7a42030dd" providerId="LiveId" clId="{353225E4-864F-467D-8322-849B9B0A9092}" dt="2026-01-14T13:38:02.573" v="12039" actId="1076"/>
        <pc:sldMkLst>
          <pc:docMk/>
          <pc:sldMk cId="2426827196" sldId="267"/>
        </pc:sldMkLst>
        <pc:spChg chg="mod">
          <ac:chgData name="沛溪 中村" userId="4b6ad4d7a42030dd" providerId="LiveId" clId="{353225E4-864F-467D-8322-849B9B0A9092}" dt="2026-01-13T16:38:36.526" v="2573" actId="20577"/>
          <ac:spMkLst>
            <pc:docMk/>
            <pc:sldMk cId="2426827196" sldId="267"/>
            <ac:spMk id="2" creationId="{529201A5-D1E3-46D0-BB18-C33BB318D456}"/>
          </ac:spMkLst>
        </pc:spChg>
        <pc:spChg chg="mod">
          <ac:chgData name="沛溪 中村" userId="4b6ad4d7a42030dd" providerId="LiveId" clId="{353225E4-864F-467D-8322-849B9B0A9092}" dt="2026-01-14T13:27:45.015" v="11026" actId="1076"/>
          <ac:spMkLst>
            <pc:docMk/>
            <pc:sldMk cId="2426827196" sldId="267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3:38:02.573" v="12039" actId="1076"/>
          <ac:spMkLst>
            <pc:docMk/>
            <pc:sldMk cId="2426827196" sldId="267"/>
            <ac:spMk id="6" creationId="{35E8ACB5-A52F-40D2-983A-9D5F6D5CC63E}"/>
          </ac:spMkLst>
        </pc:spChg>
      </pc:sldChg>
      <pc:sldChg chg="modSp add mod">
        <pc:chgData name="沛溪 中村" userId="4b6ad4d7a42030dd" providerId="LiveId" clId="{353225E4-864F-467D-8322-849B9B0A9092}" dt="2026-01-14T13:39:19.279" v="12076" actId="20577"/>
        <pc:sldMkLst>
          <pc:docMk/>
          <pc:sldMk cId="256574873" sldId="268"/>
        </pc:sldMkLst>
        <pc:spChg chg="mod">
          <ac:chgData name="沛溪 中村" userId="4b6ad4d7a42030dd" providerId="LiveId" clId="{353225E4-864F-467D-8322-849B9B0A9092}" dt="2026-01-14T13:39:03.102" v="12066" actId="2711"/>
          <ac:spMkLst>
            <pc:docMk/>
            <pc:sldMk cId="256574873" sldId="268"/>
            <ac:spMk id="3" creationId="{5F05EB7E-D734-4854-BAB3-0DF540E3D0E2}"/>
          </ac:spMkLst>
        </pc:spChg>
        <pc:spChg chg="mod">
          <ac:chgData name="沛溪 中村" userId="4b6ad4d7a42030dd" providerId="LiveId" clId="{353225E4-864F-467D-8322-849B9B0A9092}" dt="2026-01-14T13:39:19.279" v="12076" actId="20577"/>
          <ac:spMkLst>
            <pc:docMk/>
            <pc:sldMk cId="256574873" sldId="268"/>
            <ac:spMk id="8" creationId="{DC72027D-A87C-4F2D-B2E7-93D162EA8E5B}"/>
          </ac:spMkLst>
        </pc:spChg>
      </pc:sldChg>
      <pc:sldChg chg="addSp delSp modSp add mod addCm delCm">
        <pc:chgData name="沛溪 中村" userId="4b6ad4d7a42030dd" providerId="LiveId" clId="{353225E4-864F-467D-8322-849B9B0A9092}" dt="2026-01-14T12:41:42.852" v="9539" actId="14861"/>
        <pc:sldMkLst>
          <pc:docMk/>
          <pc:sldMk cId="2446941514" sldId="269"/>
        </pc:sldMkLst>
        <pc:spChg chg="mod ord">
          <ac:chgData name="沛溪 中村" userId="4b6ad4d7a42030dd" providerId="LiveId" clId="{353225E4-864F-467D-8322-849B9B0A9092}" dt="2026-01-14T12:40:34.202" v="9316" actId="1076"/>
          <ac:spMkLst>
            <pc:docMk/>
            <pc:sldMk cId="2446941514" sldId="269"/>
            <ac:spMk id="3" creationId="{EDEC7225-D682-44F5-B2E0-ADDEC8B0C5EA}"/>
          </ac:spMkLst>
        </pc:spChg>
        <pc:spChg chg="mod">
          <ac:chgData name="沛溪 中村" userId="4b6ad4d7a42030dd" providerId="LiveId" clId="{353225E4-864F-467D-8322-849B9B0A9092}" dt="2026-01-14T12:39:51.480" v="9277" actId="14861"/>
          <ac:spMkLst>
            <pc:docMk/>
            <pc:sldMk cId="2446941514" sldId="269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2:16:32.372" v="3284" actId="1076"/>
          <ac:spMkLst>
            <pc:docMk/>
            <pc:sldMk cId="2446941514" sldId="269"/>
            <ac:spMk id="7" creationId="{B2E8A292-E360-4A7F-A3B2-BA2DD4680CEE}"/>
          </ac:spMkLst>
        </pc:spChg>
        <pc:spChg chg="add mod">
          <ac:chgData name="沛溪 中村" userId="4b6ad4d7a42030dd" providerId="LiveId" clId="{353225E4-864F-467D-8322-849B9B0A9092}" dt="2026-01-14T12:16:07.899" v="3247" actId="1076"/>
          <ac:spMkLst>
            <pc:docMk/>
            <pc:sldMk cId="2446941514" sldId="269"/>
            <ac:spMk id="13" creationId="{9A1E7AE3-F9ED-4F16-BA05-C9A561BB1172}"/>
          </ac:spMkLst>
        </pc:spChg>
        <pc:spChg chg="add mod">
          <ac:chgData name="沛溪 中村" userId="4b6ad4d7a42030dd" providerId="LiveId" clId="{353225E4-864F-467D-8322-849B9B0A9092}" dt="2026-01-14T12:38:46.086" v="8679" actId="2085"/>
          <ac:spMkLst>
            <pc:docMk/>
            <pc:sldMk cId="2446941514" sldId="269"/>
            <ac:spMk id="14" creationId="{343A194C-CCC3-46C9-B1CE-A412A01F2F9A}"/>
          </ac:spMkLst>
        </pc:spChg>
        <pc:spChg chg="add del mod ord">
          <ac:chgData name="沛溪 中村" userId="4b6ad4d7a42030dd" providerId="LiveId" clId="{353225E4-864F-467D-8322-849B9B0A9092}" dt="2026-01-14T12:20:26.425" v="3555" actId="478"/>
          <ac:spMkLst>
            <pc:docMk/>
            <pc:sldMk cId="2446941514" sldId="269"/>
            <ac:spMk id="15" creationId="{2D6A9C53-9A34-437B-AB3D-894493B9A719}"/>
          </ac:spMkLst>
        </pc:spChg>
        <pc:spChg chg="add del mod ord">
          <ac:chgData name="沛溪 中村" userId="4b6ad4d7a42030dd" providerId="LiveId" clId="{353225E4-864F-467D-8322-849B9B0A9092}" dt="2026-01-14T12:24:51.820" v="3989" actId="478"/>
          <ac:spMkLst>
            <pc:docMk/>
            <pc:sldMk cId="2446941514" sldId="269"/>
            <ac:spMk id="16" creationId="{9C149782-160E-4FBC-A042-4052461C67DA}"/>
          </ac:spMkLst>
        </pc:spChg>
        <pc:spChg chg="add del mod ord">
          <ac:chgData name="沛溪 中村" userId="4b6ad4d7a42030dd" providerId="LiveId" clId="{353225E4-864F-467D-8322-849B9B0A9092}" dt="2026-01-14T12:36:22.396" v="8087" actId="478"/>
          <ac:spMkLst>
            <pc:docMk/>
            <pc:sldMk cId="2446941514" sldId="269"/>
            <ac:spMk id="18" creationId="{DD36A310-1296-4F22-AFEA-1E8D3471B8F1}"/>
          </ac:spMkLst>
        </pc:spChg>
        <pc:spChg chg="add mod">
          <ac:chgData name="沛溪 中村" userId="4b6ad4d7a42030dd" providerId="LiveId" clId="{353225E4-864F-467D-8322-849B9B0A9092}" dt="2026-01-14T12:41:23.780" v="9470" actId="14100"/>
          <ac:spMkLst>
            <pc:docMk/>
            <pc:sldMk cId="2446941514" sldId="269"/>
            <ac:spMk id="19" creationId="{44C31F42-6F93-47EE-A380-64F14FA0DF9B}"/>
          </ac:spMkLst>
        </pc:spChg>
        <pc:grpChg chg="add mod">
          <ac:chgData name="沛溪 中村" userId="4b6ad4d7a42030dd" providerId="LiveId" clId="{353225E4-864F-467D-8322-849B9B0A9092}" dt="2026-01-14T12:41:42.852" v="9539" actId="14861"/>
          <ac:grpSpMkLst>
            <pc:docMk/>
            <pc:sldMk cId="2446941514" sldId="269"/>
            <ac:grpSpMk id="17" creationId="{9A00214C-E020-49B5-A252-0D1E2B94848C}"/>
          </ac:grpSpMkLst>
        </pc:grpChg>
        <pc:picChg chg="add mod ord">
          <ac:chgData name="沛溪 中村" userId="4b6ad4d7a42030dd" providerId="LiveId" clId="{353225E4-864F-467D-8322-849B9B0A9092}" dt="2026-01-14T12:39:40.949" v="9195" actId="14861"/>
          <ac:picMkLst>
            <pc:docMk/>
            <pc:sldMk cId="2446941514" sldId="269"/>
            <ac:picMk id="6" creationId="{95D9428D-8AE7-4CF8-B8F6-F17C6F053126}"/>
          </ac:picMkLst>
        </pc:picChg>
        <pc:picChg chg="add mod">
          <ac:chgData name="沛溪 中村" userId="4b6ad4d7a42030dd" providerId="LiveId" clId="{353225E4-864F-467D-8322-849B9B0A9092}" dt="2026-01-14T12:41:39.026" v="9538" actId="14861"/>
          <ac:picMkLst>
            <pc:docMk/>
            <pc:sldMk cId="2446941514" sldId="269"/>
            <ac:picMk id="10" creationId="{A1CDA1D2-4B20-436C-8AA9-7FABA28F9F3C}"/>
          </ac:picMkLst>
        </pc:picChg>
        <pc:picChg chg="add mod">
          <ac:chgData name="沛溪 中村" userId="4b6ad4d7a42030dd" providerId="LiveId" clId="{353225E4-864F-467D-8322-849B9B0A9092}" dt="2026-01-14T12:40:29.236" v="9313" actId="14861"/>
          <ac:picMkLst>
            <pc:docMk/>
            <pc:sldMk cId="2446941514" sldId="269"/>
            <ac:picMk id="12" creationId="{FFFA5350-3296-4738-B314-8F39F2F75E1E}"/>
          </ac:picMkLst>
        </pc:picChg>
      </pc:sldChg>
      <pc:sldChg chg="modSp add mod">
        <pc:chgData name="沛溪 中村" userId="4b6ad4d7a42030dd" providerId="LiveId" clId="{353225E4-864F-467D-8322-849B9B0A9092}" dt="2026-01-14T13:26:55.256" v="11020" actId="20577"/>
        <pc:sldMkLst>
          <pc:docMk/>
          <pc:sldMk cId="521492738" sldId="270"/>
        </pc:sldMkLst>
        <pc:spChg chg="mod">
          <ac:chgData name="沛溪 中村" userId="4b6ad4d7a42030dd" providerId="LiveId" clId="{353225E4-864F-467D-8322-849B9B0A9092}" dt="2026-01-14T13:26:55.256" v="11020" actId="20577"/>
          <ac:spMkLst>
            <pc:docMk/>
            <pc:sldMk cId="521492738" sldId="270"/>
            <ac:spMk id="3" creationId="{EDEC7225-D682-44F5-B2E0-ADDEC8B0C5EA}"/>
          </ac:spMkLst>
        </pc:spChg>
      </pc:sldChg>
      <pc:sldChg chg="add del">
        <pc:chgData name="沛溪 中村" userId="4b6ad4d7a42030dd" providerId="LiveId" clId="{353225E4-864F-467D-8322-849B9B0A9092}" dt="2026-01-14T13:23:14.903" v="10570" actId="47"/>
        <pc:sldMkLst>
          <pc:docMk/>
          <pc:sldMk cId="416638404" sldId="271"/>
        </pc:sldMkLst>
      </pc:sldChg>
      <pc:sldChg chg="addSp delSp modSp add mod">
        <pc:chgData name="沛溪 中村" userId="4b6ad4d7a42030dd" providerId="LiveId" clId="{353225E4-864F-467D-8322-849B9B0A9092}" dt="2026-01-15T11:47:13.193" v="13036" actId="14861"/>
        <pc:sldMkLst>
          <pc:docMk/>
          <pc:sldMk cId="2326410795" sldId="272"/>
        </pc:sldMkLst>
        <pc:spChg chg="mod">
          <ac:chgData name="沛溪 中村" userId="4b6ad4d7a42030dd" providerId="LiveId" clId="{353225E4-864F-467D-8322-849B9B0A9092}" dt="2026-01-14T12:51:37.220" v="9696" actId="1076"/>
          <ac:spMkLst>
            <pc:docMk/>
            <pc:sldMk cId="2326410795" sldId="272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4T12:49:29.200" v="9620" actId="478"/>
          <ac:spMkLst>
            <pc:docMk/>
            <pc:sldMk cId="2326410795" sldId="272"/>
            <ac:spMk id="8" creationId="{C9B297FF-5019-4A04-8F56-37CA0ED0811F}"/>
          </ac:spMkLst>
        </pc:spChg>
        <pc:spChg chg="add mod">
          <ac:chgData name="沛溪 中村" userId="4b6ad4d7a42030dd" providerId="LiveId" clId="{353225E4-864F-467D-8322-849B9B0A9092}" dt="2026-01-14T12:51:40.216" v="9698" actId="1076"/>
          <ac:spMkLst>
            <pc:docMk/>
            <pc:sldMk cId="2326410795" sldId="272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1:42.983" v="9699" actId="1076"/>
          <ac:spMkLst>
            <pc:docMk/>
            <pc:sldMk cId="2326410795" sldId="272"/>
            <ac:spMk id="12" creationId="{763CB90E-59C3-4DF3-BEFD-BA929A213318}"/>
          </ac:spMkLst>
        </pc:spChg>
        <pc:spChg chg="add mod">
          <ac:chgData name="沛溪 中村" userId="4b6ad4d7a42030dd" providerId="LiveId" clId="{353225E4-864F-467D-8322-849B9B0A9092}" dt="2026-01-14T12:51:44.889" v="9700" actId="1076"/>
          <ac:spMkLst>
            <pc:docMk/>
            <pc:sldMk cId="2326410795" sldId="272"/>
            <ac:spMk id="14" creationId="{69130291-6BE5-479A-B883-9E7A6F3D5526}"/>
          </ac:spMkLst>
        </pc:spChg>
        <pc:spChg chg="add mod">
          <ac:chgData name="沛溪 中村" userId="4b6ad4d7a42030dd" providerId="LiveId" clId="{353225E4-864F-467D-8322-849B9B0A9092}" dt="2026-01-14T12:51:49.784" v="9701" actId="1076"/>
          <ac:spMkLst>
            <pc:docMk/>
            <pc:sldMk cId="2326410795" sldId="272"/>
            <ac:spMk id="15" creationId="{BEDAB009-8409-4473-9B78-610E5A2F1DF6}"/>
          </ac:spMkLst>
        </pc:spChg>
        <pc:picChg chg="add mod">
          <ac:chgData name="沛溪 中村" userId="4b6ad4d7a42030dd" providerId="LiveId" clId="{353225E4-864F-467D-8322-849B9B0A9092}" dt="2026-01-15T11:47:13.193" v="13036" actId="14861"/>
          <ac:picMkLst>
            <pc:docMk/>
            <pc:sldMk cId="2326410795" sldId="272"/>
            <ac:picMk id="6" creationId="{A77BD436-7763-4DD2-90D9-8F356005BA80}"/>
          </ac:picMkLst>
        </pc:picChg>
      </pc:sldChg>
      <pc:sldChg chg="addSp delSp modSp add mod">
        <pc:chgData name="沛溪 中村" userId="4b6ad4d7a42030dd" providerId="LiveId" clId="{353225E4-864F-467D-8322-849B9B0A9092}" dt="2026-01-14T13:22:49.912" v="10559" actId="1076"/>
        <pc:sldMkLst>
          <pc:docMk/>
          <pc:sldMk cId="1791989760" sldId="273"/>
        </pc:sldMkLst>
        <pc:spChg chg="add del">
          <ac:chgData name="沛溪 中村" userId="4b6ad4d7a42030dd" providerId="LiveId" clId="{353225E4-864F-467D-8322-849B9B0A9092}" dt="2026-01-14T12:52:17.439" v="9708" actId="478"/>
          <ac:spMkLst>
            <pc:docMk/>
            <pc:sldMk cId="1791989760" sldId="27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4T12:52:14.131" v="9705" actId="478"/>
          <ac:spMkLst>
            <pc:docMk/>
            <pc:sldMk cId="1791989760" sldId="273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3:18.848" v="9836" actId="1076"/>
          <ac:spMkLst>
            <pc:docMk/>
            <pc:sldMk cId="1791989760" sldId="273"/>
            <ac:spMk id="11" creationId="{B7237602-5BE2-40DB-B3B7-8FD1884E0FC7}"/>
          </ac:spMkLst>
        </pc:spChg>
        <pc:spChg chg="del">
          <ac:chgData name="沛溪 中村" userId="4b6ad4d7a42030dd" providerId="LiveId" clId="{353225E4-864F-467D-8322-849B9B0A9092}" dt="2026-01-14T12:52:15.261" v="9706" actId="478"/>
          <ac:spMkLst>
            <pc:docMk/>
            <pc:sldMk cId="1791989760" sldId="273"/>
            <ac:spMk id="12" creationId="{763CB90E-59C3-4DF3-BEFD-BA929A213318}"/>
          </ac:spMkLst>
        </pc:spChg>
        <pc:spChg chg="del">
          <ac:chgData name="沛溪 中村" userId="4b6ad4d7a42030dd" providerId="LiveId" clId="{353225E4-864F-467D-8322-849B9B0A9092}" dt="2026-01-14T12:52:18.484" v="9709" actId="478"/>
          <ac:spMkLst>
            <pc:docMk/>
            <pc:sldMk cId="1791989760" sldId="273"/>
            <ac:spMk id="14" creationId="{69130291-6BE5-479A-B883-9E7A6F3D5526}"/>
          </ac:spMkLst>
        </pc:spChg>
        <pc:spChg chg="del">
          <ac:chgData name="沛溪 中村" userId="4b6ad4d7a42030dd" providerId="LiveId" clId="{353225E4-864F-467D-8322-849B9B0A9092}" dt="2026-01-14T12:52:12.700" v="9704" actId="478"/>
          <ac:spMkLst>
            <pc:docMk/>
            <pc:sldMk cId="1791989760" sldId="273"/>
            <ac:spMk id="15" creationId="{BEDAB009-8409-4473-9B78-610E5A2F1DF6}"/>
          </ac:spMkLst>
        </pc:spChg>
        <pc:spChg chg="add mod">
          <ac:chgData name="沛溪 中村" userId="4b6ad4d7a42030dd" providerId="LiveId" clId="{353225E4-864F-467D-8322-849B9B0A9092}" dt="2026-01-14T13:22:49.912" v="10559" actId="1076"/>
          <ac:spMkLst>
            <pc:docMk/>
            <pc:sldMk cId="1791989760" sldId="273"/>
            <ac:spMk id="16" creationId="{B0968806-435B-4835-814D-3DB818ED5ED3}"/>
          </ac:spMkLst>
        </pc:spChg>
        <pc:graphicFrameChg chg="add mod modGraphic">
          <ac:chgData name="沛溪 中村" userId="4b6ad4d7a42030dd" providerId="LiveId" clId="{353225E4-864F-467D-8322-849B9B0A9092}" dt="2026-01-14T13:22:20.282" v="10444" actId="14100"/>
          <ac:graphicFrameMkLst>
            <pc:docMk/>
            <pc:sldMk cId="1791989760" sldId="273"/>
            <ac:graphicFrameMk id="8" creationId="{C3947F52-4151-4B56-9913-F196459034BC}"/>
          </ac:graphicFrameMkLst>
        </pc:graphicFrameChg>
        <pc:picChg chg="del">
          <ac:chgData name="沛溪 中村" userId="4b6ad4d7a42030dd" providerId="LiveId" clId="{353225E4-864F-467D-8322-849B9B0A9092}" dt="2026-01-14T12:52:11.534" v="9703" actId="478"/>
          <ac:picMkLst>
            <pc:docMk/>
            <pc:sldMk cId="1791989760" sldId="273"/>
            <ac:picMk id="6" creationId="{A77BD436-7763-4DD2-90D9-8F356005BA80}"/>
          </ac:picMkLst>
        </pc:picChg>
      </pc:sldChg>
      <pc:sldChg chg="add del">
        <pc:chgData name="沛溪 中村" userId="4b6ad4d7a42030dd" providerId="LiveId" clId="{353225E4-864F-467D-8322-849B9B0A9092}" dt="2026-01-14T13:27:03.606" v="11022"/>
        <pc:sldMkLst>
          <pc:docMk/>
          <pc:sldMk cId="498082996" sldId="274"/>
        </pc:sldMkLst>
      </pc:sldChg>
      <pc:sldChg chg="modSp add mod">
        <pc:chgData name="沛溪 中村" userId="4b6ad4d7a42030dd" providerId="LiveId" clId="{353225E4-864F-467D-8322-849B9B0A9092}" dt="2026-01-15T10:44:19.948" v="12078" actId="20577"/>
        <pc:sldMkLst>
          <pc:docMk/>
          <pc:sldMk cId="1322873592" sldId="274"/>
        </pc:sldMkLst>
        <pc:spChg chg="mod">
          <ac:chgData name="沛溪 中村" userId="4b6ad4d7a42030dd" providerId="LiveId" clId="{353225E4-864F-467D-8322-849B9B0A9092}" dt="2026-01-15T10:44:19.948" v="12078" actId="20577"/>
          <ac:spMkLst>
            <pc:docMk/>
            <pc:sldMk cId="1322873592" sldId="274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46:57.086" v="13028" actId="20577"/>
        <pc:sldMkLst>
          <pc:docMk/>
          <pc:sldMk cId="458015549" sldId="275"/>
        </pc:sldMkLst>
        <pc:spChg chg="mod">
          <ac:chgData name="沛溪 中村" userId="4b6ad4d7a42030dd" providerId="LiveId" clId="{353225E4-864F-467D-8322-849B9B0A9092}" dt="2026-01-15T11:44:23.643" v="12947" actId="1076"/>
          <ac:spMkLst>
            <pc:docMk/>
            <pc:sldMk cId="458015549" sldId="275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5T11:46:57.086" v="13028" actId="20577"/>
          <ac:spMkLst>
            <pc:docMk/>
            <pc:sldMk cId="458015549" sldId="275"/>
            <ac:spMk id="6" creationId="{35E8ACB5-A52F-40D2-983A-9D5F6D5CC63E}"/>
          </ac:spMkLst>
        </pc:spChg>
        <pc:spChg chg="add mod">
          <ac:chgData name="沛溪 中村" userId="4b6ad4d7a42030dd" providerId="LiveId" clId="{353225E4-864F-467D-8322-849B9B0A9092}" dt="2026-01-15T11:44:20.285" v="12944" actId="1076"/>
          <ac:spMkLst>
            <pc:docMk/>
            <pc:sldMk cId="458015549" sldId="275"/>
            <ac:spMk id="15" creationId="{41415CC0-16FE-448B-AC2A-16825EAC7F73}"/>
          </ac:spMkLst>
        </pc:spChg>
        <pc:spChg chg="add mod">
          <ac:chgData name="沛溪 中村" userId="4b6ad4d7a42030dd" providerId="LiveId" clId="{353225E4-864F-467D-8322-849B9B0A9092}" dt="2026-01-15T11:45:24.498" v="12979" actId="20577"/>
          <ac:spMkLst>
            <pc:docMk/>
            <pc:sldMk cId="458015549" sldId="275"/>
            <ac:spMk id="16" creationId="{AFF78B1D-71BD-44E0-9EE1-6355B0AF5FBE}"/>
          </ac:spMkLst>
        </pc:spChg>
        <pc:spChg chg="add mod">
          <ac:chgData name="沛溪 中村" userId="4b6ad4d7a42030dd" providerId="LiveId" clId="{353225E4-864F-467D-8322-849B9B0A9092}" dt="2026-01-15T11:45:38.195" v="12987" actId="14100"/>
          <ac:spMkLst>
            <pc:docMk/>
            <pc:sldMk cId="458015549" sldId="275"/>
            <ac:spMk id="17" creationId="{DB62B0A1-76E6-47A0-B566-2A00221C3984}"/>
          </ac:spMkLst>
        </pc:spChg>
        <pc:spChg chg="add mod">
          <ac:chgData name="沛溪 中村" userId="4b6ad4d7a42030dd" providerId="LiveId" clId="{353225E4-864F-467D-8322-849B9B0A9092}" dt="2026-01-15T11:45:35.341" v="12986" actId="14100"/>
          <ac:spMkLst>
            <pc:docMk/>
            <pc:sldMk cId="458015549" sldId="275"/>
            <ac:spMk id="22" creationId="{31A03AA8-A95C-468C-B270-BA2286B687E1}"/>
          </ac:spMkLst>
        </pc:spChg>
        <pc:spChg chg="add mod">
          <ac:chgData name="沛溪 中村" userId="4b6ad4d7a42030dd" providerId="LiveId" clId="{353225E4-864F-467D-8322-849B9B0A9092}" dt="2026-01-15T11:46:02.852" v="13023" actId="1076"/>
          <ac:spMkLst>
            <pc:docMk/>
            <pc:sldMk cId="458015549" sldId="275"/>
            <ac:spMk id="23" creationId="{B37E9E7D-94E3-476D-9368-3E577448145F}"/>
          </ac:spMkLst>
        </pc:spChg>
        <pc:picChg chg="add mod modCrop">
          <ac:chgData name="沛溪 中村" userId="4b6ad4d7a42030dd" providerId="LiveId" clId="{353225E4-864F-467D-8322-849B9B0A9092}" dt="2026-01-15T11:44:10.316" v="12939" actId="1076"/>
          <ac:picMkLst>
            <pc:docMk/>
            <pc:sldMk cId="458015549" sldId="275"/>
            <ac:picMk id="4" creationId="{8A81B80D-241E-4C77-8DC6-100B22C84786}"/>
          </ac:picMkLst>
        </pc:picChg>
        <pc:picChg chg="add mod modCrop">
          <ac:chgData name="沛溪 中村" userId="4b6ad4d7a42030dd" providerId="LiveId" clId="{353225E4-864F-467D-8322-849B9B0A9092}" dt="2026-01-15T11:44:11.550" v="12940" actId="1076"/>
          <ac:picMkLst>
            <pc:docMk/>
            <pc:sldMk cId="458015549" sldId="275"/>
            <ac:picMk id="8" creationId="{FBBD54A5-D67C-4D20-8777-3E2ABE6BCFBE}"/>
          </ac:picMkLst>
        </pc:picChg>
        <pc:picChg chg="add mod">
          <ac:chgData name="沛溪 中村" userId="4b6ad4d7a42030dd" providerId="LiveId" clId="{353225E4-864F-467D-8322-849B9B0A9092}" dt="2026-01-15T11:45:07.596" v="12969" actId="1076"/>
          <ac:picMkLst>
            <pc:docMk/>
            <pc:sldMk cId="458015549" sldId="275"/>
            <ac:picMk id="11" creationId="{0E7272FF-573B-4E50-8205-62D72418B58E}"/>
          </ac:picMkLst>
        </pc:picChg>
        <pc:picChg chg="add mod">
          <ac:chgData name="沛溪 中村" userId="4b6ad4d7a42030dd" providerId="LiveId" clId="{353225E4-864F-467D-8322-849B9B0A9092}" dt="2026-01-15T11:45:20.926" v="12977" actId="14861"/>
          <ac:picMkLst>
            <pc:docMk/>
            <pc:sldMk cId="458015549" sldId="275"/>
            <ac:picMk id="19" creationId="{EC522C52-C311-41B8-8E44-1318BB0FC2C1}"/>
          </ac:picMkLst>
        </pc:picChg>
        <pc:picChg chg="add del">
          <ac:chgData name="沛溪 中村" userId="4b6ad4d7a42030dd" providerId="LiveId" clId="{353225E4-864F-467D-8322-849B9B0A9092}" dt="2026-01-15T11:45:26.016" v="12981" actId="22"/>
          <ac:picMkLst>
            <pc:docMk/>
            <pc:sldMk cId="458015549" sldId="275"/>
            <ac:picMk id="21" creationId="{42D2783F-4C11-411B-B6A9-E5043BD09EA5}"/>
          </ac:picMkLst>
        </pc:picChg>
        <pc:cxnChg chg="add mod">
          <ac:chgData name="沛溪 中村" userId="4b6ad4d7a42030dd" providerId="LiveId" clId="{353225E4-864F-467D-8322-849B9B0A9092}" dt="2026-01-15T11:44:06.115" v="12937" actId="1076"/>
          <ac:cxnSpMkLst>
            <pc:docMk/>
            <pc:sldMk cId="458015549" sldId="275"/>
            <ac:cxnSpMk id="13" creationId="{0691A1D0-39E4-4F61-921B-B0F2C949EFA1}"/>
          </ac:cxnSpMkLst>
        </pc:cxnChg>
      </pc:sldChg>
      <pc:sldChg chg="modSp add mod">
        <pc:chgData name="沛溪 中村" userId="4b6ad4d7a42030dd" providerId="LiveId" clId="{353225E4-864F-467D-8322-849B9B0A9092}" dt="2026-01-15T10:48:14.114" v="12177" actId="2711"/>
        <pc:sldMkLst>
          <pc:docMk/>
          <pc:sldMk cId="1118418003" sldId="276"/>
        </pc:sldMkLst>
        <pc:spChg chg="mod">
          <ac:chgData name="沛溪 中村" userId="4b6ad4d7a42030dd" providerId="LiveId" clId="{353225E4-864F-467D-8322-849B9B0A9092}" dt="2026-01-15T10:48:14.114" v="12177" actId="2711"/>
          <ac:spMkLst>
            <pc:docMk/>
            <pc:sldMk cId="1118418003" sldId="276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38:15.656" v="12815" actId="1076"/>
        <pc:sldMkLst>
          <pc:docMk/>
          <pc:sldMk cId="3277357486" sldId="277"/>
        </pc:sldMkLst>
        <pc:spChg chg="mod">
          <ac:chgData name="沛溪 中村" userId="4b6ad4d7a42030dd" providerId="LiveId" clId="{353225E4-864F-467D-8322-849B9B0A9092}" dt="2026-01-15T10:48:31.835" v="12182" actId="113"/>
          <ac:spMkLst>
            <pc:docMk/>
            <pc:sldMk cId="3277357486" sldId="277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5T10:47:38.647" v="12170" actId="478"/>
          <ac:spMkLst>
            <pc:docMk/>
            <pc:sldMk cId="3277357486" sldId="277"/>
            <ac:spMk id="7" creationId="{24147965-4298-4F2C-9DBC-23DA95208ADA}"/>
          </ac:spMkLst>
        </pc:spChg>
        <pc:spChg chg="mod">
          <ac:chgData name="沛溪 中村" userId="4b6ad4d7a42030dd" providerId="LiveId" clId="{353225E4-864F-467D-8322-849B9B0A9092}" dt="2026-01-15T11:33:17.804" v="12654" actId="1076"/>
          <ac:spMkLst>
            <pc:docMk/>
            <pc:sldMk cId="3277357486" sldId="277"/>
            <ac:spMk id="9" creationId="{36DA8502-1CE8-4AA0-B92D-076064896069}"/>
          </ac:spMkLst>
        </pc:spChg>
        <pc:spChg chg="add mod">
          <ac:chgData name="沛溪 中村" userId="4b6ad4d7a42030dd" providerId="LiveId" clId="{353225E4-864F-467D-8322-849B9B0A9092}" dt="2026-01-15T11:34:00.791" v="12680" actId="1076"/>
          <ac:spMkLst>
            <pc:docMk/>
            <pc:sldMk cId="3277357486" sldId="277"/>
            <ac:spMk id="11" creationId="{0AC2D86F-02F7-43BE-B1BC-3C95C84E3392}"/>
          </ac:spMkLst>
        </pc:spChg>
        <pc:spChg chg="add mod">
          <ac:chgData name="沛溪 中村" userId="4b6ad4d7a42030dd" providerId="LiveId" clId="{353225E4-864F-467D-8322-849B9B0A9092}" dt="2026-01-15T11:38:15.656" v="12815" actId="1076"/>
          <ac:spMkLst>
            <pc:docMk/>
            <pc:sldMk cId="3277357486" sldId="277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8:12.294" v="12814" actId="2711"/>
          <ac:spMkLst>
            <pc:docMk/>
            <pc:sldMk cId="3277357486" sldId="277"/>
            <ac:spMk id="19" creationId="{2AAB3290-EAA3-412A-97AE-C9E932EC7F6B}"/>
          </ac:spMkLst>
        </pc:spChg>
        <pc:spChg chg="add del">
          <ac:chgData name="沛溪 中村" userId="4b6ad4d7a42030dd" providerId="LiveId" clId="{353225E4-864F-467D-8322-849B9B0A9092}" dt="2026-01-15T11:35:10.099" v="12709" actId="22"/>
          <ac:spMkLst>
            <pc:docMk/>
            <pc:sldMk cId="3277357486" sldId="277"/>
            <ac:spMk id="23" creationId="{37BD8A35-CA3C-4B7C-A2EC-36324D090703}"/>
          </ac:spMkLst>
        </pc:spChg>
        <pc:spChg chg="add mod ord">
          <ac:chgData name="沛溪 中村" userId="4b6ad4d7a42030dd" providerId="LiveId" clId="{353225E4-864F-467D-8322-849B9B0A9092}" dt="2026-01-15T11:37:12.496" v="12779" actId="166"/>
          <ac:spMkLst>
            <pc:docMk/>
            <pc:sldMk cId="3277357486" sldId="277"/>
            <ac:spMk id="25" creationId="{EC216A3A-863D-4F26-BD19-BFEDA277963A}"/>
          </ac:spMkLst>
        </pc:spChg>
        <pc:spChg chg="add mod">
          <ac:chgData name="沛溪 中村" userId="4b6ad4d7a42030dd" providerId="LiveId" clId="{353225E4-864F-467D-8322-849B9B0A9092}" dt="2026-01-15T11:36:24.598" v="12752" actId="692"/>
          <ac:spMkLst>
            <pc:docMk/>
            <pc:sldMk cId="3277357486" sldId="277"/>
            <ac:spMk id="26" creationId="{817DFD02-4612-44C8-A9FA-926F0BEE0BF7}"/>
          </ac:spMkLst>
        </pc:spChg>
        <pc:spChg chg="add mod">
          <ac:chgData name="沛溪 中村" userId="4b6ad4d7a42030dd" providerId="LiveId" clId="{353225E4-864F-467D-8322-849B9B0A9092}" dt="2026-01-15T11:37:58.381" v="12812" actId="207"/>
          <ac:spMkLst>
            <pc:docMk/>
            <pc:sldMk cId="3277357486" sldId="277"/>
            <ac:spMk id="29" creationId="{36C09853-869F-4971-8376-0895952B0D4A}"/>
          </ac:spMkLst>
        </pc:spChg>
        <pc:picChg chg="add del mod">
          <ac:chgData name="沛溪 中村" userId="4b6ad4d7a42030dd" providerId="LiveId" clId="{353225E4-864F-467D-8322-849B9B0A9092}" dt="2026-01-15T10:49:17.219" v="12187" actId="478"/>
          <ac:picMkLst>
            <pc:docMk/>
            <pc:sldMk cId="3277357486" sldId="277"/>
            <ac:picMk id="8" creationId="{5BBAE7AE-1B09-447C-BDFA-1800B2BB10BC}"/>
          </ac:picMkLst>
        </pc:picChg>
        <pc:picChg chg="add mod">
          <ac:chgData name="沛溪 中村" userId="4b6ad4d7a42030dd" providerId="LiveId" clId="{353225E4-864F-467D-8322-849B9B0A9092}" dt="2026-01-15T11:33:45.604" v="12674" actId="1076"/>
          <ac:picMkLst>
            <pc:docMk/>
            <pc:sldMk cId="3277357486" sldId="277"/>
            <ac:picMk id="10" creationId="{433755D7-F930-40BC-B859-EC1FB51B1B95}"/>
          </ac:picMkLst>
        </pc:picChg>
        <pc:picChg chg="add mod">
          <ac:chgData name="沛溪 中村" userId="4b6ad4d7a42030dd" providerId="LiveId" clId="{353225E4-864F-467D-8322-849B9B0A9092}" dt="2026-01-15T11:33:42.769" v="12673" actId="1076"/>
          <ac:picMkLst>
            <pc:docMk/>
            <pc:sldMk cId="3277357486" sldId="277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58.019" v="12679" actId="14100"/>
          <ac:picMkLst>
            <pc:docMk/>
            <pc:sldMk cId="3277357486" sldId="277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27:14.189" v="12498" actId="478"/>
          <ac:picMkLst>
            <pc:docMk/>
            <pc:sldMk cId="3277357486" sldId="277"/>
            <ac:picMk id="18" creationId="{3A9D0F7B-76B0-49B9-B85D-49CF172AE62A}"/>
          </ac:picMkLst>
        </pc:picChg>
        <pc:picChg chg="add mod">
          <ac:chgData name="沛溪 中村" userId="4b6ad4d7a42030dd" providerId="LiveId" clId="{353225E4-864F-467D-8322-849B9B0A9092}" dt="2026-01-15T11:36:04.554" v="12737" actId="1076"/>
          <ac:picMkLst>
            <pc:docMk/>
            <pc:sldMk cId="3277357486" sldId="277"/>
            <ac:picMk id="20" creationId="{2FE5E321-59B1-41D2-B36B-2E7DD3211EB6}"/>
          </ac:picMkLst>
        </pc:picChg>
        <pc:picChg chg="add del mod">
          <ac:chgData name="沛溪 中村" userId="4b6ad4d7a42030dd" providerId="LiveId" clId="{353225E4-864F-467D-8322-849B9B0A9092}" dt="2026-01-15T11:35:07.414" v="12707" actId="478"/>
          <ac:picMkLst>
            <pc:docMk/>
            <pc:sldMk cId="3277357486" sldId="277"/>
            <ac:picMk id="21" creationId="{2F3B4A35-6FD2-42FD-AC36-43595FC0BCF7}"/>
          </ac:picMkLst>
        </pc:picChg>
        <pc:cxnChg chg="add mod">
          <ac:chgData name="沛溪 中村" userId="4b6ad4d7a42030dd" providerId="LiveId" clId="{353225E4-864F-467D-8322-849B9B0A9092}" dt="2026-01-15T11:38:03.995" v="12813" actId="14100"/>
          <ac:cxnSpMkLst>
            <pc:docMk/>
            <pc:sldMk cId="3277357486" sldId="277"/>
            <ac:cxnSpMk id="28" creationId="{14E3E9CC-EA23-4426-842D-0F3994B51E80}"/>
          </ac:cxnSpMkLst>
        </pc:cxnChg>
      </pc:sldChg>
      <pc:sldChg chg="addSp delSp modSp add mod">
        <pc:chgData name="沛溪 中村" userId="4b6ad4d7a42030dd" providerId="LiveId" clId="{353225E4-864F-467D-8322-849B9B0A9092}" dt="2026-01-16T05:54:50.293" v="13253" actId="22"/>
        <pc:sldMkLst>
          <pc:docMk/>
          <pc:sldMk cId="1695220979" sldId="278"/>
        </pc:sldMkLst>
        <pc:spChg chg="add del">
          <ac:chgData name="沛溪 中村" userId="4b6ad4d7a42030dd" providerId="LiveId" clId="{353225E4-864F-467D-8322-849B9B0A9092}" dt="2026-01-16T05:52:30.226" v="13174" actId="478"/>
          <ac:spMkLst>
            <pc:docMk/>
            <pc:sldMk cId="1695220979" sldId="278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6T05:54:40.598" v="13251" actId="1076"/>
          <ac:spMkLst>
            <pc:docMk/>
            <pc:sldMk cId="1695220979" sldId="278"/>
            <ac:spMk id="6" creationId="{35E8ACB5-A52F-40D2-983A-9D5F6D5CC63E}"/>
          </ac:spMkLst>
        </pc:spChg>
        <pc:spChg chg="del">
          <ac:chgData name="沛溪 中村" userId="4b6ad4d7a42030dd" providerId="LiveId" clId="{353225E4-864F-467D-8322-849B9B0A9092}" dt="2026-01-16T05:52:24.815" v="13168" actId="478"/>
          <ac:spMkLst>
            <pc:docMk/>
            <pc:sldMk cId="1695220979" sldId="278"/>
            <ac:spMk id="15" creationId="{41415CC0-16FE-448B-AC2A-16825EAC7F73}"/>
          </ac:spMkLst>
        </pc:spChg>
        <pc:spChg chg="del">
          <ac:chgData name="沛溪 中村" userId="4b6ad4d7a42030dd" providerId="LiveId" clId="{353225E4-864F-467D-8322-849B9B0A9092}" dt="2026-01-16T05:52:31.636" v="13176" actId="478"/>
          <ac:spMkLst>
            <pc:docMk/>
            <pc:sldMk cId="1695220979" sldId="278"/>
            <ac:spMk id="16" creationId="{AFF78B1D-71BD-44E0-9EE1-6355B0AF5FBE}"/>
          </ac:spMkLst>
        </pc:spChg>
        <pc:spChg chg="del">
          <ac:chgData name="沛溪 中村" userId="4b6ad4d7a42030dd" providerId="LiveId" clId="{353225E4-864F-467D-8322-849B9B0A9092}" dt="2026-01-16T05:52:32.840" v="13177" actId="478"/>
          <ac:spMkLst>
            <pc:docMk/>
            <pc:sldMk cId="1695220979" sldId="278"/>
            <ac:spMk id="17" creationId="{DB62B0A1-76E6-47A0-B566-2A00221C3984}"/>
          </ac:spMkLst>
        </pc:spChg>
        <pc:spChg chg="del">
          <ac:chgData name="沛溪 中村" userId="4b6ad4d7a42030dd" providerId="LiveId" clId="{353225E4-864F-467D-8322-849B9B0A9092}" dt="2026-01-16T05:52:34.664" v="13179" actId="478"/>
          <ac:spMkLst>
            <pc:docMk/>
            <pc:sldMk cId="1695220979" sldId="278"/>
            <ac:spMk id="22" creationId="{31A03AA8-A95C-468C-B270-BA2286B687E1}"/>
          </ac:spMkLst>
        </pc:spChg>
        <pc:spChg chg="del">
          <ac:chgData name="沛溪 中村" userId="4b6ad4d7a42030dd" providerId="LiveId" clId="{353225E4-864F-467D-8322-849B9B0A9092}" dt="2026-01-16T05:52:36.653" v="13181" actId="478"/>
          <ac:spMkLst>
            <pc:docMk/>
            <pc:sldMk cId="1695220979" sldId="278"/>
            <ac:spMk id="23" creationId="{B37E9E7D-94E3-476D-9368-3E577448145F}"/>
          </ac:spMkLst>
        </pc:spChg>
        <pc:picChg chg="del">
          <ac:chgData name="沛溪 中村" userId="4b6ad4d7a42030dd" providerId="LiveId" clId="{353225E4-864F-467D-8322-849B9B0A9092}" dt="2026-01-16T05:52:30.895" v="13175" actId="478"/>
          <ac:picMkLst>
            <pc:docMk/>
            <pc:sldMk cId="1695220979" sldId="278"/>
            <ac:picMk id="4" creationId="{8A81B80D-241E-4C77-8DC6-100B22C84786}"/>
          </ac:picMkLst>
        </pc:picChg>
        <pc:picChg chg="add mod">
          <ac:chgData name="沛溪 中村" userId="4b6ad4d7a42030dd" providerId="LiveId" clId="{353225E4-864F-467D-8322-849B9B0A9092}" dt="2026-01-16T05:54:38.767" v="13250" actId="1076"/>
          <ac:picMkLst>
            <pc:docMk/>
            <pc:sldMk cId="1695220979" sldId="278"/>
            <ac:picMk id="7" creationId="{1DF2925F-F1E4-4DF4-AA1A-7FB356D1BE06}"/>
          </ac:picMkLst>
        </pc:picChg>
        <pc:picChg chg="del">
          <ac:chgData name="沛溪 中村" userId="4b6ad4d7a42030dd" providerId="LiveId" clId="{353225E4-864F-467D-8322-849B9B0A9092}" dt="2026-01-16T05:52:25.276" v="13169" actId="478"/>
          <ac:picMkLst>
            <pc:docMk/>
            <pc:sldMk cId="1695220979" sldId="278"/>
            <ac:picMk id="8" creationId="{FBBD54A5-D67C-4D20-8777-3E2ABE6BCFBE}"/>
          </ac:picMkLst>
        </pc:picChg>
        <pc:picChg chg="del">
          <ac:chgData name="沛溪 中村" userId="4b6ad4d7a42030dd" providerId="LiveId" clId="{353225E4-864F-467D-8322-849B9B0A9092}" dt="2026-01-16T05:52:35.382" v="13180" actId="478"/>
          <ac:picMkLst>
            <pc:docMk/>
            <pc:sldMk cId="1695220979" sldId="278"/>
            <ac:picMk id="11" creationId="{0E7272FF-573B-4E50-8205-62D72418B58E}"/>
          </ac:picMkLst>
        </pc:picChg>
        <pc:picChg chg="add del">
          <ac:chgData name="沛溪 中村" userId="4b6ad4d7a42030dd" providerId="LiveId" clId="{353225E4-864F-467D-8322-849B9B0A9092}" dt="2026-01-16T05:54:50.293" v="13253" actId="22"/>
          <ac:picMkLst>
            <pc:docMk/>
            <pc:sldMk cId="1695220979" sldId="278"/>
            <ac:picMk id="12" creationId="{384BBC2C-1C0D-461D-B6FD-77AC9025246D}"/>
          </ac:picMkLst>
        </pc:picChg>
        <pc:picChg chg="del">
          <ac:chgData name="沛溪 中村" userId="4b6ad4d7a42030dd" providerId="LiveId" clId="{353225E4-864F-467D-8322-849B9B0A9092}" dt="2026-01-16T05:52:34.113" v="13178" actId="478"/>
          <ac:picMkLst>
            <pc:docMk/>
            <pc:sldMk cId="1695220979" sldId="278"/>
            <ac:picMk id="19" creationId="{EC522C52-C311-41B8-8E44-1318BB0FC2C1}"/>
          </ac:picMkLst>
        </pc:picChg>
        <pc:cxnChg chg="del">
          <ac:chgData name="沛溪 中村" userId="4b6ad4d7a42030dd" providerId="LiveId" clId="{353225E4-864F-467D-8322-849B9B0A9092}" dt="2026-01-16T05:52:28.694" v="13172" actId="478"/>
          <ac:cxnSpMkLst>
            <pc:docMk/>
            <pc:sldMk cId="1695220979" sldId="278"/>
            <ac:cxnSpMk id="13" creationId="{0691A1D0-39E4-4F61-921B-B0F2C949EFA1}"/>
          </ac:cxnSpMkLst>
        </pc:cxnChg>
      </pc:sldChg>
      <pc:sldChg chg="addSp delSp modSp add del mod">
        <pc:chgData name="沛溪 中村" userId="4b6ad4d7a42030dd" providerId="LiveId" clId="{353225E4-864F-467D-8322-849B9B0A9092}" dt="2026-01-15T11:34:53.773" v="12706" actId="47"/>
        <pc:sldMkLst>
          <pc:docMk/>
          <pc:sldMk cId="2276226896" sldId="278"/>
        </pc:sldMkLst>
        <pc:spChg chg="del">
          <ac:chgData name="沛溪 中村" userId="4b6ad4d7a42030dd" providerId="LiveId" clId="{353225E4-864F-467D-8322-849B9B0A9092}" dt="2026-01-15T11:28:25.839" v="12537" actId="478"/>
          <ac:spMkLst>
            <pc:docMk/>
            <pc:sldMk cId="2276226896" sldId="278"/>
            <ac:spMk id="11" creationId="{0AC2D86F-02F7-43BE-B1BC-3C95C84E3392}"/>
          </ac:spMkLst>
        </pc:spChg>
        <pc:spChg chg="del mod">
          <ac:chgData name="沛溪 中村" userId="4b6ad4d7a42030dd" providerId="LiveId" clId="{353225E4-864F-467D-8322-849B9B0A9092}" dt="2026-01-15T11:28:27.539" v="12540" actId="478"/>
          <ac:spMkLst>
            <pc:docMk/>
            <pc:sldMk cId="2276226896" sldId="278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2:41.785" v="12649" actId="1076"/>
          <ac:spMkLst>
            <pc:docMk/>
            <pc:sldMk cId="2276226896" sldId="278"/>
            <ac:spMk id="17" creationId="{DB298AAD-73E8-4588-80B2-91250D4E834F}"/>
          </ac:spMkLst>
        </pc:spChg>
        <pc:picChg chg="add mod">
          <ac:chgData name="沛溪 中村" userId="4b6ad4d7a42030dd" providerId="LiveId" clId="{353225E4-864F-467D-8322-849B9B0A9092}" dt="2026-01-15T11:33:10.277" v="12652" actId="1076"/>
          <ac:picMkLst>
            <pc:docMk/>
            <pc:sldMk cId="2276226896" sldId="278"/>
            <ac:picMk id="6" creationId="{8447629F-8308-443F-B87D-E9C94B4D4E64}"/>
          </ac:picMkLst>
        </pc:picChg>
        <pc:picChg chg="add del">
          <ac:chgData name="沛溪 中村" userId="4b6ad4d7a42030dd" providerId="LiveId" clId="{353225E4-864F-467D-8322-849B9B0A9092}" dt="2026-01-15T11:31:14.505" v="12545" actId="22"/>
          <ac:picMkLst>
            <pc:docMk/>
            <pc:sldMk cId="2276226896" sldId="278"/>
            <ac:picMk id="8" creationId="{8049B03D-0BAE-408F-AB25-E7D32F1DCB61}"/>
          </ac:picMkLst>
        </pc:picChg>
        <pc:picChg chg="del">
          <ac:chgData name="沛溪 中村" userId="4b6ad4d7a42030dd" providerId="LiveId" clId="{353225E4-864F-467D-8322-849B9B0A9092}" dt="2026-01-15T11:28:26.412" v="12538" actId="478"/>
          <ac:picMkLst>
            <pc:docMk/>
            <pc:sldMk cId="2276226896" sldId="278"/>
            <ac:picMk id="10" creationId="{433755D7-F930-40BC-B859-EC1FB51B1B95}"/>
          </ac:picMkLst>
        </pc:picChg>
        <pc:picChg chg="del">
          <ac:chgData name="沛溪 中村" userId="4b6ad4d7a42030dd" providerId="LiveId" clId="{353225E4-864F-467D-8322-849B9B0A9092}" dt="2026-01-15T11:28:27.970" v="12541" actId="478"/>
          <ac:picMkLst>
            <pc:docMk/>
            <pc:sldMk cId="2276226896" sldId="278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07.913" v="12651" actId="1076"/>
          <ac:picMkLst>
            <pc:docMk/>
            <pc:sldMk cId="2276226896" sldId="278"/>
            <ac:picMk id="14" creationId="{DA36DF96-3478-4D02-AD42-0BFBD9EBDE6A}"/>
          </ac:picMkLst>
        </pc:picChg>
        <pc:picChg chg="del mod">
          <ac:chgData name="沛溪 中村" userId="4b6ad4d7a42030dd" providerId="LiveId" clId="{353225E4-864F-467D-8322-849B9B0A9092}" dt="2026-01-15T11:28:24.773" v="12536" actId="478"/>
          <ac:picMkLst>
            <pc:docMk/>
            <pc:sldMk cId="2276226896" sldId="278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34:43.893" v="12699" actId="21"/>
          <ac:picMkLst>
            <pc:docMk/>
            <pc:sldMk cId="2276226896" sldId="278"/>
            <ac:picMk id="18" creationId="{BF872723-8D06-4520-BA61-5A82DB0FBF74}"/>
          </ac:picMkLst>
        </pc:picChg>
      </pc:sldChg>
      <pc:sldChg chg="delSp modSp add del mod">
        <pc:chgData name="沛溪 中村" userId="4b6ad4d7a42030dd" providerId="LiveId" clId="{353225E4-864F-467D-8322-849B9B0A9092}" dt="2026-01-16T05:52:08.576" v="13166" actId="47"/>
        <pc:sldMkLst>
          <pc:docMk/>
          <pc:sldMk cId="3138191747" sldId="278"/>
        </pc:sldMkLst>
        <pc:spChg chg="mod">
          <ac:chgData name="沛溪 中村" userId="4b6ad4d7a42030dd" providerId="LiveId" clId="{353225E4-864F-467D-8322-849B9B0A9092}" dt="2026-01-16T05:50:18.494" v="13040" actId="1076"/>
          <ac:spMkLst>
            <pc:docMk/>
            <pc:sldMk cId="3138191747" sldId="278"/>
            <ac:spMk id="14" creationId="{62035740-A158-440C-8C28-DB59AE8F0B16}"/>
          </ac:spMkLst>
        </pc:spChg>
        <pc:picChg chg="del">
          <ac:chgData name="沛溪 中村" userId="4b6ad4d7a42030dd" providerId="LiveId" clId="{353225E4-864F-467D-8322-849B9B0A9092}" dt="2026-01-16T05:50:16.004" v="13038" actId="478"/>
          <ac:picMkLst>
            <pc:docMk/>
            <pc:sldMk cId="3138191747" sldId="278"/>
            <ac:picMk id="10" creationId="{00408EAB-D660-4160-9171-37FF4D424089}"/>
          </ac:picMkLst>
        </pc:picChg>
        <pc:picChg chg="del">
          <ac:chgData name="沛溪 中村" userId="4b6ad4d7a42030dd" providerId="LiveId" clId="{353225E4-864F-467D-8322-849B9B0A9092}" dt="2026-01-16T05:50:16.652" v="13039" actId="478"/>
          <ac:picMkLst>
            <pc:docMk/>
            <pc:sldMk cId="3138191747" sldId="278"/>
            <ac:picMk id="13" creationId="{15BD1663-F9D6-4821-A599-B484139730AC}"/>
          </ac:picMkLst>
        </pc:picChg>
      </pc:sldChg>
      <pc:sldChg chg="add del">
        <pc:chgData name="沛溪 中村" userId="4b6ad4d7a42030dd" providerId="LiveId" clId="{353225E4-864F-467D-8322-849B9B0A9092}" dt="2026-01-15T11:34:52.979" v="12705" actId="47"/>
        <pc:sldMkLst>
          <pc:docMk/>
          <pc:sldMk cId="4170395498" sldId="279"/>
        </pc:sldMkLst>
      </pc:sldChg>
      <pc:sldChg chg="delSp modSp add mod">
        <pc:chgData name="沛溪 中村" userId="4b6ad4d7a42030dd" providerId="LiveId" clId="{353225E4-864F-467D-8322-849B9B0A9092}" dt="2026-01-16T05:55:44.675" v="13307" actId="1076"/>
        <pc:sldMkLst>
          <pc:docMk/>
          <pc:sldMk cId="4248327898" sldId="279"/>
        </pc:sldMkLst>
        <pc:spChg chg="mod">
          <ac:chgData name="沛溪 中村" userId="4b6ad4d7a42030dd" providerId="LiveId" clId="{353225E4-864F-467D-8322-849B9B0A9092}" dt="2026-01-16T05:55:19.298" v="13263" actId="1076"/>
          <ac:spMkLst>
            <pc:docMk/>
            <pc:sldMk cId="4248327898" sldId="279"/>
            <ac:spMk id="5" creationId="{D125D484-8EF3-4744-8DB4-6AC4DC1E9BFF}"/>
          </ac:spMkLst>
        </pc:spChg>
        <pc:spChg chg="del">
          <ac:chgData name="沛溪 中村" userId="4b6ad4d7a42030dd" providerId="LiveId" clId="{353225E4-864F-467D-8322-849B9B0A9092}" dt="2026-01-16T05:55:00.825" v="13255" actId="478"/>
          <ac:spMkLst>
            <pc:docMk/>
            <pc:sldMk cId="4248327898" sldId="279"/>
            <ac:spMk id="7" creationId="{71FFC770-4F84-41E7-81EC-C07101026A75}"/>
          </ac:spMkLst>
        </pc:spChg>
        <pc:spChg chg="mod">
          <ac:chgData name="沛溪 中村" userId="4b6ad4d7a42030dd" providerId="LiveId" clId="{353225E4-864F-467D-8322-849B9B0A9092}" dt="2026-01-16T05:55:41.889" v="13306" actId="1076"/>
          <ac:spMkLst>
            <pc:docMk/>
            <pc:sldMk cId="4248327898" sldId="279"/>
            <ac:spMk id="8" creationId="{01943EB9-EBD7-4A9A-83A8-3A2C5B91BCDC}"/>
          </ac:spMkLst>
        </pc:spChg>
        <pc:spChg chg="mod">
          <ac:chgData name="沛溪 中村" userId="4b6ad4d7a42030dd" providerId="LiveId" clId="{353225E4-864F-467D-8322-849B9B0A9092}" dt="2026-01-16T05:55:44.675" v="13307" actId="1076"/>
          <ac:spMkLst>
            <pc:docMk/>
            <pc:sldMk cId="4248327898" sldId="279"/>
            <ac:spMk id="9" creationId="{9F7F6DBD-D2D3-497C-AB94-617808ED62E3}"/>
          </ac:spMkLst>
        </pc:spChg>
        <pc:spChg chg="del">
          <ac:chgData name="沛溪 中村" userId="4b6ad4d7a42030dd" providerId="LiveId" clId="{353225E4-864F-467D-8322-849B9B0A9092}" dt="2026-01-16T05:55:26.189" v="13265" actId="478"/>
          <ac:spMkLst>
            <pc:docMk/>
            <pc:sldMk cId="4248327898" sldId="279"/>
            <ac:spMk id="10" creationId="{93B870E4-AFA2-4381-B016-E62A516F7C42}"/>
          </ac:spMkLst>
        </pc:spChg>
        <pc:cxnChg chg="mod">
          <ac:chgData name="沛溪 中村" userId="4b6ad4d7a42030dd" providerId="LiveId" clId="{353225E4-864F-467D-8322-849B9B0A9092}" dt="2026-01-16T05:55:20.996" v="13264" actId="14100"/>
          <ac:cxnSpMkLst>
            <pc:docMk/>
            <pc:sldMk cId="4248327898" sldId="279"/>
            <ac:cxnSpMk id="12" creationId="{3F05A2EC-5B70-4C95-A4E4-B59144FF57B2}"/>
          </ac:cxnSpMkLst>
        </pc:cxnChg>
      </pc:sldChg>
      <pc:sldMasterChg chg="setBg addSldLayout modSldLayout">
        <pc:chgData name="沛溪 中村" userId="4b6ad4d7a42030dd" providerId="LiveId" clId="{353225E4-864F-467D-8322-849B9B0A9092}" dt="2026-01-13T11:55:28.569" v="319"/>
        <pc:sldMasterMkLst>
          <pc:docMk/>
          <pc:sldMasterMk cId="1930750071" sldId="2147483648"/>
        </pc:sldMasterMkLst>
        <pc:sldLayoutChg chg="add setBg">
          <pc:chgData name="沛溪 中村" userId="4b6ad4d7a42030dd" providerId="LiveId" clId="{353225E4-864F-467D-8322-849B9B0A9092}" dt="2026-01-13T11:55:28.569" v="319"/>
          <pc:sldLayoutMkLst>
            <pc:docMk/>
            <pc:sldMasterMk cId="1930750071" sldId="2147483648"/>
            <pc:sldLayoutMk cId="3489651178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BB6DF-7862-4499-9A4E-FA298D009F1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3B161-B07A-4030-8F77-E7C5DB029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1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37ECC-EB78-4981-970F-E2E4B01E5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CEB204-96B7-4762-8976-C2159E9F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965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008080"/>
          </a:fgClr>
          <a:bgClr>
            <a:srgbClr val="00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7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954B7F4-BA24-4D2E-AE93-B0CD461E0EFA}"/>
              </a:ext>
            </a:extLst>
          </p:cNvPr>
          <p:cNvSpPr/>
          <p:nvPr/>
        </p:nvSpPr>
        <p:spPr>
          <a:xfrm>
            <a:off x="0" y="2104209"/>
            <a:ext cx="12191999" cy="14608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999F7-05DF-4793-A1BA-59776A064A90}"/>
              </a:ext>
            </a:extLst>
          </p:cNvPr>
          <p:cNvSpPr/>
          <p:nvPr/>
        </p:nvSpPr>
        <p:spPr>
          <a:xfrm>
            <a:off x="2991852" y="321573"/>
            <a:ext cx="6208295" cy="804396"/>
          </a:xfrm>
          <a:prstGeom prst="rect">
            <a:avLst/>
          </a:prstGeom>
          <a:noFill/>
          <a:ln w="3175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5D484-8EF3-4744-8DB4-6AC4DC1E9BFF}"/>
              </a:ext>
            </a:extLst>
          </p:cNvPr>
          <p:cNvSpPr txBox="1"/>
          <p:nvPr/>
        </p:nvSpPr>
        <p:spPr>
          <a:xfrm>
            <a:off x="2991852" y="355229"/>
            <a:ext cx="4051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2026/01/16</a:t>
            </a:r>
            <a:endParaRPr lang="zh-CN" altLang="en-US" sz="4000" b="1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FFC770-4F84-41E7-81EC-C07101026A75}"/>
              </a:ext>
            </a:extLst>
          </p:cNvPr>
          <p:cNvSpPr txBox="1"/>
          <p:nvPr/>
        </p:nvSpPr>
        <p:spPr>
          <a:xfrm>
            <a:off x="6766722" y="263068"/>
            <a:ext cx="2895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2:00PM</a:t>
            </a:r>
            <a:endParaRPr lang="zh-CN" altLang="en-US" sz="48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43EB9-EBD7-4A9A-83A8-3A2C5B91BCDC}"/>
              </a:ext>
            </a:extLst>
          </p:cNvPr>
          <p:cNvSpPr txBox="1"/>
          <p:nvPr/>
        </p:nvSpPr>
        <p:spPr>
          <a:xfrm>
            <a:off x="3395479" y="2123634"/>
            <a:ext cx="5401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组会进度报告</a:t>
            </a:r>
            <a:endParaRPr lang="zh-CN" altLang="en-US" sz="66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2015092" y="4856201"/>
            <a:ext cx="2760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870E4-AFA2-4381-B016-E62A516F7C42}"/>
              </a:ext>
            </a:extLst>
          </p:cNvPr>
          <p:cNvSpPr txBox="1"/>
          <p:nvPr/>
        </p:nvSpPr>
        <p:spPr>
          <a:xfrm>
            <a:off x="7416137" y="4209870"/>
            <a:ext cx="28950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论文题目：面向多感官调制的非联想学习忆阻神经形态电路设计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F05A2EC-5B70-4C95-A4E4-B59144FF57B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0" y="709172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1CF351-9168-4DFE-8394-6CFF710CB80A}"/>
              </a:ext>
            </a:extLst>
          </p:cNvPr>
          <p:cNvCxnSpPr>
            <a:cxnSpLocks/>
          </p:cNvCxnSpPr>
          <p:nvPr/>
        </p:nvCxnSpPr>
        <p:spPr>
          <a:xfrm flipH="1">
            <a:off x="9200147" y="694573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49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B3C9446-EDD0-452E-A411-C53E0BFF4800}"/>
              </a:ext>
            </a:extLst>
          </p:cNvPr>
          <p:cNvCxnSpPr>
            <a:cxnSpLocks/>
          </p:cNvCxnSpPr>
          <p:nvPr/>
        </p:nvCxnSpPr>
        <p:spPr>
          <a:xfrm>
            <a:off x="4773429" y="5904786"/>
            <a:ext cx="1995345" cy="18338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9923006" y="5970982"/>
            <a:ext cx="503989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75D3D3-23FE-4E72-97E0-C3AD5ADF0184}"/>
              </a:ext>
            </a:extLst>
          </p:cNvPr>
          <p:cNvCxnSpPr>
            <a:cxnSpLocks/>
          </p:cNvCxnSpPr>
          <p:nvPr/>
        </p:nvCxnSpPr>
        <p:spPr>
          <a:xfrm>
            <a:off x="9896019" y="2639137"/>
            <a:ext cx="530976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4758721" y="2627572"/>
            <a:ext cx="2295981" cy="1156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566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既往工作</a:t>
              </a:r>
              <a:endParaRPr lang="zh-CN" altLang="en-US" sz="28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任务规划</a:t>
              </a:r>
              <a:endParaRPr lang="zh-CN" altLang="en-US" sz="28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6625042" y="5575669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本周情况</a:t>
              </a:r>
              <a:endParaRPr lang="zh-CN" altLang="en-US" sz="28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E80694-393A-4AD2-88C4-8FDB77D2AEAE}"/>
              </a:ext>
            </a:extLst>
          </p:cNvPr>
          <p:cNvGrpSpPr/>
          <p:nvPr/>
        </p:nvGrpSpPr>
        <p:grpSpPr>
          <a:xfrm>
            <a:off x="1474379" y="5575669"/>
            <a:ext cx="3494568" cy="620039"/>
            <a:chOff x="1474379" y="2232418"/>
            <a:chExt cx="3355526" cy="59584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8FF4CE7-CF51-40DD-A886-7B61ABDFEC96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446304F8-7963-4B1C-B0F0-524F65194842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92C9C69-F65C-462C-8730-F35CE8F98E27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Part4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DB5F439-5E7A-43D2-8592-4A9CC09DBFA8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后续展望</a:t>
              </a:r>
              <a:endParaRPr lang="zh-CN" altLang="en-US" sz="2800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8FD15056-5E9F-4530-B1B0-7EFD78977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5734"/>
            <a:ext cx="1905000" cy="1905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826" y="3614287"/>
            <a:ext cx="1905000" cy="1905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F38CBE5-B325-4D15-A40A-245D384298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357" y="3420481"/>
            <a:ext cx="2292611" cy="2292611"/>
          </a:xfrm>
          <a:prstGeom prst="rect">
            <a:avLst/>
          </a:prstGeom>
        </p:spPr>
      </p:pic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627F3CB-D19E-4372-A510-CAEBB266E5A7}"/>
              </a:ext>
            </a:extLst>
          </p:cNvPr>
          <p:cNvCxnSpPr>
            <a:cxnSpLocks/>
          </p:cNvCxnSpPr>
          <p:nvPr/>
        </p:nvCxnSpPr>
        <p:spPr>
          <a:xfrm>
            <a:off x="10407504" y="2620475"/>
            <a:ext cx="19491" cy="337900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61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A8DD637-03F4-4C31-8BBA-0C2B0C1C0C61}"/>
              </a:ext>
            </a:extLst>
          </p:cNvPr>
          <p:cNvSpPr/>
          <p:nvPr/>
        </p:nvSpPr>
        <p:spPr>
          <a:xfrm>
            <a:off x="7386085" y="1162493"/>
            <a:ext cx="3480391" cy="5202865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7" y="1162493"/>
            <a:ext cx="3480391" cy="5202865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既往完成任务梳理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288859-9B22-4438-AA66-09082DCE6083}"/>
              </a:ext>
            </a:extLst>
          </p:cNvPr>
          <p:cNvSpPr txBox="1"/>
          <p:nvPr/>
        </p:nvSpPr>
        <p:spPr>
          <a:xfrm>
            <a:off x="1750827" y="1162493"/>
            <a:ext cx="2884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文献阅读方面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2210D9-1875-417B-97C8-736B3BC5C669}"/>
              </a:ext>
            </a:extLst>
          </p:cNvPr>
          <p:cNvSpPr txBox="1"/>
          <p:nvPr/>
        </p:nvSpPr>
        <p:spPr>
          <a:xfrm>
            <a:off x="7811388" y="1162493"/>
            <a:ext cx="28849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电路仿真方面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D25DCA-EDF1-48C7-B6D6-C2ABBD1C5BDE}"/>
              </a:ext>
            </a:extLst>
          </p:cNvPr>
          <p:cNvSpPr txBox="1"/>
          <p:nvPr/>
        </p:nvSpPr>
        <p:spPr>
          <a:xfrm>
            <a:off x="1534631" y="2002188"/>
            <a:ext cx="31330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翻译理解主要复现文献的前三部分（截止电路模块设计）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查找生物学相关资料，理解仿生对象机制具体原理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收集整理参考文献，开题报告撰写时已有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篇参考文献</a:t>
            </a: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梳理文献中出现的公式表格，器件命名等。已整理到</a:t>
            </a:r>
            <a:r>
              <a:rPr lang="en-US" altLang="zh-CN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word</a:t>
            </a:r>
            <a:r>
              <a:rPr lang="zh-CN" altLang="en-US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文档中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66C356-255F-47BB-8B4E-49C7A2F626E7}"/>
              </a:ext>
            </a:extLst>
          </p:cNvPr>
          <p:cNvSpPr txBox="1"/>
          <p:nvPr/>
        </p:nvSpPr>
        <p:spPr>
          <a:xfrm>
            <a:off x="7563294" y="2748262"/>
            <a:ext cx="31330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部署忆阻器模型。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>
                  <a:lumMod val="9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对忆阻器模型进行实验，所得结果与文章中现象一致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>
                  <a:lumMod val="9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Tx/>
              <a:buChar char="-"/>
            </a:pPr>
            <a:endParaRPr lang="en-US" altLang="zh-CN" dirty="0">
              <a:solidFill>
                <a:schemeClr val="bg1">
                  <a:lumMod val="9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338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12064B1-187A-4AE6-B3E0-73D319EC27A9}"/>
              </a:ext>
            </a:extLst>
          </p:cNvPr>
          <p:cNvSpPr/>
          <p:nvPr/>
        </p:nvSpPr>
        <p:spPr>
          <a:xfrm>
            <a:off x="574159" y="1015974"/>
            <a:ext cx="10760148" cy="5491463"/>
          </a:xfrm>
          <a:prstGeom prst="roundRect">
            <a:avLst>
              <a:gd name="adj" fmla="val 7120"/>
            </a:avLst>
          </a:prstGeom>
          <a:solidFill>
            <a:schemeClr val="tx1"/>
          </a:solidFill>
          <a:ln w="3175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既往完成任务梳理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408EAB-D660-4160-9171-37FF4D42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57" y="1243695"/>
            <a:ext cx="3674354" cy="43706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5BD1663-F9D6-4821-A599-B4841397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710" y="1126738"/>
            <a:ext cx="2800798" cy="283394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2035740-A158-440C-8C28-DB59AE8F0B16}"/>
              </a:ext>
            </a:extLst>
          </p:cNvPr>
          <p:cNvSpPr txBox="1"/>
          <p:nvPr/>
        </p:nvSpPr>
        <p:spPr>
          <a:xfrm>
            <a:off x="5558944" y="4145348"/>
            <a:ext cx="5092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左图为我先前的测试结果，上图为论文中展示的忆阻特性，两者结果相符。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B3C64C-B0FE-42AA-99FA-FDDF08919466}"/>
              </a:ext>
            </a:extLst>
          </p:cNvPr>
          <p:cNvSpPr txBox="1"/>
          <p:nvPr/>
        </p:nvSpPr>
        <p:spPr>
          <a:xfrm>
            <a:off x="5599514" y="5141726"/>
            <a:ext cx="5092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FFFF"/>
                </a:solidFill>
                <a:latin typeface="OCR‘ A Extended"/>
                <a:ea typeface="方正姚体" panose="02010601030101010101" pitchFamily="2" charset="-122"/>
              </a:rPr>
              <a:t>忆阻器测试时，发现如果设置</a:t>
            </a:r>
            <a:r>
              <a:rPr lang="en-US" altLang="zh-CN" sz="2400" b="1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r>
              <a:rPr lang="en-US" altLang="zh-CN" sz="24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=</a:t>
            </a:r>
            <a:r>
              <a:rPr lang="en-US" altLang="zh-CN" sz="2400" b="1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Rinit</a:t>
            </a:r>
            <a:r>
              <a:rPr lang="zh-CN" altLang="en-US" sz="24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，忆阻器不正常工作，阻值始终等于</a:t>
            </a:r>
            <a:r>
              <a:rPr lang="en-US" altLang="zh-CN" sz="2400" b="1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r>
              <a:rPr lang="zh-CN" altLang="en-US" sz="24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325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B3C9446-EDD0-452E-A411-C53E0BFF4800}"/>
              </a:ext>
            </a:extLst>
          </p:cNvPr>
          <p:cNvCxnSpPr>
            <a:cxnSpLocks/>
          </p:cNvCxnSpPr>
          <p:nvPr/>
        </p:nvCxnSpPr>
        <p:spPr>
          <a:xfrm>
            <a:off x="4773429" y="5904786"/>
            <a:ext cx="1995345" cy="18338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9923006" y="5970982"/>
            <a:ext cx="503989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75D3D3-23FE-4E72-97E0-C3AD5ADF0184}"/>
              </a:ext>
            </a:extLst>
          </p:cNvPr>
          <p:cNvCxnSpPr>
            <a:cxnSpLocks/>
          </p:cNvCxnSpPr>
          <p:nvPr/>
        </p:nvCxnSpPr>
        <p:spPr>
          <a:xfrm>
            <a:off x="9896019" y="2639137"/>
            <a:ext cx="530976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4758721" y="2627572"/>
            <a:ext cx="2295981" cy="1156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既往工作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任务规划</a:t>
              </a:r>
              <a:endParaRPr lang="zh-CN" altLang="en-US" sz="28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6625042" y="5575669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本周情况</a:t>
              </a:r>
              <a:endParaRPr lang="zh-CN" altLang="en-US" sz="28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E80694-393A-4AD2-88C4-8FDB77D2AEAE}"/>
              </a:ext>
            </a:extLst>
          </p:cNvPr>
          <p:cNvGrpSpPr/>
          <p:nvPr/>
        </p:nvGrpSpPr>
        <p:grpSpPr>
          <a:xfrm>
            <a:off x="1474379" y="5575669"/>
            <a:ext cx="3494568" cy="620039"/>
            <a:chOff x="1474379" y="2232418"/>
            <a:chExt cx="3355526" cy="59584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8FF4CE7-CF51-40DD-A886-7B61ABDFEC96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446304F8-7963-4B1C-B0F0-524F65194842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92C9C69-F65C-462C-8730-F35CE8F98E27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Part4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DB5F439-5E7A-43D2-8592-4A9CC09DBFA8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后续展望</a:t>
              </a:r>
              <a:endParaRPr lang="zh-CN" altLang="en-US" sz="2800" dirty="0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826" y="3614287"/>
            <a:ext cx="1905000" cy="1905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F38CBE5-B325-4D15-A40A-245D38429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357" y="3420481"/>
            <a:ext cx="2292611" cy="2292611"/>
          </a:xfrm>
          <a:prstGeom prst="rect">
            <a:avLst/>
          </a:prstGeom>
        </p:spPr>
      </p:pic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627F3CB-D19E-4372-A510-CAEBB266E5A7}"/>
              </a:ext>
            </a:extLst>
          </p:cNvPr>
          <p:cNvCxnSpPr>
            <a:cxnSpLocks/>
          </p:cNvCxnSpPr>
          <p:nvPr/>
        </p:nvCxnSpPr>
        <p:spPr>
          <a:xfrm>
            <a:off x="10407504" y="2620475"/>
            <a:ext cx="19491" cy="337900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F01B2C4B-C716-40FD-B472-3AA118BD9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170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近期任务规划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【2026.1.12-2026.1.18】 </a:t>
            </a:r>
          </a:p>
          <a:p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）精读论文的电路设计和仿真结果部分，逐句翻译并理解含义 </a:t>
            </a:r>
            <a:endParaRPr lang="en-US" altLang="zh-CN" dirty="0">
              <a:solidFill>
                <a:srgbClr val="00B05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）将翻译的内容撰写至</a:t>
            </a:r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word</a:t>
            </a:r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文档中，注意尽量采用书面语言撰写，减少口语化 </a:t>
            </a:r>
            <a:endParaRPr lang="en-US" altLang="zh-CN" dirty="0">
              <a:solidFill>
                <a:srgbClr val="00B05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）所引用的参考文献也同样列写至</a:t>
            </a:r>
            <a:r>
              <a:rPr lang="en-US" altLang="zh-CN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word</a:t>
            </a:r>
            <a:r>
              <a:rPr lang="zh-CN" altLang="en-US" dirty="0">
                <a:solidFill>
                  <a:srgbClr val="00B05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文档中 </a:t>
            </a:r>
            <a:endParaRPr lang="en-US" altLang="zh-CN" dirty="0">
              <a:solidFill>
                <a:srgbClr val="00B05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【2026.1.19-2026.1.25】 </a:t>
            </a: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）整体理解将要搭建电路的设计原理和所要实现的功能后，结合开题阶段所构建的忆阻 器模型，在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PSPICE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中逐步开始电路搭建 </a:t>
            </a:r>
            <a:endParaRPr lang="en-US" altLang="zh-CN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）根据所参考论文中的模块划分依次进行，每搭建完成一个电路模块，随即检查对应功能是否准确实现</a:t>
            </a:r>
            <a:endParaRPr lang="en-US" altLang="zh-CN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）按照参考论文的结构，在搭建电路前明确对应电路模块需实现的功能 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【2026.1.26-2026.2.1】</a:t>
            </a: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）继续推进电路设计部分的内容，边搭建电路边验证其功能 </a:t>
            </a:r>
            <a:endParaRPr lang="en-US" altLang="zh-CN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）相应电路的仿真结果可能存在与论文中结果不一致的情况，此时若自己仿真 结果逻辑融洽，只需大致与论文中仿真结果的趋势类似即可，不追求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比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复现 </a:t>
            </a:r>
            <a:endParaRPr lang="en-US" altLang="zh-CN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【2026.2.2-2026.2.8】 </a:t>
            </a: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）完成整体电路的设计及仿真 </a:t>
            </a:r>
            <a:endParaRPr lang="en-US" altLang="zh-CN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</a:t>
            </a:r>
            <a:r>
              <a:rPr lang="en-US" altLang="zh-CN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dirty="0">
                <a:solidFill>
                  <a:srgbClr val="FF7575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）尝试撰写中期报告，注意使用最新模板</a:t>
            </a:r>
          </a:p>
        </p:txBody>
      </p:sp>
    </p:spTree>
    <p:extLst>
      <p:ext uri="{BB962C8B-B14F-4D97-AF65-F5344CB8AC3E}">
        <p14:creationId xmlns:p14="http://schemas.microsoft.com/office/powerpoint/2010/main" val="236233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近期任务规划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05EB7E-D734-4854-BAB3-0DF540E3D0E2}"/>
              </a:ext>
            </a:extLst>
          </p:cNvPr>
          <p:cNvSpPr txBox="1"/>
          <p:nvPr/>
        </p:nvSpPr>
        <p:spPr>
          <a:xfrm>
            <a:off x="6436242" y="1305456"/>
            <a:ext cx="39907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论文的后续部分包含对电路性能的仿真模拟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（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part4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）以及对两种生物生理现象的人工实现（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part5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）</a:t>
            </a:r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实质上包含两个层次的仿真结果。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zh-CN" altLang="en-US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77F559-B366-4D61-8CF2-5FEB2C68C0F4}"/>
              </a:ext>
            </a:extLst>
          </p:cNvPr>
          <p:cNvSpPr txBox="1"/>
          <p:nvPr/>
        </p:nvSpPr>
        <p:spPr>
          <a:xfrm>
            <a:off x="1765004" y="1181871"/>
            <a:ext cx="38489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Chapter 04 CIRCUIT SIMULATIONS AND RESULTS ANALYSES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A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B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C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D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Chapter 05 APPLICATIONS IN ARTIFICIAL NOCICEPTOR AND SEMANTIC SATIATION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Artificial Nociceptor for Thermal Pain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Occurrence and Elimination of Semantic Satiation</a:t>
            </a:r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  <a:p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72027D-A87C-4F2D-B2E7-93D162EA8E5B}"/>
              </a:ext>
            </a:extLst>
          </p:cNvPr>
          <p:cNvSpPr txBox="1"/>
          <p:nvPr/>
        </p:nvSpPr>
        <p:spPr>
          <a:xfrm>
            <a:off x="6436242" y="3446077"/>
            <a:ext cx="39907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计划首先按照文章中第四部分的电路仿真思路，从每个测试环节所涉及到的电路单元开始逐渐逐渐搭建电路。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完成整个电路搭建后，后续可以通过单元复用节省工作量</a:t>
            </a:r>
          </a:p>
        </p:txBody>
      </p:sp>
    </p:spTree>
    <p:extLst>
      <p:ext uri="{BB962C8B-B14F-4D97-AF65-F5344CB8AC3E}">
        <p14:creationId xmlns:p14="http://schemas.microsoft.com/office/powerpoint/2010/main" val="25657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B3C9446-EDD0-452E-A411-C53E0BFF4800}"/>
              </a:ext>
            </a:extLst>
          </p:cNvPr>
          <p:cNvCxnSpPr>
            <a:cxnSpLocks/>
          </p:cNvCxnSpPr>
          <p:nvPr/>
        </p:nvCxnSpPr>
        <p:spPr>
          <a:xfrm>
            <a:off x="4773429" y="5904786"/>
            <a:ext cx="1995345" cy="18338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9923006" y="5970982"/>
            <a:ext cx="503989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75D3D3-23FE-4E72-97E0-C3AD5ADF0184}"/>
              </a:ext>
            </a:extLst>
          </p:cNvPr>
          <p:cNvCxnSpPr>
            <a:cxnSpLocks/>
          </p:cNvCxnSpPr>
          <p:nvPr/>
        </p:nvCxnSpPr>
        <p:spPr>
          <a:xfrm>
            <a:off x="9896019" y="2639137"/>
            <a:ext cx="530976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4758721" y="2627572"/>
            <a:ext cx="2295981" cy="1156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既往工作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任务规划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6625042" y="5575669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本周情况</a:t>
              </a:r>
              <a:endParaRPr lang="zh-CN" altLang="en-US" sz="28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E80694-393A-4AD2-88C4-8FDB77D2AEAE}"/>
              </a:ext>
            </a:extLst>
          </p:cNvPr>
          <p:cNvGrpSpPr/>
          <p:nvPr/>
        </p:nvGrpSpPr>
        <p:grpSpPr>
          <a:xfrm>
            <a:off x="1474379" y="5575669"/>
            <a:ext cx="3494568" cy="620039"/>
            <a:chOff x="1474379" y="2232418"/>
            <a:chExt cx="3355526" cy="59584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8FF4CE7-CF51-40DD-A886-7B61ABDFEC96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446304F8-7963-4B1C-B0F0-524F65194842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92C9C69-F65C-462C-8730-F35CE8F98E27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Part4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DB5F439-5E7A-43D2-8592-4A9CC09DBFA8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后续展望</a:t>
              </a:r>
              <a:endParaRPr lang="zh-CN" altLang="en-US" sz="2800" dirty="0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826" y="3614287"/>
            <a:ext cx="1905000" cy="1905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F38CBE5-B325-4D15-A40A-245D38429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357" y="3420481"/>
            <a:ext cx="2292611" cy="2292611"/>
          </a:xfrm>
          <a:prstGeom prst="rect">
            <a:avLst/>
          </a:prstGeom>
        </p:spPr>
      </p:pic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627F3CB-D19E-4372-A510-CAEBB266E5A7}"/>
              </a:ext>
            </a:extLst>
          </p:cNvPr>
          <p:cNvCxnSpPr>
            <a:cxnSpLocks/>
          </p:cNvCxnSpPr>
          <p:nvPr/>
        </p:nvCxnSpPr>
        <p:spPr>
          <a:xfrm>
            <a:off x="10407504" y="2620475"/>
            <a:ext cx="19491" cy="337900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F01B2C4B-C716-40FD-B472-3AA118BD9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170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6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862056" y="1287045"/>
            <a:ext cx="9302129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完成阅读并重新熟悉文献</a:t>
            </a: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整理开题后资料，明确设计进度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完成对文献的回顾与继续阅读，掌握文章电路验证结构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整合先前处理的零碎工作，重新开始电路仿真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完成</a:t>
            </a:r>
            <a:r>
              <a:rPr lang="en-US" altLang="zh-CN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PSPICE</a:t>
            </a:r>
            <a:r>
              <a:rPr lang="zh-CN" altLang="en-US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仿真环境的搭建</a:t>
            </a: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导入并验证其他有关器件库</a:t>
            </a:r>
            <a:endParaRPr lang="en-US" altLang="zh-CN" sz="20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处理</a:t>
            </a:r>
            <a:r>
              <a:rPr lang="en-US" altLang="zh-CN" sz="20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管阈值电压：</a:t>
            </a:r>
            <a:r>
              <a:rPr lang="en-US" altLang="zh-CN" sz="20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Nmos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2.1V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</a:t>
            </a:r>
            <a:r>
              <a:rPr lang="en-US" altLang="zh-CN" sz="20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Pmos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-2.0V</a:t>
            </a: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处理门电路的默认输出电压问题：高电平默认输出</a:t>
            </a:r>
            <a:r>
              <a:rPr lang="en-US" altLang="zh-CN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完成电路架构</a:t>
            </a:r>
            <a:r>
              <a:rPr lang="en-US" altLang="zh-CN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：刺激判断单元的搭建与特性验证</a:t>
            </a: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管构成比较器（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comparators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，后续简写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电路搭建</a:t>
            </a:r>
            <a:endParaRPr lang="en-US" altLang="zh-CN" sz="20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特性验证</a:t>
            </a:r>
            <a:endParaRPr lang="en-US" altLang="zh-CN" sz="2400" dirty="0">
              <a:solidFill>
                <a:schemeClr val="bg1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418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124867" y="1086990"/>
            <a:ext cx="930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28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sz="28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管阈值电压问题</a:t>
            </a:r>
            <a:endParaRPr lang="en-US" altLang="zh-CN" sz="2800" b="1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3755D7-F930-40BC-B859-EC1FB51B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30" y="1856432"/>
            <a:ext cx="1318428" cy="1299858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AC2D86F-02F7-43BE-B1BC-3C95C84E3392}"/>
              </a:ext>
            </a:extLst>
          </p:cNvPr>
          <p:cNvSpPr txBox="1"/>
          <p:nvPr/>
        </p:nvSpPr>
        <p:spPr>
          <a:xfrm>
            <a:off x="4008069" y="3503036"/>
            <a:ext cx="3390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Breakout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库中</a:t>
            </a:r>
            <a:r>
              <a:rPr lang="en-US" altLang="zh-CN" sz="20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管没有直接在参数界面显示阈值电压以供调整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D9B80D-69D7-4665-8C55-7E44F1A1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723" y="1810265"/>
            <a:ext cx="2111561" cy="4311715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9E8B399-BC70-44E7-BA02-DB356E4F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203" y="1856431"/>
            <a:ext cx="1392585" cy="1316279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EE59DDF-AA97-4B89-B145-FFDE4B14BA61}"/>
              </a:ext>
            </a:extLst>
          </p:cNvPr>
          <p:cNvSpPr txBox="1"/>
          <p:nvPr/>
        </p:nvSpPr>
        <p:spPr>
          <a:xfrm>
            <a:off x="3878853" y="4755347"/>
            <a:ext cx="36426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文中明确表述：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threshold V of NMOSFETs are 2.1V</a:t>
            </a:r>
          </a:p>
          <a:p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And PMOSFETs are −2.0V </a:t>
            </a:r>
            <a:endParaRPr lang="zh-CN" altLang="en-US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AB3290-EAA3-412A-97AE-C9E932EC7F6B}"/>
              </a:ext>
            </a:extLst>
          </p:cNvPr>
          <p:cNvSpPr txBox="1"/>
          <p:nvPr/>
        </p:nvSpPr>
        <p:spPr>
          <a:xfrm>
            <a:off x="7521519" y="4879424"/>
            <a:ext cx="3642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通过自行添加配置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lib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文件，设置模拟中使用的</a:t>
            </a:r>
            <a:r>
              <a:rPr lang="en-US" altLang="zh-CN" sz="20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管参数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FE5E321-59B1-41D2-B36B-2E7DD3211E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36" y="3626480"/>
            <a:ext cx="3534417" cy="892219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817DFD02-4612-44C8-A9FA-926F0BEE0BF7}"/>
              </a:ext>
            </a:extLst>
          </p:cNvPr>
          <p:cNvSpPr/>
          <p:nvPr/>
        </p:nvSpPr>
        <p:spPr>
          <a:xfrm>
            <a:off x="7802276" y="3912780"/>
            <a:ext cx="2160431" cy="188595"/>
          </a:xfrm>
          <a:prstGeom prst="rect">
            <a:avLst/>
          </a:prstGeom>
          <a:noFill/>
          <a:ln w="41275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4E3E9CC-EA23-4426-842D-0F3994B51E80}"/>
              </a:ext>
            </a:extLst>
          </p:cNvPr>
          <p:cNvCxnSpPr>
            <a:cxnSpLocks/>
          </p:cNvCxnSpPr>
          <p:nvPr/>
        </p:nvCxnSpPr>
        <p:spPr>
          <a:xfrm flipV="1">
            <a:off x="8176437" y="3064370"/>
            <a:ext cx="0" cy="848411"/>
          </a:xfrm>
          <a:prstGeom prst="straightConnector1">
            <a:avLst/>
          </a:prstGeom>
          <a:ln w="508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6C09853-869F-4971-8376-0895952B0D4A}"/>
              </a:ext>
            </a:extLst>
          </p:cNvPr>
          <p:cNvSpPr/>
          <p:nvPr/>
        </p:nvSpPr>
        <p:spPr>
          <a:xfrm>
            <a:off x="7828624" y="1864041"/>
            <a:ext cx="2857782" cy="1200329"/>
          </a:xfrm>
          <a:prstGeom prst="rect">
            <a:avLst/>
          </a:prstGeom>
          <a:pattFill prst="narVert">
            <a:fgClr>
              <a:schemeClr val="bg2">
                <a:lumMod val="50000"/>
              </a:schemeClr>
            </a:fgClr>
            <a:bgClr>
              <a:srgbClr val="000000"/>
            </a:bgClr>
          </a:pattFill>
          <a:ln w="41275">
            <a:solidFill>
              <a:srgbClr val="00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216A3A-863D-4F26-BD19-BFEDA277963A}"/>
              </a:ext>
            </a:extLst>
          </p:cNvPr>
          <p:cNvSpPr txBox="1"/>
          <p:nvPr/>
        </p:nvSpPr>
        <p:spPr>
          <a:xfrm>
            <a:off x="7802276" y="1868224"/>
            <a:ext cx="3642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.MODEL MY_NMOS NMOS (LEVEL=1 VTO=2.1)</a:t>
            </a:r>
          </a:p>
          <a:p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.MODEL MY_PMOS PMOS (LEVEL=1 VTO=-2.0)</a:t>
            </a:r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357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862056" y="1287045"/>
            <a:ext cx="93021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完成阅读并重新熟悉文献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整理开题后资料，明确设计进度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完成对文献的回顾与继续阅读，掌握文章电路验证结构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整合先前处理的零碎工作，重新开始电路仿真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PSPICE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仿真环境的搭建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导入并验证其他有关器件库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管阈值电压：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Nmos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2.1V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-2.0V</a:t>
            </a: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处理门电路的默认输出电压问题：高电平默认输出</a:t>
            </a:r>
            <a:r>
              <a:rPr lang="en-US" altLang="zh-CN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完成电路架构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：刺激判断单元的搭建与特性验证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Mos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管构成比较器（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comparators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，后续简写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电路搭建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特性验证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2873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36159" y="101566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E8A292-E360-4A7F-A3B2-BA2DD4680CEE}"/>
              </a:ext>
            </a:extLst>
          </p:cNvPr>
          <p:cNvSpPr txBox="1"/>
          <p:nvPr/>
        </p:nvSpPr>
        <p:spPr>
          <a:xfrm>
            <a:off x="2017893" y="5029337"/>
            <a:ext cx="3564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使用默认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74HC.lib</a:t>
            </a:r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文件中的门电路进行效果验证时，输出的“高电平”</a:t>
            </a:r>
            <a:r>
              <a:rPr lang="en-US" altLang="zh-CN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=5V</a:t>
            </a:r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，与论文需求不符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FFA5350-3296-4738-B314-8F39F2F75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546" y="3396803"/>
            <a:ext cx="4194912" cy="2380259"/>
          </a:xfrm>
          <a:prstGeom prst="rect">
            <a:avLst/>
          </a:prstGeom>
          <a:ln w="0">
            <a:noFill/>
          </a:ln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  <a:reflection endPos="22000" dist="63500" dir="5400000" sy="-100000" algn="bl" rotWithShape="0"/>
          </a:effec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A1E7AE3-F9ED-4F16-BA05-C9A561BB1172}"/>
              </a:ext>
            </a:extLst>
          </p:cNvPr>
          <p:cNvSpPr txBox="1"/>
          <p:nvPr/>
        </p:nvSpPr>
        <p:spPr>
          <a:xfrm>
            <a:off x="6463682" y="2444026"/>
            <a:ext cx="364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经查找并修改配置文件参数后，门电路能同步论文中输出</a:t>
            </a:r>
            <a:r>
              <a:rPr lang="en-US" altLang="zh-CN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3V</a:t>
            </a:r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的形式。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A00214C-E020-49B5-A252-0D1E2B94848C}"/>
              </a:ext>
            </a:extLst>
          </p:cNvPr>
          <p:cNvGrpSpPr/>
          <p:nvPr/>
        </p:nvGrpSpPr>
        <p:grpSpPr>
          <a:xfrm>
            <a:off x="6309310" y="1424880"/>
            <a:ext cx="4309020" cy="788975"/>
            <a:chOff x="6309310" y="1384829"/>
            <a:chExt cx="4309020" cy="788975"/>
          </a:xfrm>
          <a:effectLst>
            <a:glow rad="114300">
              <a:srgbClr val="00FFFF">
                <a:alpha val="41000"/>
              </a:srgbClr>
            </a:glow>
          </a:effectLst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1CDA1D2-4B20-436C-8AA9-7FABA28F9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9310" y="1384829"/>
              <a:ext cx="4309020" cy="788975"/>
            </a:xfrm>
            <a:prstGeom prst="rect">
              <a:avLst/>
            </a:prstGeom>
            <a:ln w="28575">
              <a:noFill/>
            </a:ln>
            <a:effectLst>
              <a:innerShdw blurRad="355600">
                <a:prstClr val="black"/>
              </a:innerShdw>
            </a:effectLst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43A194C-CCC3-46C9-B1CE-A412A01F2F9A}"/>
                </a:ext>
              </a:extLst>
            </p:cNvPr>
            <p:cNvSpPr/>
            <p:nvPr/>
          </p:nvSpPr>
          <p:spPr>
            <a:xfrm>
              <a:off x="7342701" y="1921820"/>
              <a:ext cx="1306286" cy="251984"/>
            </a:xfrm>
            <a:prstGeom prst="rect">
              <a:avLst/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5D9428D-8AE7-4CF8-B8F6-F17C6F053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946" y="1791191"/>
            <a:ext cx="4108625" cy="3002874"/>
          </a:xfrm>
          <a:prstGeom prst="rect">
            <a:avLst/>
          </a:prstGeom>
          <a:noFill/>
          <a:ln w="12700">
            <a:solidFill>
              <a:srgbClr val="00FFFF"/>
            </a:solidFill>
          </a:ln>
          <a:effectLst>
            <a:glow rad="152400">
              <a:srgbClr val="00FFFF">
                <a:alpha val="75000"/>
              </a:srgbClr>
            </a:glow>
            <a:innerShdw blurRad="355600">
              <a:schemeClr val="tx1"/>
            </a:innerShdw>
            <a:reflection endPos="22000" dist="12700" dir="5400000" sy="-100000" algn="bl" rotWithShape="0"/>
            <a:softEdge rad="0"/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882502" y="1060499"/>
            <a:ext cx="930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8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处理门电路输出电压问题：</a:t>
            </a:r>
            <a:endParaRPr lang="en-US" altLang="zh-CN" sz="2800" b="1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C31F42-6F93-47EE-A380-64F14FA0DF9B}"/>
              </a:ext>
            </a:extLst>
          </p:cNvPr>
          <p:cNvSpPr/>
          <p:nvPr/>
        </p:nvSpPr>
        <p:spPr>
          <a:xfrm>
            <a:off x="7445826" y="1927759"/>
            <a:ext cx="1203161" cy="209821"/>
          </a:xfrm>
          <a:prstGeom prst="rect">
            <a:avLst/>
          </a:prstGeom>
          <a:noFill/>
          <a:ln w="44450">
            <a:solidFill>
              <a:srgbClr val="00FFFF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09412"/>
                      <a:gd name="connsiteY0" fmla="*/ 0 h 209821"/>
                      <a:gd name="connsiteX1" fmla="*/ 1409412 w 1409412"/>
                      <a:gd name="connsiteY1" fmla="*/ 0 h 209821"/>
                      <a:gd name="connsiteX2" fmla="*/ 1409412 w 1409412"/>
                      <a:gd name="connsiteY2" fmla="*/ 209821 h 209821"/>
                      <a:gd name="connsiteX3" fmla="*/ 0 w 1409412"/>
                      <a:gd name="connsiteY3" fmla="*/ 209821 h 209821"/>
                      <a:gd name="connsiteX4" fmla="*/ 0 w 1409412"/>
                      <a:gd name="connsiteY4" fmla="*/ 0 h 2098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09412" h="209821" extrusionOk="0">
                        <a:moveTo>
                          <a:pt x="0" y="0"/>
                        </a:moveTo>
                        <a:cubicBezTo>
                          <a:pt x="657468" y="-46081"/>
                          <a:pt x="816200" y="-95882"/>
                          <a:pt x="1409412" y="0"/>
                        </a:cubicBezTo>
                        <a:cubicBezTo>
                          <a:pt x="1424068" y="37804"/>
                          <a:pt x="1405079" y="152926"/>
                          <a:pt x="1409412" y="209821"/>
                        </a:cubicBezTo>
                        <a:cubicBezTo>
                          <a:pt x="1012535" y="158135"/>
                          <a:pt x="178167" y="178861"/>
                          <a:pt x="0" y="209821"/>
                        </a:cubicBezTo>
                        <a:cubicBezTo>
                          <a:pt x="-17353" y="118225"/>
                          <a:pt x="4562" y="9482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941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862056" y="1287045"/>
            <a:ext cx="93021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完成阅读并重新熟悉文献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整理开题后资料，明确设计进度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完成对文献的回顾与继续阅读，掌握文章电路验证结构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整合先前处理的零碎工作，重新开始电路仿真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PSPICE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仿真环境的搭建</a:t>
            </a: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导入并验证其他有关器件库</a:t>
            </a:r>
            <a:endParaRPr lang="en-US" altLang="zh-CN" sz="20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管阈值电压：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Nmos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2.1V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</a:t>
            </a:r>
            <a:r>
              <a:rPr lang="en-US" altLang="zh-CN" sz="2000" dirty="0" err="1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Pmos</a:t>
            </a: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-2.0V</a:t>
            </a:r>
          </a:p>
          <a:p>
            <a:pPr marL="742950" lvl="1" indent="-285750">
              <a:buFontTx/>
              <a:buChar char="-"/>
            </a:pPr>
            <a:r>
              <a:rPr lang="zh-CN" altLang="en-US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处理门电路的默认输出电压问题：高电平默认输出</a:t>
            </a:r>
            <a:r>
              <a:rPr lang="en-US" altLang="zh-CN" sz="20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完成电路架构</a:t>
            </a:r>
            <a:r>
              <a:rPr lang="en-US" altLang="zh-CN" sz="24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zh-CN" altLang="en-US" sz="24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：刺激判断单元的搭建与特性验证</a:t>
            </a: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Mos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管构成比较器（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comparators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，后续简写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COMPs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电路搭建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特性验证</a:t>
            </a: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492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448776" y="1011274"/>
            <a:ext cx="930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刺激判断单元：</a:t>
            </a:r>
            <a:endParaRPr lang="en-US" altLang="zh-CN" sz="2800" b="1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7BD436-7763-4DD2-90D9-8F356005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19" y="1656377"/>
            <a:ext cx="6475378" cy="4345280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4899B9-72BF-4E8D-85F5-FA860B93E2AB}"/>
                  </a:ext>
                </a:extLst>
              </p:cNvPr>
              <p:cNvSpPr txBox="1"/>
              <p:nvPr/>
            </p:nvSpPr>
            <p:spPr>
              <a:xfrm>
                <a:off x="7356385" y="2382525"/>
                <a:ext cx="4195308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IC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&amp;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&lt;0.2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&amp;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其他情况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eqArr>
                            </m:e>
                          </m:d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  <a:latin typeface="OCR A Extended" panose="02010509020102010303" pitchFamily="50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4899B9-72BF-4E8D-85F5-FA860B93E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385" y="2382525"/>
                <a:ext cx="4195308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63CB90E-59C3-4DF3-BEFD-BA929A213318}"/>
                  </a:ext>
                </a:extLst>
              </p:cNvPr>
              <p:cNvSpPr txBox="1"/>
              <p:nvPr/>
            </p:nvSpPr>
            <p:spPr>
              <a:xfrm>
                <a:off x="7787064" y="3608122"/>
                <a:ext cx="3333949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SC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zh-CN" alt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eqArr>
                                    <m:eqArrPr>
                                      <m:ctrlP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 &amp;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&gt;2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且</m:t>
                                      </m:r>
                                    </m:e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        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val</m:t>
                                          </m:r>
                                        </m:sub>
                                      </m:sSub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&lt;0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  <m:r>
                                        <a:rPr lang="zh-CN" altLang="en-US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eqArr>
                                </m:e>
                                <m:e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zh-CN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&amp;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其他情况</m:t>
                                  </m:r>
                                  <m:r>
                                    <a:rPr lang="zh-CN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eqArr>
                            </m:e>
                          </m:d>
                          <m: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63CB90E-59C3-4DF3-BEFD-BA929A213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064" y="3608122"/>
                <a:ext cx="3333949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9130291-6BE5-479A-B883-9E7A6F3D5526}"/>
                  </a:ext>
                </a:extLst>
              </p:cNvPr>
              <p:cNvSpPr txBox="1"/>
              <p:nvPr/>
            </p:nvSpPr>
            <p:spPr>
              <a:xfrm>
                <a:off x="6358867" y="5201623"/>
                <a:ext cx="61903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HC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m:rPr>
                          <m:sty m:val="p"/>
                        </m:rP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zh-CN" alt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SC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9130291-6BE5-479A-B883-9E7A6F3D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867" y="5201623"/>
                <a:ext cx="619034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BEDAB009-8409-4473-9B78-610E5A2F1DF6}"/>
              </a:ext>
            </a:extLst>
          </p:cNvPr>
          <p:cNvSpPr txBox="1"/>
          <p:nvPr/>
        </p:nvSpPr>
        <p:spPr>
          <a:xfrm>
            <a:off x="8252477" y="1575043"/>
            <a:ext cx="930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满足以下关系式：</a:t>
            </a: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641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本周工作汇报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EC7225-D682-44F5-B2E0-ADDEC8B0C5EA}"/>
              </a:ext>
            </a:extLst>
          </p:cNvPr>
          <p:cNvSpPr txBox="1"/>
          <p:nvPr/>
        </p:nvSpPr>
        <p:spPr>
          <a:xfrm>
            <a:off x="1448776" y="1011274"/>
            <a:ext cx="930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刺激判断单元：</a:t>
            </a:r>
            <a:endParaRPr lang="en-US" altLang="zh-CN" sz="2800" b="1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237602-5BE2-40DB-B3B7-8FD1884E0FC7}"/>
              </a:ext>
            </a:extLst>
          </p:cNvPr>
          <p:cNvSpPr txBox="1"/>
          <p:nvPr/>
        </p:nvSpPr>
        <p:spPr>
          <a:xfrm>
            <a:off x="2009263" y="1625600"/>
            <a:ext cx="8417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根据其输入输出特性，列表测试输入与期望输出情况进行电路仿真实验：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aphicFrame>
        <p:nvGraphicFramePr>
          <p:cNvPr id="8" name="表格 12">
            <a:extLst>
              <a:ext uri="{FF2B5EF4-FFF2-40B4-BE49-F238E27FC236}">
                <a16:creationId xmlns:a16="http://schemas.microsoft.com/office/drawing/2014/main" id="{C3947F52-4151-4B56-9913-F19645903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02879"/>
              </p:ext>
            </p:extLst>
          </p:nvPr>
        </p:nvGraphicFramePr>
        <p:xfrm>
          <a:off x="1448776" y="2025710"/>
          <a:ext cx="9661907" cy="3576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787">
                  <a:extLst>
                    <a:ext uri="{9D8B030D-6E8A-4147-A177-3AD203B41FA5}">
                      <a16:colId xmlns:a16="http://schemas.microsoft.com/office/drawing/2014/main" val="4020559604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2020960037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1601288573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440951569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8403807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4136803483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101591916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3118860869"/>
                    </a:ext>
                  </a:extLst>
                </a:gridCol>
                <a:gridCol w="1058015">
                  <a:extLst>
                    <a:ext uri="{9D8B030D-6E8A-4147-A177-3AD203B41FA5}">
                      <a16:colId xmlns:a16="http://schemas.microsoft.com/office/drawing/2014/main" val="1525372228"/>
                    </a:ext>
                  </a:extLst>
                </a:gridCol>
              </a:tblGrid>
              <a:tr h="6084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测试情景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OCR A Extended" panose="02010509020102010303" pitchFamily="50" charset="0"/>
                        </a:rPr>
                        <a:t>Vs(V)</a:t>
                      </a:r>
                      <a:endParaRPr lang="zh-CN" altLang="en-US" dirty="0"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latin typeface="OCR A Extended" panose="02010509020102010303" pitchFamily="50" charset="0"/>
                        </a:rPr>
                        <a:t>Vval</a:t>
                      </a:r>
                      <a:r>
                        <a:rPr lang="en-US" altLang="zh-CN" sz="1800" dirty="0">
                          <a:latin typeface="OCR A Extended" panose="02010509020102010303" pitchFamily="50" charset="0"/>
                        </a:rPr>
                        <a:t>(V)</a:t>
                      </a:r>
                      <a:endParaRPr lang="zh-CN" altLang="en-US" sz="1800" dirty="0"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Exp Vic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Act Vic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Exp </a:t>
                      </a:r>
                      <a:r>
                        <a:rPr lang="en-US" altLang="zh-CN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Vsc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Act </a:t>
                      </a:r>
                      <a:r>
                        <a:rPr lang="en-US" altLang="zh-CN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Vsc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Exp </a:t>
                      </a:r>
                      <a:r>
                        <a:rPr lang="en-US" altLang="zh-CN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Vhc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Act </a:t>
                      </a:r>
                      <a:r>
                        <a:rPr lang="en-US" altLang="zh-CN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  <a:ea typeface="方正姚体" panose="02010601030101010101" pitchFamily="2" charset="-122"/>
                        </a:rPr>
                        <a:t>Vhc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  <a:ea typeface="方正姚体" panose="02010601030101010101" pitchFamily="2" charset="-122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53855"/>
                  </a:ext>
                </a:extLst>
              </a:tr>
              <a:tr h="734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轻微刺激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0.10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+0.10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3.00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2.985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0.001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3.00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2.999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394001"/>
                  </a:ext>
                </a:extLst>
              </a:tr>
              <a:tr h="734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一般强度刺激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1.00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+0.10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0.0004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3.00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2.999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272003"/>
                  </a:ext>
                </a:extLst>
              </a:tr>
              <a:tr h="734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强烈消极刺激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2.50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-0.10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0.0004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3.00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2.999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0.001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99569"/>
                  </a:ext>
                </a:extLst>
              </a:tr>
              <a:tr h="73420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</a:rPr>
                        <a:t>强烈积极刺激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2.50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+0.10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0.0004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0.00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0.001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OCR A Extended" panose="02010509020102010303" pitchFamily="50" charset="0"/>
                        </a:rPr>
                        <a:t>3.00</a:t>
                      </a:r>
                      <a:endParaRPr lang="zh-CN" altLang="en-US" dirty="0">
                        <a:solidFill>
                          <a:schemeClr val="bg1">
                            <a:lumMod val="95000"/>
                          </a:schemeClr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B050"/>
                          </a:solidFill>
                          <a:latin typeface="OCR A Extended" panose="02010509020102010303" pitchFamily="50" charset="0"/>
                        </a:rPr>
                        <a:t>2.999</a:t>
                      </a:r>
                      <a:endParaRPr lang="zh-CN" altLang="en-US" dirty="0">
                        <a:solidFill>
                          <a:srgbClr val="00B050"/>
                        </a:solidFill>
                        <a:latin typeface="OCR A Extended" panose="02010509020102010303" pitchFamily="50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88193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B0968806-435B-4835-814D-3DB818ED5ED3}"/>
              </a:ext>
            </a:extLst>
          </p:cNvPr>
          <p:cNvSpPr txBox="1"/>
          <p:nvPr/>
        </p:nvSpPr>
        <p:spPr>
          <a:xfrm>
            <a:off x="2248749" y="5744526"/>
            <a:ext cx="8417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电路实际输出大体与期望输出吻合，刺激判断单元可以正常工作。</a:t>
            </a:r>
            <a:endParaRPr lang="en-US" altLang="zh-CN" sz="20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989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EB3C9446-EDD0-452E-A411-C53E0BFF4800}"/>
              </a:ext>
            </a:extLst>
          </p:cNvPr>
          <p:cNvCxnSpPr>
            <a:cxnSpLocks/>
          </p:cNvCxnSpPr>
          <p:nvPr/>
        </p:nvCxnSpPr>
        <p:spPr>
          <a:xfrm>
            <a:off x="4773429" y="5904786"/>
            <a:ext cx="1995345" cy="18338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9923006" y="5970982"/>
            <a:ext cx="503989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875D3D3-23FE-4E72-97E0-C3AD5ADF0184}"/>
              </a:ext>
            </a:extLst>
          </p:cNvPr>
          <p:cNvCxnSpPr>
            <a:cxnSpLocks/>
          </p:cNvCxnSpPr>
          <p:nvPr/>
        </p:nvCxnSpPr>
        <p:spPr>
          <a:xfrm>
            <a:off x="9896019" y="2639137"/>
            <a:ext cx="530976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4758721" y="2627572"/>
            <a:ext cx="2295981" cy="1156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既往工作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任务规划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6625042" y="5575669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本周情况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E80694-393A-4AD2-88C4-8FDB77D2AEAE}"/>
              </a:ext>
            </a:extLst>
          </p:cNvPr>
          <p:cNvGrpSpPr/>
          <p:nvPr/>
        </p:nvGrpSpPr>
        <p:grpSpPr>
          <a:xfrm>
            <a:off x="1474379" y="5575669"/>
            <a:ext cx="3494568" cy="620039"/>
            <a:chOff x="1474379" y="2232418"/>
            <a:chExt cx="3355526" cy="595842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A8FF4CE7-CF51-40DD-A886-7B61ABDFEC96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446304F8-7963-4B1C-B0F0-524F65194842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92C9C69-F65C-462C-8730-F35CE8F98E27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Part4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DB5F439-5E7A-43D2-8592-4A9CC09DBFA8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后续展望</a:t>
              </a:r>
              <a:endParaRPr lang="zh-CN" altLang="en-US" sz="2800" dirty="0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9826" y="3614287"/>
            <a:ext cx="1905000" cy="1905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3F38CBE5-B325-4D15-A40A-245D38429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357" y="3420481"/>
            <a:ext cx="2292611" cy="2292611"/>
          </a:xfrm>
          <a:prstGeom prst="rect">
            <a:avLst/>
          </a:prstGeom>
        </p:spPr>
      </p:pic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E627F3CB-D19E-4372-A510-CAEBB266E5A7}"/>
              </a:ext>
            </a:extLst>
          </p:cNvPr>
          <p:cNvCxnSpPr>
            <a:cxnSpLocks/>
          </p:cNvCxnSpPr>
          <p:nvPr/>
        </p:nvCxnSpPr>
        <p:spPr>
          <a:xfrm>
            <a:off x="10407504" y="2620475"/>
            <a:ext cx="19491" cy="337900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F01B2C4B-C716-40FD-B472-3AA118BD9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170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89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36159" y="101566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4.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后续任务安排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E8ACB5-A52F-40D2-983A-9D5F6D5CC63E}"/>
              </a:ext>
            </a:extLst>
          </p:cNvPr>
          <p:cNvSpPr txBox="1"/>
          <p:nvPr/>
        </p:nvSpPr>
        <p:spPr>
          <a:xfrm>
            <a:off x="1499199" y="1214473"/>
            <a:ext cx="930212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近期目标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】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首先完成对其余三个电路模块的搭建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完成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NAL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模块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后，可以先行验证文章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part4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中特性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及特性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B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后续电路模块中，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COMP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部分不再单独画出，需要自行处理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稍远的目标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】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实现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模块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后，可验证电路特性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C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Char char="-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MMAM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单元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本身需要对三个感官通道进行连接，但也是最后处理的。实现之后可验证和多感官整合相关的特性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和特性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E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【</a:t>
            </a:r>
            <a:r>
              <a:rPr lang="zh-CN" altLang="en-US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中期前目标</a:t>
            </a:r>
            <a:r>
              <a:rPr lang="en-US" altLang="zh-CN" sz="2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】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论文中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part5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复现的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人工感受器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可以用一个感官通道进行实现，目前的想法是仍然按照文章顺序，先搭建电路，验证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part4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  <a:cs typeface="+mn-cs"/>
              </a:rPr>
              <a:t>复现现象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  <a:cs typeface="+mn-cs"/>
              </a:rPr>
              <a:t>B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  <a:cs typeface="+mn-cs"/>
              </a:rPr>
              <a:t>语义饱和</a:t>
            </a: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  <a:cs typeface="+mn-cs"/>
              </a:rPr>
              <a:t>明确有跨感官抑制</a:t>
            </a:r>
            <a:r>
              <a:rPr lang="en-US" altLang="zh-CN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  <a:cs typeface="+mn-cs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增强效应，应放在最后验证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方正姚体" panose="02010601030101010101" pitchFamily="2" charset="-122"/>
              <a:ea typeface="方正姚体" panose="02010601030101010101" pitchFamily="2" charset="-122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zh-CN" sz="2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827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36159" y="101566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4.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后续任务安排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E8ACB5-A52F-40D2-983A-9D5F6D5CC63E}"/>
              </a:ext>
            </a:extLst>
          </p:cNvPr>
          <p:cNvSpPr txBox="1"/>
          <p:nvPr/>
        </p:nvSpPr>
        <p:spPr>
          <a:xfrm>
            <a:off x="1005013" y="989771"/>
            <a:ext cx="766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绘制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COMP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部分的细分电路图，便于后续直接调用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81B80D-241E-4C77-8DC6-100B22C847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t="-3069" r="12965" b="3069"/>
          <a:stretch/>
        </p:blipFill>
        <p:spPr>
          <a:xfrm>
            <a:off x="2227981" y="4138170"/>
            <a:ext cx="3727422" cy="2050904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BBD54A5-D67C-4D20-8777-3E2ABE6BCF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2" r="7692"/>
          <a:stretch/>
        </p:blipFill>
        <p:spPr>
          <a:xfrm>
            <a:off x="2283517" y="1738973"/>
            <a:ext cx="3727423" cy="2050905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7272FF-573B-4E50-8205-62D72418B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811" y="3503053"/>
            <a:ext cx="2332036" cy="25230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691A1D0-39E4-4F61-921B-B0F2C949EFA1}"/>
              </a:ext>
            </a:extLst>
          </p:cNvPr>
          <p:cNvCxnSpPr>
            <a:cxnSpLocks/>
          </p:cNvCxnSpPr>
          <p:nvPr/>
        </p:nvCxnSpPr>
        <p:spPr>
          <a:xfrm>
            <a:off x="6237770" y="3933567"/>
            <a:ext cx="1526220" cy="0"/>
          </a:xfrm>
          <a:prstGeom prst="straightConnector1">
            <a:avLst/>
          </a:prstGeom>
          <a:ln w="41275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1415CC0-16FE-448B-AC2A-16825EAC7F73}"/>
              </a:ext>
            </a:extLst>
          </p:cNvPr>
          <p:cNvSpPr txBox="1"/>
          <p:nvPr/>
        </p:nvSpPr>
        <p:spPr>
          <a:xfrm>
            <a:off x="1328066" y="1708159"/>
            <a:ext cx="553998" cy="397031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altLang="zh-CN" sz="2400" dirty="0">
                <a:solidFill>
                  <a:srgbClr val="00FFFF"/>
                </a:solidFill>
                <a:latin typeface="OCR A Extended" panose="02010509020102010303" pitchFamily="50" charset="0"/>
              </a:rPr>
              <a:t>HIERARCHICAL BLOCK</a:t>
            </a:r>
            <a:endParaRPr lang="zh-CN" altLang="en-US" sz="24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F78B1D-71BD-44E0-9EE1-6355B0AF5FBE}"/>
              </a:ext>
            </a:extLst>
          </p:cNvPr>
          <p:cNvSpPr/>
          <p:nvPr/>
        </p:nvSpPr>
        <p:spPr>
          <a:xfrm>
            <a:off x="1413694" y="1487100"/>
            <a:ext cx="4824076" cy="4803531"/>
          </a:xfrm>
          <a:prstGeom prst="rect">
            <a:avLst/>
          </a:prstGeom>
          <a:noFill/>
          <a:ln w="41275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62B0A1-76E6-47A0-B566-2A00221C3984}"/>
              </a:ext>
            </a:extLst>
          </p:cNvPr>
          <p:cNvSpPr txBox="1"/>
          <p:nvPr/>
        </p:nvSpPr>
        <p:spPr>
          <a:xfrm>
            <a:off x="1646695" y="2886418"/>
            <a:ext cx="553998" cy="195540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altLang="zh-CN" sz="2400" dirty="0">
                <a:solidFill>
                  <a:srgbClr val="00FFFF"/>
                </a:solidFill>
                <a:latin typeface="OCR A Extended" panose="02010509020102010303" pitchFamily="50" charset="0"/>
              </a:rPr>
              <a:t>(VERIFIED)</a:t>
            </a:r>
            <a:endParaRPr lang="zh-CN" altLang="en-US" sz="24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C522C52-C311-41B8-8E44-1318BB0FC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811" y="1738038"/>
            <a:ext cx="2332036" cy="1420150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1A03AA8-A95C-468C-B270-BA2286B687E1}"/>
              </a:ext>
            </a:extLst>
          </p:cNvPr>
          <p:cNvSpPr/>
          <p:nvPr/>
        </p:nvSpPr>
        <p:spPr>
          <a:xfrm>
            <a:off x="7756097" y="1558427"/>
            <a:ext cx="3260770" cy="4630648"/>
          </a:xfrm>
          <a:prstGeom prst="rect">
            <a:avLst/>
          </a:prstGeom>
          <a:noFill/>
          <a:ln w="41275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7E9E7D-94E3-476D-9368-3E577448145F}"/>
              </a:ext>
            </a:extLst>
          </p:cNvPr>
          <p:cNvSpPr txBox="1"/>
          <p:nvPr/>
        </p:nvSpPr>
        <p:spPr>
          <a:xfrm>
            <a:off x="10449565" y="2605936"/>
            <a:ext cx="553998" cy="39703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400" dirty="0">
                <a:solidFill>
                  <a:srgbClr val="00FFFF"/>
                </a:solidFill>
                <a:latin typeface="OCR A Extended" panose="02010509020102010303" pitchFamily="50" charset="0"/>
              </a:rPr>
              <a:t>CIRCUIT DESIGN</a:t>
            </a:r>
            <a:endParaRPr lang="zh-CN" altLang="en-US" sz="24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015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1336159" y="101566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577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4.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后续任务安排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DA8502-1CE8-4AA0-B92D-076064896069}"/>
              </a:ext>
            </a:extLst>
          </p:cNvPr>
          <p:cNvSpPr txBox="1"/>
          <p:nvPr/>
        </p:nvSpPr>
        <p:spPr>
          <a:xfrm>
            <a:off x="1594884" y="1287045"/>
            <a:ext cx="88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solidFill>
                <a:srgbClr val="FF7575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E8ACB5-A52F-40D2-983A-9D5F6D5CC63E}"/>
              </a:ext>
            </a:extLst>
          </p:cNvPr>
          <p:cNvSpPr txBox="1"/>
          <p:nvPr/>
        </p:nvSpPr>
        <p:spPr>
          <a:xfrm>
            <a:off x="882502" y="1056212"/>
            <a:ext cx="7667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已经实现对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OCR A Extended" panose="02010509020102010303" pitchFamily="50" charset="0"/>
                <a:ea typeface="方正姚体" panose="02010601030101010101" pitchFamily="2" charset="-122"/>
              </a:rPr>
              <a:t>NAL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方正姚体" panose="02010601030101010101" pitchFamily="2" charset="-122"/>
                <a:ea typeface="方正姚体" panose="02010601030101010101" pitchFamily="2" charset="-122"/>
                <a:cs typeface="+mn-cs"/>
              </a:rPr>
              <a:t>单元的绘制，但调试还未成功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F2925F-F1E4-4DF4-AA1A-7FB356D1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45" y="1563370"/>
            <a:ext cx="7615245" cy="44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20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954B7F4-BA24-4D2E-AE93-B0CD461E0EFA}"/>
              </a:ext>
            </a:extLst>
          </p:cNvPr>
          <p:cNvSpPr/>
          <p:nvPr/>
        </p:nvSpPr>
        <p:spPr>
          <a:xfrm>
            <a:off x="0" y="2104209"/>
            <a:ext cx="12191999" cy="14608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999F7-05DF-4793-A1BA-59776A064A90}"/>
              </a:ext>
            </a:extLst>
          </p:cNvPr>
          <p:cNvSpPr/>
          <p:nvPr/>
        </p:nvSpPr>
        <p:spPr>
          <a:xfrm>
            <a:off x="2991852" y="321573"/>
            <a:ext cx="6208295" cy="804396"/>
          </a:xfrm>
          <a:prstGeom prst="rect">
            <a:avLst/>
          </a:prstGeom>
          <a:noFill/>
          <a:ln w="3175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5D484-8EF3-4744-8DB4-6AC4DC1E9BFF}"/>
              </a:ext>
            </a:extLst>
          </p:cNvPr>
          <p:cNvSpPr txBox="1"/>
          <p:nvPr/>
        </p:nvSpPr>
        <p:spPr>
          <a:xfrm>
            <a:off x="4422986" y="344862"/>
            <a:ext cx="3346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2026/01/16</a:t>
            </a:r>
            <a:endParaRPr lang="zh-CN" altLang="en-US" sz="4000" b="1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43EB9-EBD7-4A9A-83A8-3A2C5B91BCDC}"/>
              </a:ext>
            </a:extLst>
          </p:cNvPr>
          <p:cNvSpPr txBox="1"/>
          <p:nvPr/>
        </p:nvSpPr>
        <p:spPr>
          <a:xfrm>
            <a:off x="1935199" y="2277436"/>
            <a:ext cx="8321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汇报完毕 请老师指示</a:t>
            </a:r>
            <a:endParaRPr lang="zh-CN" altLang="en-US" sz="66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4715612" y="4281659"/>
            <a:ext cx="2760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F05A2EC-5B70-4C95-A4E4-B59144FF57B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" y="723771"/>
            <a:ext cx="2991850" cy="0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1CF351-9168-4DFE-8394-6CFF710CB80A}"/>
              </a:ext>
            </a:extLst>
          </p:cNvPr>
          <p:cNvCxnSpPr>
            <a:cxnSpLocks/>
          </p:cNvCxnSpPr>
          <p:nvPr/>
        </p:nvCxnSpPr>
        <p:spPr>
          <a:xfrm flipH="1">
            <a:off x="9200147" y="694573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1378</Words>
  <Application>Microsoft Office PowerPoint</Application>
  <PresentationFormat>宽屏</PresentationFormat>
  <Paragraphs>218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OCR‘ A Extended</vt:lpstr>
      <vt:lpstr>等线</vt:lpstr>
      <vt:lpstr>等线 Light</vt:lpstr>
      <vt:lpstr>方正姚体</vt:lpstr>
      <vt:lpstr>Arial</vt:lpstr>
      <vt:lpstr>Cambria Math</vt:lpstr>
      <vt:lpstr>OCR A Extended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沛溪 中村</dc:creator>
  <cp:lastModifiedBy>沛溪 中村</cp:lastModifiedBy>
  <cp:revision>23</cp:revision>
  <dcterms:created xsi:type="dcterms:W3CDTF">2026-01-13T11:38:27Z</dcterms:created>
  <dcterms:modified xsi:type="dcterms:W3CDTF">2026-01-16T05:55:45Z</dcterms:modified>
</cp:coreProperties>
</file>