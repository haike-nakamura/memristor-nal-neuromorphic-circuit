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C499"/>
    <a:srgbClr val="2694FF"/>
    <a:srgbClr val="0000FF"/>
    <a:srgbClr val="C55A11"/>
    <a:srgbClr val="7A0000"/>
    <a:srgbClr val="FFFFFF"/>
    <a:srgbClr val="FFE6C9"/>
    <a:srgbClr val="FFFBE1"/>
    <a:srgbClr val="F9D5BD"/>
    <a:srgbClr val="49A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580" autoAdjust="0"/>
  </p:normalViewPr>
  <p:slideViewPr>
    <p:cSldViewPr snapToGrid="0">
      <p:cViewPr>
        <p:scale>
          <a:sx n="125" d="100"/>
          <a:sy n="125" d="100"/>
        </p:scale>
        <p:origin x="322" y="-341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沛溪 中村" userId="4b6ad4d7a42030dd" providerId="LiveId" clId="{D71C9597-0BC7-422A-896A-6A8C29AAD45C}"/>
    <pc:docChg chg="undo custSel modSld">
      <pc:chgData name="沛溪 中村" userId="4b6ad4d7a42030dd" providerId="LiveId" clId="{D71C9597-0BC7-422A-896A-6A8C29AAD45C}" dt="2026-05-28T11:57:44.560" v="242" actId="1076"/>
      <pc:docMkLst>
        <pc:docMk/>
      </pc:docMkLst>
      <pc:sldChg chg="addSp modSp mod">
        <pc:chgData name="沛溪 中村" userId="4b6ad4d7a42030dd" providerId="LiveId" clId="{D71C9597-0BC7-422A-896A-6A8C29AAD45C}" dt="2026-05-28T11:57:44.560" v="242" actId="1076"/>
        <pc:sldMkLst>
          <pc:docMk/>
          <pc:sldMk cId="3524030725" sldId="257"/>
        </pc:sldMkLst>
        <pc:spChg chg="add mod">
          <ac:chgData name="沛溪 中村" userId="4b6ad4d7a42030dd" providerId="LiveId" clId="{D71C9597-0BC7-422A-896A-6A8C29AAD45C}" dt="2026-05-28T11:55:58.421" v="200" actId="14100"/>
          <ac:spMkLst>
            <pc:docMk/>
            <pc:sldMk cId="3524030725" sldId="257"/>
            <ac:spMk id="8" creationId="{C725241F-D1C4-4D11-B6B9-B9F2B5045D61}"/>
          </ac:spMkLst>
        </pc:spChg>
        <pc:spChg chg="mod">
          <ac:chgData name="沛溪 中村" userId="4b6ad4d7a42030dd" providerId="LiveId" clId="{D71C9597-0BC7-422A-896A-6A8C29AAD45C}" dt="2026-05-28T11:57:44.560" v="242" actId="1076"/>
          <ac:spMkLst>
            <pc:docMk/>
            <pc:sldMk cId="3524030725" sldId="257"/>
            <ac:spMk id="195" creationId="{A6124640-C2E4-4D14-9BD9-04237AC611B2}"/>
          </ac:spMkLst>
        </pc:spChg>
        <pc:spChg chg="mod">
          <ac:chgData name="沛溪 中村" userId="4b6ad4d7a42030dd" providerId="LiveId" clId="{D71C9597-0BC7-422A-896A-6A8C29AAD45C}" dt="2026-05-28T11:57:44.560" v="242" actId="1076"/>
          <ac:spMkLst>
            <pc:docMk/>
            <pc:sldMk cId="3524030725" sldId="257"/>
            <ac:spMk id="197" creationId="{8768DF1A-BA42-4028-A724-BF8A418EE1F0}"/>
          </ac:spMkLst>
        </pc:spChg>
        <pc:spChg chg="mod">
          <ac:chgData name="沛溪 中村" userId="4b6ad4d7a42030dd" providerId="LiveId" clId="{D71C9597-0BC7-422A-896A-6A8C29AAD45C}" dt="2026-05-28T11:57:38.870" v="240" actId="1076"/>
          <ac:spMkLst>
            <pc:docMk/>
            <pc:sldMk cId="3524030725" sldId="257"/>
            <ac:spMk id="198" creationId="{51135CFD-6624-44B5-80F6-A6C8D0EFE987}"/>
          </ac:spMkLst>
        </pc:spChg>
        <pc:spChg chg="mod">
          <ac:chgData name="沛溪 中村" userId="4b6ad4d7a42030dd" providerId="LiveId" clId="{D71C9597-0BC7-422A-896A-6A8C29AAD45C}" dt="2026-05-28T11:57:23.831" v="233" actId="1076"/>
          <ac:spMkLst>
            <pc:docMk/>
            <pc:sldMk cId="3524030725" sldId="257"/>
            <ac:spMk id="227" creationId="{7829B19D-8EF6-41E2-846D-CA5A287F173E}"/>
          </ac:spMkLst>
        </pc:spChg>
        <pc:spChg chg="add mod">
          <ac:chgData name="沛溪 中村" userId="4b6ad4d7a42030dd" providerId="LiveId" clId="{D71C9597-0BC7-422A-896A-6A8C29AAD45C}" dt="2026-05-28T11:56:01.589" v="201" actId="1076"/>
          <ac:spMkLst>
            <pc:docMk/>
            <pc:sldMk cId="3524030725" sldId="257"/>
            <ac:spMk id="325" creationId="{DB0FB4FD-ED80-429D-9C7D-25DFF7BFFF96}"/>
          </ac:spMkLst>
        </pc:spChg>
        <pc:spChg chg="mod">
          <ac:chgData name="沛溪 中村" userId="4b6ad4d7a42030dd" providerId="LiveId" clId="{D71C9597-0BC7-422A-896A-6A8C29AAD45C}" dt="2026-05-28T11:57:29.200" v="236" actId="1076"/>
          <ac:spMkLst>
            <pc:docMk/>
            <pc:sldMk cId="3524030725" sldId="257"/>
            <ac:spMk id="467" creationId="{ABDE4DAF-011A-4355-9C46-0D7B38DFBB99}"/>
          </ac:spMkLst>
        </pc:spChg>
        <pc:spChg chg="mod">
          <ac:chgData name="沛溪 中村" userId="4b6ad4d7a42030dd" providerId="LiveId" clId="{D71C9597-0BC7-422A-896A-6A8C29AAD45C}" dt="2026-05-28T11:56:47.340" v="223" actId="1076"/>
          <ac:spMkLst>
            <pc:docMk/>
            <pc:sldMk cId="3524030725" sldId="257"/>
            <ac:spMk id="480" creationId="{E2F251F4-AFED-40EA-9D64-765F9C830CFE}"/>
          </ac:spMkLst>
        </pc:spChg>
        <pc:spChg chg="mod">
          <ac:chgData name="沛溪 中村" userId="4b6ad4d7a42030dd" providerId="LiveId" clId="{D71C9597-0BC7-422A-896A-6A8C29AAD45C}" dt="2026-05-28T11:56:48.640" v="224" actId="1076"/>
          <ac:spMkLst>
            <pc:docMk/>
            <pc:sldMk cId="3524030725" sldId="257"/>
            <ac:spMk id="481" creationId="{707A5EAD-638B-4A39-A3C3-C4CC72CD26CC}"/>
          </ac:spMkLst>
        </pc:spChg>
        <pc:spChg chg="mod">
          <ac:chgData name="沛溪 中村" userId="4b6ad4d7a42030dd" providerId="LiveId" clId="{D71C9597-0BC7-422A-896A-6A8C29AAD45C}" dt="2026-05-28T11:56:53.593" v="226" actId="403"/>
          <ac:spMkLst>
            <pc:docMk/>
            <pc:sldMk cId="3524030725" sldId="257"/>
            <ac:spMk id="483" creationId="{6A013D46-7038-4900-A74B-EEF6577B0B58}"/>
          </ac:spMkLst>
        </pc:spChg>
        <pc:spChg chg="mod">
          <ac:chgData name="沛溪 中村" userId="4b6ad4d7a42030dd" providerId="LiveId" clId="{D71C9597-0BC7-422A-896A-6A8C29AAD45C}" dt="2026-05-28T11:56:53.593" v="226" actId="403"/>
          <ac:spMkLst>
            <pc:docMk/>
            <pc:sldMk cId="3524030725" sldId="257"/>
            <ac:spMk id="484" creationId="{7D238E2F-C07B-419E-AE5A-EA2D9273E074}"/>
          </ac:spMkLst>
        </pc:spChg>
        <pc:spChg chg="mod">
          <ac:chgData name="沛溪 中村" userId="4b6ad4d7a42030dd" providerId="LiveId" clId="{D71C9597-0BC7-422A-896A-6A8C29AAD45C}" dt="2026-05-28T11:56:38.081" v="217" actId="1076"/>
          <ac:spMkLst>
            <pc:docMk/>
            <pc:sldMk cId="3524030725" sldId="257"/>
            <ac:spMk id="486" creationId="{094DDED4-6593-4102-9733-270D86506792}"/>
          </ac:spMkLst>
        </pc:spChg>
        <pc:spChg chg="mod">
          <ac:chgData name="沛溪 中村" userId="4b6ad4d7a42030dd" providerId="LiveId" clId="{D71C9597-0BC7-422A-896A-6A8C29AAD45C}" dt="2026-05-28T11:56:40.161" v="218" actId="1076"/>
          <ac:spMkLst>
            <pc:docMk/>
            <pc:sldMk cId="3524030725" sldId="257"/>
            <ac:spMk id="487" creationId="{7A753B42-EE17-4119-A0E1-5DC866B1A13C}"/>
          </ac:spMkLst>
        </pc:spChg>
        <pc:spChg chg="mod">
          <ac:chgData name="沛溪 中村" userId="4b6ad4d7a42030dd" providerId="LiveId" clId="{D71C9597-0BC7-422A-896A-6A8C29AAD45C}" dt="2026-05-28T11:56:16" v="205" actId="1076"/>
          <ac:spMkLst>
            <pc:docMk/>
            <pc:sldMk cId="3524030725" sldId="257"/>
            <ac:spMk id="489" creationId="{C8404703-841B-406B-858F-3B4EEB890257}"/>
          </ac:spMkLst>
        </pc:spChg>
        <pc:spChg chg="mod">
          <ac:chgData name="沛溪 中村" userId="4b6ad4d7a42030dd" providerId="LiveId" clId="{D71C9597-0BC7-422A-896A-6A8C29AAD45C}" dt="2026-05-28T11:56:09.592" v="204" actId="403"/>
          <ac:spMkLst>
            <pc:docMk/>
            <pc:sldMk cId="3524030725" sldId="257"/>
            <ac:spMk id="490" creationId="{A0F1381E-F9F4-4BB9-9C2F-42B8E71FD8F6}"/>
          </ac:spMkLst>
        </pc:spChg>
        <pc:spChg chg="mod">
          <ac:chgData name="沛溪 中村" userId="4b6ad4d7a42030dd" providerId="LiveId" clId="{D71C9597-0BC7-422A-896A-6A8C29AAD45C}" dt="2026-05-28T11:57:23.831" v="233" actId="1076"/>
          <ac:spMkLst>
            <pc:docMk/>
            <pc:sldMk cId="3524030725" sldId="257"/>
            <ac:spMk id="497" creationId="{277A40C0-AAE8-49AA-9B19-813D222BC5FA}"/>
          </ac:spMkLst>
        </pc:spChg>
      </pc:sldChg>
      <pc:sldChg chg="modSp mod">
        <pc:chgData name="沛溪 中村" userId="4b6ad4d7a42030dd" providerId="LiveId" clId="{D71C9597-0BC7-422A-896A-6A8C29AAD45C}" dt="2026-05-28T10:33:31.484" v="73" actId="14100"/>
        <pc:sldMkLst>
          <pc:docMk/>
          <pc:sldMk cId="3135565471" sldId="259"/>
        </pc:sldMkLst>
        <pc:spChg chg="mod">
          <ac:chgData name="沛溪 中村" userId="4b6ad4d7a42030dd" providerId="LiveId" clId="{D71C9597-0BC7-422A-896A-6A8C29AAD45C}" dt="2026-05-28T10:31:43.164" v="13" actId="1076"/>
          <ac:spMkLst>
            <pc:docMk/>
            <pc:sldMk cId="3135565471" sldId="259"/>
            <ac:spMk id="28" creationId="{75651F19-FC89-4E5D-BFF8-AFD75078B052}"/>
          </ac:spMkLst>
        </pc:spChg>
        <pc:spChg chg="mod">
          <ac:chgData name="沛溪 中村" userId="4b6ad4d7a42030dd" providerId="LiveId" clId="{D71C9597-0BC7-422A-896A-6A8C29AAD45C}" dt="2026-05-28T10:31:44.613" v="14" actId="14100"/>
          <ac:spMkLst>
            <pc:docMk/>
            <pc:sldMk cId="3135565471" sldId="259"/>
            <ac:spMk id="30" creationId="{85681971-0EBB-4C59-9BCA-00E557B0B681}"/>
          </ac:spMkLst>
        </pc:spChg>
        <pc:spChg chg="mod">
          <ac:chgData name="沛溪 中村" userId="4b6ad4d7a42030dd" providerId="LiveId" clId="{D71C9597-0BC7-422A-896A-6A8C29AAD45C}" dt="2026-05-28T10:31:34.573" v="9" actId="1076"/>
          <ac:spMkLst>
            <pc:docMk/>
            <pc:sldMk cId="3135565471" sldId="259"/>
            <ac:spMk id="31" creationId="{A0534D34-B830-4C63-9393-D40996F1A79B}"/>
          </ac:spMkLst>
        </pc:spChg>
        <pc:spChg chg="mod">
          <ac:chgData name="沛溪 中村" userId="4b6ad4d7a42030dd" providerId="LiveId" clId="{D71C9597-0BC7-422A-896A-6A8C29AAD45C}" dt="2026-05-28T10:32:08.363" v="25" actId="1076"/>
          <ac:spMkLst>
            <pc:docMk/>
            <pc:sldMk cId="3135565471" sldId="259"/>
            <ac:spMk id="49" creationId="{EECECCED-4349-4E73-8C4A-B16F7D44ADCE}"/>
          </ac:spMkLst>
        </pc:spChg>
        <pc:spChg chg="mod">
          <ac:chgData name="沛溪 中村" userId="4b6ad4d7a42030dd" providerId="LiveId" clId="{D71C9597-0BC7-422A-896A-6A8C29AAD45C}" dt="2026-05-28T10:32:28.060" v="37" actId="1076"/>
          <ac:spMkLst>
            <pc:docMk/>
            <pc:sldMk cId="3135565471" sldId="259"/>
            <ac:spMk id="52" creationId="{E0B5429A-6E0B-4CFB-B6CB-10B15C0FC146}"/>
          </ac:spMkLst>
        </pc:spChg>
        <pc:spChg chg="mod">
          <ac:chgData name="沛溪 中村" userId="4b6ad4d7a42030dd" providerId="LiveId" clId="{D71C9597-0BC7-422A-896A-6A8C29AAD45C}" dt="2026-05-28T10:31:25.454" v="3" actId="403"/>
          <ac:spMkLst>
            <pc:docMk/>
            <pc:sldMk cId="3135565471" sldId="259"/>
            <ac:spMk id="53" creationId="{B79F5634-248A-4F8C-AE36-F553A71DBEEE}"/>
          </ac:spMkLst>
        </pc:spChg>
        <pc:spChg chg="mod">
          <ac:chgData name="沛溪 中村" userId="4b6ad4d7a42030dd" providerId="LiveId" clId="{D71C9597-0BC7-422A-896A-6A8C29AAD45C}" dt="2026-05-28T10:33:18.015" v="68" actId="1076"/>
          <ac:spMkLst>
            <pc:docMk/>
            <pc:sldMk cId="3135565471" sldId="259"/>
            <ac:spMk id="57" creationId="{04C226EB-7215-4123-B9C4-2AEBC772713F}"/>
          </ac:spMkLst>
        </pc:spChg>
        <pc:spChg chg="mod">
          <ac:chgData name="沛溪 中村" userId="4b6ad4d7a42030dd" providerId="LiveId" clId="{D71C9597-0BC7-422A-896A-6A8C29AAD45C}" dt="2026-05-28T10:32:39.174" v="43" actId="1076"/>
          <ac:spMkLst>
            <pc:docMk/>
            <pc:sldMk cId="3135565471" sldId="259"/>
            <ac:spMk id="58" creationId="{0A76FC24-DCE3-4690-B26C-34910CCA25E7}"/>
          </ac:spMkLst>
        </pc:spChg>
        <pc:spChg chg="mod">
          <ac:chgData name="沛溪 中村" userId="4b6ad4d7a42030dd" providerId="LiveId" clId="{D71C9597-0BC7-422A-896A-6A8C29AAD45C}" dt="2026-05-28T10:32:32.253" v="39" actId="1076"/>
          <ac:spMkLst>
            <pc:docMk/>
            <pc:sldMk cId="3135565471" sldId="259"/>
            <ac:spMk id="59" creationId="{20D5CA24-E20B-43B2-B149-46E1BC11644F}"/>
          </ac:spMkLst>
        </pc:spChg>
        <pc:spChg chg="mod">
          <ac:chgData name="沛溪 中村" userId="4b6ad4d7a42030dd" providerId="LiveId" clId="{D71C9597-0BC7-422A-896A-6A8C29AAD45C}" dt="2026-05-28T10:33:11.024" v="66" actId="1076"/>
          <ac:spMkLst>
            <pc:docMk/>
            <pc:sldMk cId="3135565471" sldId="259"/>
            <ac:spMk id="61" creationId="{D992E64A-21D6-4481-AE79-34CCD624100D}"/>
          </ac:spMkLst>
        </pc:spChg>
        <pc:spChg chg="mod">
          <ac:chgData name="沛溪 中村" userId="4b6ad4d7a42030dd" providerId="LiveId" clId="{D71C9597-0BC7-422A-896A-6A8C29AAD45C}" dt="2026-05-28T10:33:14.164" v="67" actId="1076"/>
          <ac:spMkLst>
            <pc:docMk/>
            <pc:sldMk cId="3135565471" sldId="259"/>
            <ac:spMk id="62" creationId="{B2E30179-02E0-41B8-A45C-B8DBB4A7C610}"/>
          </ac:spMkLst>
        </pc:spChg>
        <pc:spChg chg="mod">
          <ac:chgData name="沛溪 中村" userId="4b6ad4d7a42030dd" providerId="LiveId" clId="{D71C9597-0BC7-422A-896A-6A8C29AAD45C}" dt="2026-05-28T10:33:08.694" v="65" actId="1076"/>
          <ac:spMkLst>
            <pc:docMk/>
            <pc:sldMk cId="3135565471" sldId="259"/>
            <ac:spMk id="63" creationId="{B0A2D6F0-FD73-4B66-9CBC-7894FBFEBC87}"/>
          </ac:spMkLst>
        </pc:spChg>
        <pc:spChg chg="mod">
          <ac:chgData name="沛溪 中村" userId="4b6ad4d7a42030dd" providerId="LiveId" clId="{D71C9597-0BC7-422A-896A-6A8C29AAD45C}" dt="2026-05-28T10:33:05.144" v="64" actId="14100"/>
          <ac:spMkLst>
            <pc:docMk/>
            <pc:sldMk cId="3135565471" sldId="259"/>
            <ac:spMk id="65" creationId="{4A94D339-5B1B-4302-95F3-889FBC22AA92}"/>
          </ac:spMkLst>
        </pc:spChg>
        <pc:spChg chg="mod">
          <ac:chgData name="沛溪 中村" userId="4b6ad4d7a42030dd" providerId="LiveId" clId="{D71C9597-0BC7-422A-896A-6A8C29AAD45C}" dt="2026-05-28T10:32:48.984" v="50" actId="1076"/>
          <ac:spMkLst>
            <pc:docMk/>
            <pc:sldMk cId="3135565471" sldId="259"/>
            <ac:spMk id="66" creationId="{6C38A1B0-86C4-43DC-AC90-2065AEC59426}"/>
          </ac:spMkLst>
        </pc:spChg>
        <pc:spChg chg="mod">
          <ac:chgData name="沛溪 中村" userId="4b6ad4d7a42030dd" providerId="LiveId" clId="{D71C9597-0BC7-422A-896A-6A8C29AAD45C}" dt="2026-05-28T10:33:24.975" v="71" actId="1076"/>
          <ac:spMkLst>
            <pc:docMk/>
            <pc:sldMk cId="3135565471" sldId="259"/>
            <ac:spMk id="69" creationId="{029ADA32-8A18-4533-B17B-6F886823FCF5}"/>
          </ac:spMkLst>
        </pc:spChg>
        <pc:spChg chg="mod">
          <ac:chgData name="沛溪 中村" userId="4b6ad4d7a42030dd" providerId="LiveId" clId="{D71C9597-0BC7-422A-896A-6A8C29AAD45C}" dt="2026-05-28T10:33:26.334" v="72" actId="1076"/>
          <ac:spMkLst>
            <pc:docMk/>
            <pc:sldMk cId="3135565471" sldId="259"/>
            <ac:spMk id="71" creationId="{B9133B47-C9D1-4EE2-BBE5-29D20349CF2E}"/>
          </ac:spMkLst>
        </pc:spChg>
        <pc:spChg chg="mod">
          <ac:chgData name="沛溪 中村" userId="4b6ad4d7a42030dd" providerId="LiveId" clId="{D71C9597-0BC7-422A-896A-6A8C29AAD45C}" dt="2026-05-28T10:31:58.534" v="18" actId="1076"/>
          <ac:spMkLst>
            <pc:docMk/>
            <pc:sldMk cId="3135565471" sldId="259"/>
            <ac:spMk id="86" creationId="{56581E66-2BCB-474C-AB90-0B8932363B8B}"/>
          </ac:spMkLst>
        </pc:spChg>
        <pc:spChg chg="mod">
          <ac:chgData name="沛溪 中村" userId="4b6ad4d7a42030dd" providerId="LiveId" clId="{D71C9597-0BC7-422A-896A-6A8C29AAD45C}" dt="2026-05-28T10:32:05.084" v="24" actId="14100"/>
          <ac:spMkLst>
            <pc:docMk/>
            <pc:sldMk cId="3135565471" sldId="259"/>
            <ac:spMk id="87" creationId="{467DAAA6-611E-4D46-8AF5-B056EC43A2AF}"/>
          </ac:spMkLst>
        </pc:spChg>
        <pc:spChg chg="mod">
          <ac:chgData name="沛溪 中村" userId="4b6ad4d7a42030dd" providerId="LiveId" clId="{D71C9597-0BC7-422A-896A-6A8C29AAD45C}" dt="2026-05-28T10:31:40.914" v="12" actId="1076"/>
          <ac:spMkLst>
            <pc:docMk/>
            <pc:sldMk cId="3135565471" sldId="259"/>
            <ac:spMk id="88" creationId="{E6C38727-649F-4277-A9BE-5D0B3EA7B3A3}"/>
          </ac:spMkLst>
        </pc:spChg>
        <pc:spChg chg="mod">
          <ac:chgData name="沛溪 中村" userId="4b6ad4d7a42030dd" providerId="LiveId" clId="{D71C9597-0BC7-422A-896A-6A8C29AAD45C}" dt="2026-05-28T10:31:54.823" v="17" actId="1076"/>
          <ac:spMkLst>
            <pc:docMk/>
            <pc:sldMk cId="3135565471" sldId="259"/>
            <ac:spMk id="89" creationId="{10E1DEB8-B368-4DFB-B296-9F16944D0862}"/>
          </ac:spMkLst>
        </pc:spChg>
        <pc:spChg chg="mod">
          <ac:chgData name="沛溪 中村" userId="4b6ad4d7a42030dd" providerId="LiveId" clId="{D71C9597-0BC7-422A-896A-6A8C29AAD45C}" dt="2026-05-28T10:33:31.484" v="73" actId="14100"/>
          <ac:spMkLst>
            <pc:docMk/>
            <pc:sldMk cId="3135565471" sldId="259"/>
            <ac:spMk id="92" creationId="{0CDC1739-7B0E-432B-B515-C8AEBB3E61D6}"/>
          </ac:spMkLst>
        </pc:spChg>
      </pc:sldChg>
      <pc:sldChg chg="modSp mod">
        <pc:chgData name="沛溪 中村" userId="4b6ad4d7a42030dd" providerId="LiveId" clId="{D71C9597-0BC7-422A-896A-6A8C29AAD45C}" dt="2026-05-28T10:36:49.826" v="146" actId="1076"/>
        <pc:sldMkLst>
          <pc:docMk/>
          <pc:sldMk cId="3927025249" sldId="273"/>
        </pc:sldMkLst>
        <pc:spChg chg="mod">
          <ac:chgData name="沛溪 中村" userId="4b6ad4d7a42030dd" providerId="LiveId" clId="{D71C9597-0BC7-422A-896A-6A8C29AAD45C}" dt="2026-05-28T10:34:25.905" v="77" actId="1076"/>
          <ac:spMkLst>
            <pc:docMk/>
            <pc:sldMk cId="3927025249" sldId="273"/>
            <ac:spMk id="15" creationId="{4FEF8FD1-1B2F-4FE5-A227-6B315E8257BE}"/>
          </ac:spMkLst>
        </pc:spChg>
        <pc:spChg chg="mod">
          <ac:chgData name="沛溪 中村" userId="4b6ad4d7a42030dd" providerId="LiveId" clId="{D71C9597-0BC7-422A-896A-6A8C29AAD45C}" dt="2026-05-28T10:34:32.346" v="81" actId="1076"/>
          <ac:spMkLst>
            <pc:docMk/>
            <pc:sldMk cId="3927025249" sldId="273"/>
            <ac:spMk id="20" creationId="{F2D6B64F-918F-4E8E-B98B-439E007917B2}"/>
          </ac:spMkLst>
        </pc:spChg>
        <pc:spChg chg="mod">
          <ac:chgData name="沛溪 中村" userId="4b6ad4d7a42030dd" providerId="LiveId" clId="{D71C9597-0BC7-422A-896A-6A8C29AAD45C}" dt="2026-05-28T10:34:55.696" v="91" actId="1076"/>
          <ac:spMkLst>
            <pc:docMk/>
            <pc:sldMk cId="3927025249" sldId="273"/>
            <ac:spMk id="60" creationId="{C5D97880-2BC3-461B-B4EA-D9127E630DDD}"/>
          </ac:spMkLst>
        </pc:spChg>
        <pc:spChg chg="mod">
          <ac:chgData name="沛溪 中村" userId="4b6ad4d7a42030dd" providerId="LiveId" clId="{D71C9597-0BC7-422A-896A-6A8C29AAD45C}" dt="2026-05-28T10:36:45.585" v="144" actId="1076"/>
          <ac:spMkLst>
            <pc:docMk/>
            <pc:sldMk cId="3927025249" sldId="273"/>
            <ac:spMk id="64" creationId="{5356C9B0-6504-49BE-B732-0EF7F7FD516E}"/>
          </ac:spMkLst>
        </pc:spChg>
        <pc:spChg chg="mod">
          <ac:chgData name="沛溪 中村" userId="4b6ad4d7a42030dd" providerId="LiveId" clId="{D71C9597-0BC7-422A-896A-6A8C29AAD45C}" dt="2026-05-28T10:36:47.616" v="145" actId="1076"/>
          <ac:spMkLst>
            <pc:docMk/>
            <pc:sldMk cId="3927025249" sldId="273"/>
            <ac:spMk id="72" creationId="{2A9308D0-FEB1-471F-8933-439D7E699582}"/>
          </ac:spMkLst>
        </pc:spChg>
        <pc:spChg chg="mod">
          <ac:chgData name="沛溪 中村" userId="4b6ad4d7a42030dd" providerId="LiveId" clId="{D71C9597-0BC7-422A-896A-6A8C29AAD45C}" dt="2026-05-28T10:35:29.386" v="110" actId="1076"/>
          <ac:spMkLst>
            <pc:docMk/>
            <pc:sldMk cId="3927025249" sldId="273"/>
            <ac:spMk id="79" creationId="{3BA50EC5-2C30-45E6-A153-DE77DB5B2B5F}"/>
          </ac:spMkLst>
        </pc:spChg>
        <pc:spChg chg="mod">
          <ac:chgData name="沛溪 中村" userId="4b6ad4d7a42030dd" providerId="LiveId" clId="{D71C9597-0BC7-422A-896A-6A8C29AAD45C}" dt="2026-05-28T10:35:30.716" v="111" actId="1076"/>
          <ac:spMkLst>
            <pc:docMk/>
            <pc:sldMk cId="3927025249" sldId="273"/>
            <ac:spMk id="81" creationId="{EAF5D826-40B8-420D-8DAA-4B55DC4780CE}"/>
          </ac:spMkLst>
        </pc:spChg>
        <pc:spChg chg="mod">
          <ac:chgData name="沛溪 中村" userId="4b6ad4d7a42030dd" providerId="LiveId" clId="{D71C9597-0BC7-422A-896A-6A8C29AAD45C}" dt="2026-05-28T10:36:01.027" v="126" actId="1076"/>
          <ac:spMkLst>
            <pc:docMk/>
            <pc:sldMk cId="3927025249" sldId="273"/>
            <ac:spMk id="82" creationId="{CDF89D2B-F732-4EF9-8E7D-796AAEC531E4}"/>
          </ac:spMkLst>
        </pc:spChg>
        <pc:spChg chg="mod">
          <ac:chgData name="沛溪 中村" userId="4b6ad4d7a42030dd" providerId="LiveId" clId="{D71C9597-0BC7-422A-896A-6A8C29AAD45C}" dt="2026-05-28T10:36:03.136" v="127" actId="1076"/>
          <ac:spMkLst>
            <pc:docMk/>
            <pc:sldMk cId="3927025249" sldId="273"/>
            <ac:spMk id="83" creationId="{C4042B6F-24B8-470E-BB67-1D291AFBE7B5}"/>
          </ac:spMkLst>
        </pc:spChg>
        <pc:spChg chg="mod">
          <ac:chgData name="沛溪 中村" userId="4b6ad4d7a42030dd" providerId="LiveId" clId="{D71C9597-0BC7-422A-896A-6A8C29AAD45C}" dt="2026-05-28T10:36:26.636" v="137" actId="1076"/>
          <ac:spMkLst>
            <pc:docMk/>
            <pc:sldMk cId="3927025249" sldId="273"/>
            <ac:spMk id="85" creationId="{C93EB533-FFC0-47AC-B222-FC8304AC5FEF}"/>
          </ac:spMkLst>
        </pc:spChg>
        <pc:spChg chg="mod">
          <ac:chgData name="沛溪 中村" userId="4b6ad4d7a42030dd" providerId="LiveId" clId="{D71C9597-0BC7-422A-896A-6A8C29AAD45C}" dt="2026-05-28T10:36:28.507" v="138" actId="1076"/>
          <ac:spMkLst>
            <pc:docMk/>
            <pc:sldMk cId="3927025249" sldId="273"/>
            <ac:spMk id="87" creationId="{F3DD688D-F5A6-4003-997C-FC0CCDBFAA71}"/>
          </ac:spMkLst>
        </pc:spChg>
        <pc:spChg chg="mod">
          <ac:chgData name="沛溪 中村" userId="4b6ad4d7a42030dd" providerId="LiveId" clId="{D71C9597-0BC7-422A-896A-6A8C29AAD45C}" dt="2026-05-28T10:36:22.426" v="136" actId="1076"/>
          <ac:spMkLst>
            <pc:docMk/>
            <pc:sldMk cId="3927025249" sldId="273"/>
            <ac:spMk id="89" creationId="{BEA01477-DAEB-45C1-BA42-8343C58911F0}"/>
          </ac:spMkLst>
        </pc:spChg>
        <pc:spChg chg="mod">
          <ac:chgData name="沛溪 中村" userId="4b6ad4d7a42030dd" providerId="LiveId" clId="{D71C9597-0BC7-422A-896A-6A8C29AAD45C}" dt="2026-05-28T10:36:20.856" v="135" actId="1076"/>
          <ac:spMkLst>
            <pc:docMk/>
            <pc:sldMk cId="3927025249" sldId="273"/>
            <ac:spMk id="90" creationId="{2E7A3B38-84F0-4816-A4CE-95F9CC729013}"/>
          </ac:spMkLst>
        </pc:spChg>
        <pc:spChg chg="mod">
          <ac:chgData name="沛溪 中村" userId="4b6ad4d7a42030dd" providerId="LiveId" clId="{D71C9597-0BC7-422A-896A-6A8C29AAD45C}" dt="2026-05-28T10:36:49.826" v="146" actId="1076"/>
          <ac:spMkLst>
            <pc:docMk/>
            <pc:sldMk cId="3927025249" sldId="273"/>
            <ac:spMk id="93" creationId="{FE100758-CDD7-4E31-9A84-CB6B3166B544}"/>
          </ac:spMkLst>
        </pc:spChg>
        <pc:spChg chg="mod">
          <ac:chgData name="沛溪 中村" userId="4b6ad4d7a42030dd" providerId="LiveId" clId="{D71C9597-0BC7-422A-896A-6A8C29AAD45C}" dt="2026-05-28T10:36:37.369" v="142" actId="403"/>
          <ac:spMkLst>
            <pc:docMk/>
            <pc:sldMk cId="3927025249" sldId="273"/>
            <ac:spMk id="107" creationId="{7E04E5BE-2613-4419-A01A-53A97B808516}"/>
          </ac:spMkLst>
        </pc:spChg>
        <pc:grpChg chg="mod">
          <ac:chgData name="沛溪 中村" userId="4b6ad4d7a42030dd" providerId="LiveId" clId="{D71C9597-0BC7-422A-896A-6A8C29AAD45C}" dt="2026-05-28T10:35:33.440" v="114" actId="1076"/>
          <ac:grpSpMkLst>
            <pc:docMk/>
            <pc:sldMk cId="3927025249" sldId="273"/>
            <ac:grpSpMk id="16" creationId="{905CCD4A-15B0-4CD3-9170-61F32C7336FB}"/>
          </ac:grpSpMkLst>
        </pc:grpChg>
        <pc:grpChg chg="mod">
          <ac:chgData name="沛溪 中村" userId="4b6ad4d7a42030dd" providerId="LiveId" clId="{D71C9597-0BC7-422A-896A-6A8C29AAD45C}" dt="2026-05-28T10:36:30.590" v="140" actId="1076"/>
          <ac:grpSpMkLst>
            <pc:docMk/>
            <pc:sldMk cId="3927025249" sldId="273"/>
            <ac:grpSpMk id="33" creationId="{E128D05A-422C-45AD-BFCD-AA154ED7BF3F}"/>
          </ac:grpSpMkLst>
        </pc:grpChg>
        <pc:cxnChg chg="mod">
          <ac:chgData name="沛溪 中村" userId="4b6ad4d7a42030dd" providerId="LiveId" clId="{D71C9597-0BC7-422A-896A-6A8C29AAD45C}" dt="2026-05-28T10:36:15.756" v="131" actId="1076"/>
          <ac:cxnSpMkLst>
            <pc:docMk/>
            <pc:sldMk cId="3927025249" sldId="273"/>
            <ac:cxnSpMk id="86" creationId="{B4537B93-1974-43CE-8715-EA45B066AFE5}"/>
          </ac:cxnSpMkLst>
        </pc:cxnChg>
      </pc:sldChg>
    </pc:docChg>
  </pc:docChgLst>
  <pc:docChgLst>
    <pc:chgData name="沛溪 中村" userId="4b6ad4d7a42030dd" providerId="LiveId" clId="{8ADDA7EF-6BD7-4598-9C40-D22B513EB515}"/>
    <pc:docChg chg="undo custSel modSld">
      <pc:chgData name="沛溪 中村" userId="4b6ad4d7a42030dd" providerId="LiveId" clId="{8ADDA7EF-6BD7-4598-9C40-D22B513EB515}" dt="2026-04-24T03:26:56.223" v="119" actId="20577"/>
      <pc:docMkLst>
        <pc:docMk/>
      </pc:docMkLst>
      <pc:sldChg chg="addSp delSp modSp mod">
        <pc:chgData name="沛溪 中村" userId="4b6ad4d7a42030dd" providerId="LiveId" clId="{8ADDA7EF-6BD7-4598-9C40-D22B513EB515}" dt="2026-04-24T03:26:56.223" v="119" actId="20577"/>
        <pc:sldMkLst>
          <pc:docMk/>
          <pc:sldMk cId="3927025249" sldId="273"/>
        </pc:sldMkLst>
        <pc:spChg chg="mod">
          <ac:chgData name="沛溪 中村" userId="4b6ad4d7a42030dd" providerId="LiveId" clId="{8ADDA7EF-6BD7-4598-9C40-D22B513EB515}" dt="2026-04-24T03:26:56.223" v="119" actId="20577"/>
          <ac:spMkLst>
            <pc:docMk/>
            <pc:sldMk cId="3927025249" sldId="273"/>
            <ac:spMk id="24" creationId="{06F65ABC-3E9B-455E-A52A-C83EA42796F2}"/>
          </ac:spMkLst>
        </pc:spChg>
        <pc:spChg chg="mod ord">
          <ac:chgData name="沛溪 中村" userId="4b6ad4d7a42030dd" providerId="LiveId" clId="{8ADDA7EF-6BD7-4598-9C40-D22B513EB515}" dt="2026-04-14T10:23:41.350" v="110" actId="207"/>
          <ac:spMkLst>
            <pc:docMk/>
            <pc:sldMk cId="3927025249" sldId="273"/>
            <ac:spMk id="64" creationId="{5356C9B0-6504-49BE-B732-0EF7F7FD516E}"/>
          </ac:spMkLst>
        </pc:spChg>
        <pc:spChg chg="mod ord topLvl">
          <ac:chgData name="沛溪 中村" userId="4b6ad4d7a42030dd" providerId="LiveId" clId="{8ADDA7EF-6BD7-4598-9C40-D22B513EB515}" dt="2026-04-14T10:23:41.350" v="110" actId="207"/>
          <ac:spMkLst>
            <pc:docMk/>
            <pc:sldMk cId="3927025249" sldId="273"/>
            <ac:spMk id="72" creationId="{2A9308D0-FEB1-471F-8933-439D7E699582}"/>
          </ac:spMkLst>
        </pc:spChg>
        <pc:spChg chg="add mod">
          <ac:chgData name="沛溪 中村" userId="4b6ad4d7a42030dd" providerId="LiveId" clId="{8ADDA7EF-6BD7-4598-9C40-D22B513EB515}" dt="2026-04-14T10:23:47.223" v="111" actId="207"/>
          <ac:spMkLst>
            <pc:docMk/>
            <pc:sldMk cId="3927025249" sldId="273"/>
            <ac:spMk id="75" creationId="{83F258AD-C44B-4D67-927D-7005F47A00CB}"/>
          </ac:spMkLst>
        </pc:spChg>
        <pc:spChg chg="mod topLvl">
          <ac:chgData name="沛溪 中村" userId="4b6ad4d7a42030dd" providerId="LiveId" clId="{8ADDA7EF-6BD7-4598-9C40-D22B513EB515}" dt="2026-04-14T10:18:03.343" v="21" actId="165"/>
          <ac:spMkLst>
            <pc:docMk/>
            <pc:sldMk cId="3927025249" sldId="273"/>
            <ac:spMk id="76" creationId="{2D40D496-4E43-40BA-B562-FE760050A07E}"/>
          </ac:spMkLst>
        </pc:spChg>
        <pc:spChg chg="add mod ord">
          <ac:chgData name="沛溪 中村" userId="4b6ad4d7a42030dd" providerId="LiveId" clId="{8ADDA7EF-6BD7-4598-9C40-D22B513EB515}" dt="2026-04-14T10:24:24.585" v="117" actId="1582"/>
          <ac:spMkLst>
            <pc:docMk/>
            <pc:sldMk cId="3927025249" sldId="273"/>
            <ac:spMk id="78" creationId="{35FF5191-BC9E-4534-A157-5555BAB238D1}"/>
          </ac:spMkLst>
        </pc:spChg>
        <pc:spChg chg="mod topLvl">
          <ac:chgData name="沛溪 中村" userId="4b6ad4d7a42030dd" providerId="LiveId" clId="{8ADDA7EF-6BD7-4598-9C40-D22B513EB515}" dt="2026-04-14T10:18:03.343" v="21" actId="165"/>
          <ac:spMkLst>
            <pc:docMk/>
            <pc:sldMk cId="3927025249" sldId="273"/>
            <ac:spMk id="79" creationId="{3BA50EC5-2C30-45E6-A153-DE77DB5B2B5F}"/>
          </ac:spMkLst>
        </pc:spChg>
        <pc:spChg chg="mod topLvl">
          <ac:chgData name="沛溪 中村" userId="4b6ad4d7a42030dd" providerId="LiveId" clId="{8ADDA7EF-6BD7-4598-9C40-D22B513EB515}" dt="2026-04-14T10:18:03.343" v="21" actId="165"/>
          <ac:spMkLst>
            <pc:docMk/>
            <pc:sldMk cId="3927025249" sldId="273"/>
            <ac:spMk id="81" creationId="{EAF5D826-40B8-420D-8DAA-4B55DC4780CE}"/>
          </ac:spMkLst>
        </pc:spChg>
        <pc:spChg chg="mod topLvl">
          <ac:chgData name="沛溪 中村" userId="4b6ad4d7a42030dd" providerId="LiveId" clId="{8ADDA7EF-6BD7-4598-9C40-D22B513EB515}" dt="2026-04-14T10:18:03.343" v="21" actId="165"/>
          <ac:spMkLst>
            <pc:docMk/>
            <pc:sldMk cId="3927025249" sldId="273"/>
            <ac:spMk id="82" creationId="{CDF89D2B-F732-4EF9-8E7D-796AAEC531E4}"/>
          </ac:spMkLst>
        </pc:spChg>
        <pc:spChg chg="mod topLvl">
          <ac:chgData name="沛溪 中村" userId="4b6ad4d7a42030dd" providerId="LiveId" clId="{8ADDA7EF-6BD7-4598-9C40-D22B513EB515}" dt="2026-04-14T10:18:03.343" v="21" actId="165"/>
          <ac:spMkLst>
            <pc:docMk/>
            <pc:sldMk cId="3927025249" sldId="273"/>
            <ac:spMk id="83" creationId="{C4042B6F-24B8-470E-BB67-1D291AFBE7B5}"/>
          </ac:spMkLst>
        </pc:spChg>
        <pc:spChg chg="mod topLvl">
          <ac:chgData name="沛溪 中村" userId="4b6ad4d7a42030dd" providerId="LiveId" clId="{8ADDA7EF-6BD7-4598-9C40-D22B513EB515}" dt="2026-04-14T10:18:03.343" v="21" actId="165"/>
          <ac:spMkLst>
            <pc:docMk/>
            <pc:sldMk cId="3927025249" sldId="273"/>
            <ac:spMk id="85" creationId="{C93EB533-FFC0-47AC-B222-FC8304AC5FEF}"/>
          </ac:spMkLst>
        </pc:spChg>
        <pc:spChg chg="mod topLvl">
          <ac:chgData name="沛溪 中村" userId="4b6ad4d7a42030dd" providerId="LiveId" clId="{8ADDA7EF-6BD7-4598-9C40-D22B513EB515}" dt="2026-04-14T10:18:03.343" v="21" actId="165"/>
          <ac:spMkLst>
            <pc:docMk/>
            <pc:sldMk cId="3927025249" sldId="273"/>
            <ac:spMk id="87" creationId="{F3DD688D-F5A6-4003-997C-FC0CCDBFAA71}"/>
          </ac:spMkLst>
        </pc:spChg>
        <pc:spChg chg="mod topLvl">
          <ac:chgData name="沛溪 中村" userId="4b6ad4d7a42030dd" providerId="LiveId" clId="{8ADDA7EF-6BD7-4598-9C40-D22B513EB515}" dt="2026-04-14T10:18:03.343" v="21" actId="165"/>
          <ac:spMkLst>
            <pc:docMk/>
            <pc:sldMk cId="3927025249" sldId="273"/>
            <ac:spMk id="89" creationId="{BEA01477-DAEB-45C1-BA42-8343C58911F0}"/>
          </ac:spMkLst>
        </pc:spChg>
        <pc:spChg chg="mod topLvl">
          <ac:chgData name="沛溪 中村" userId="4b6ad4d7a42030dd" providerId="LiveId" clId="{8ADDA7EF-6BD7-4598-9C40-D22B513EB515}" dt="2026-04-14T10:18:03.343" v="21" actId="165"/>
          <ac:spMkLst>
            <pc:docMk/>
            <pc:sldMk cId="3927025249" sldId="273"/>
            <ac:spMk id="90" creationId="{2E7A3B38-84F0-4816-A4CE-95F9CC729013}"/>
          </ac:spMkLst>
        </pc:spChg>
        <pc:spChg chg="mod ord">
          <ac:chgData name="沛溪 中村" userId="4b6ad4d7a42030dd" providerId="LiveId" clId="{8ADDA7EF-6BD7-4598-9C40-D22B513EB515}" dt="2026-04-14T10:23:41.350" v="110" actId="207"/>
          <ac:spMkLst>
            <pc:docMk/>
            <pc:sldMk cId="3927025249" sldId="273"/>
            <ac:spMk id="93" creationId="{FE100758-CDD7-4E31-9A84-CB6B3166B544}"/>
          </ac:spMkLst>
        </pc:spChg>
        <pc:spChg chg="mod">
          <ac:chgData name="沛溪 中村" userId="4b6ad4d7a42030dd" providerId="LiveId" clId="{8ADDA7EF-6BD7-4598-9C40-D22B513EB515}" dt="2026-04-14T10:20:15.616" v="59" actId="1076"/>
          <ac:spMkLst>
            <pc:docMk/>
            <pc:sldMk cId="3927025249" sldId="273"/>
            <ac:spMk id="106" creationId="{1BE0AB79-6619-41F6-AE3B-3B3948211CD1}"/>
          </ac:spMkLst>
        </pc:spChg>
        <pc:spChg chg="mod">
          <ac:chgData name="沛溪 中村" userId="4b6ad4d7a42030dd" providerId="LiveId" clId="{8ADDA7EF-6BD7-4598-9C40-D22B513EB515}" dt="2026-04-14T10:20:18.815" v="60" actId="1076"/>
          <ac:spMkLst>
            <pc:docMk/>
            <pc:sldMk cId="3927025249" sldId="273"/>
            <ac:spMk id="107" creationId="{7E04E5BE-2613-4419-A01A-53A97B808516}"/>
          </ac:spMkLst>
        </pc:spChg>
        <pc:spChg chg="mod">
          <ac:chgData name="沛溪 中村" userId="4b6ad4d7a42030dd" providerId="LiveId" clId="{8ADDA7EF-6BD7-4598-9C40-D22B513EB515}" dt="2026-04-14T10:20:27.365" v="62" actId="1076"/>
          <ac:spMkLst>
            <pc:docMk/>
            <pc:sldMk cId="3927025249" sldId="273"/>
            <ac:spMk id="108" creationId="{D4D9EB79-7D97-408B-82A9-CFE056081F85}"/>
          </ac:spMkLst>
        </pc:spChg>
        <pc:spChg chg="mod">
          <ac:chgData name="沛溪 中村" userId="4b6ad4d7a42030dd" providerId="LiveId" clId="{8ADDA7EF-6BD7-4598-9C40-D22B513EB515}" dt="2026-04-14T10:20:23.245" v="61" actId="1076"/>
          <ac:spMkLst>
            <pc:docMk/>
            <pc:sldMk cId="3927025249" sldId="273"/>
            <ac:spMk id="109" creationId="{41F27C91-8CDC-4EC2-AA04-7853EC1C6F7E}"/>
          </ac:spMkLst>
        </pc:spChg>
        <pc:grpChg chg="add mod ord">
          <ac:chgData name="沛溪 中村" userId="4b6ad4d7a42030dd" providerId="LiveId" clId="{8ADDA7EF-6BD7-4598-9C40-D22B513EB515}" dt="2026-04-14T10:23:41.350" v="110" actId="207"/>
          <ac:grpSpMkLst>
            <pc:docMk/>
            <pc:sldMk cId="3927025249" sldId="273"/>
            <ac:grpSpMk id="16" creationId="{905CCD4A-15B0-4CD3-9170-61F32C7336FB}"/>
          </ac:grpSpMkLst>
        </pc:grpChg>
        <pc:grpChg chg="mod ord">
          <ac:chgData name="沛溪 中村" userId="4b6ad4d7a42030dd" providerId="LiveId" clId="{8ADDA7EF-6BD7-4598-9C40-D22B513EB515}" dt="2026-04-14T10:23:00.604" v="103" actId="167"/>
          <ac:grpSpMkLst>
            <pc:docMk/>
            <pc:sldMk cId="3927025249" sldId="273"/>
            <ac:grpSpMk id="33" creationId="{E128D05A-422C-45AD-BFCD-AA154ED7BF3F}"/>
          </ac:grpSpMkLst>
        </pc:grpChg>
        <pc:grpChg chg="mod">
          <ac:chgData name="沛溪 中村" userId="4b6ad4d7a42030dd" providerId="LiveId" clId="{8ADDA7EF-6BD7-4598-9C40-D22B513EB515}" dt="2026-04-14T10:21:41.179" v="82" actId="1076"/>
          <ac:grpSpMkLst>
            <pc:docMk/>
            <pc:sldMk cId="3927025249" sldId="273"/>
            <ac:grpSpMk id="46" creationId="{555C7649-BBEA-4C3D-8049-EF1DAD3BD18B}"/>
          </ac:grpSpMkLst>
        </pc:grpChg>
        <pc:grpChg chg="del mod">
          <ac:chgData name="沛溪 中村" userId="4b6ad4d7a42030dd" providerId="LiveId" clId="{8ADDA7EF-6BD7-4598-9C40-D22B513EB515}" dt="2026-04-14T10:18:03.343" v="21" actId="165"/>
          <ac:grpSpMkLst>
            <pc:docMk/>
            <pc:sldMk cId="3927025249" sldId="273"/>
            <ac:grpSpMk id="91" creationId="{56EF513D-B94A-4396-A962-A8EED1FCCF35}"/>
          </ac:grpSpMkLst>
        </pc:grpChg>
        <pc:grpChg chg="mod">
          <ac:chgData name="沛溪 中村" userId="4b6ad4d7a42030dd" providerId="LiveId" clId="{8ADDA7EF-6BD7-4598-9C40-D22B513EB515}" dt="2026-04-14T10:20:06.745" v="58" actId="1076"/>
          <ac:grpSpMkLst>
            <pc:docMk/>
            <pc:sldMk cId="3927025249" sldId="273"/>
            <ac:grpSpMk id="94" creationId="{60DE68A5-545C-4E5C-AB02-ECE2111A2077}"/>
          </ac:grpSpMkLst>
        </pc:grpChg>
        <pc:cxnChg chg="add mod ord">
          <ac:chgData name="沛溪 中村" userId="4b6ad4d7a42030dd" providerId="LiveId" clId="{8ADDA7EF-6BD7-4598-9C40-D22B513EB515}" dt="2026-04-14T10:23:41.350" v="110" actId="207"/>
          <ac:cxnSpMkLst>
            <pc:docMk/>
            <pc:sldMk cId="3927025249" sldId="273"/>
            <ac:cxnSpMk id="66" creationId="{1FBD2A97-D135-40E4-8139-322A3B94A5E0}"/>
          </ac:cxnSpMkLst>
        </pc:cxnChg>
        <pc:cxnChg chg="add mod ord">
          <ac:chgData name="沛溪 中村" userId="4b6ad4d7a42030dd" providerId="LiveId" clId="{8ADDA7EF-6BD7-4598-9C40-D22B513EB515}" dt="2026-04-14T10:23:41.350" v="110" actId="207"/>
          <ac:cxnSpMkLst>
            <pc:docMk/>
            <pc:sldMk cId="3927025249" sldId="273"/>
            <ac:cxnSpMk id="67" creationId="{8DBAA0F0-4C28-4145-B9CF-C95957956F37}"/>
          </ac:cxnSpMkLst>
        </pc:cxnChg>
        <pc:cxnChg chg="add del mod">
          <ac:chgData name="沛溪 中村" userId="4b6ad4d7a42030dd" providerId="LiveId" clId="{8ADDA7EF-6BD7-4598-9C40-D22B513EB515}" dt="2026-04-14T10:17:28.316" v="5"/>
          <ac:cxnSpMkLst>
            <pc:docMk/>
            <pc:sldMk cId="3927025249" sldId="273"/>
            <ac:cxnSpMk id="69" creationId="{59675B11-05BC-4D75-B2FD-E7171FEE0B4C}"/>
          </ac:cxnSpMkLst>
        </pc:cxnChg>
        <pc:cxnChg chg="mod topLvl">
          <ac:chgData name="沛溪 中村" userId="4b6ad4d7a42030dd" providerId="LiveId" clId="{8ADDA7EF-6BD7-4598-9C40-D22B513EB515}" dt="2026-04-14T10:18:03.343" v="21" actId="165"/>
          <ac:cxnSpMkLst>
            <pc:docMk/>
            <pc:sldMk cId="3927025249" sldId="273"/>
            <ac:cxnSpMk id="77" creationId="{5A61C91E-2AC2-4E10-9C56-D1B029A90F36}"/>
          </ac:cxnSpMkLst>
        </pc:cxnChg>
        <pc:cxnChg chg="mod topLvl">
          <ac:chgData name="沛溪 中村" userId="4b6ad4d7a42030dd" providerId="LiveId" clId="{8ADDA7EF-6BD7-4598-9C40-D22B513EB515}" dt="2026-04-14T10:18:03.343" v="21" actId="165"/>
          <ac:cxnSpMkLst>
            <pc:docMk/>
            <pc:sldMk cId="3927025249" sldId="273"/>
            <ac:cxnSpMk id="86" creationId="{B4537B93-1974-43CE-8715-EA45B066AFE5}"/>
          </ac:cxnSpMkLst>
        </pc:cxnChg>
      </pc:sldChg>
    </pc:docChg>
  </pc:docChgLst>
  <pc:docChgLst>
    <pc:chgData name="沛溪 中村" userId="4b6ad4d7a42030dd" providerId="LiveId" clId="{7DBFA3FF-91E3-467C-86DD-A20C0C0C1272}"/>
    <pc:docChg chg="undo redo custSel addSld modSld">
      <pc:chgData name="沛溪 中村" userId="4b6ad4d7a42030dd" providerId="LiveId" clId="{7DBFA3FF-91E3-467C-86DD-A20C0C0C1272}" dt="2025-09-30T17:54:02.331" v="1149" actId="207"/>
      <pc:docMkLst>
        <pc:docMk/>
      </pc:docMkLst>
      <pc:sldChg chg="addSp delSp modSp new mod">
        <pc:chgData name="沛溪 中村" userId="4b6ad4d7a42030dd" providerId="LiveId" clId="{7DBFA3FF-91E3-467C-86DD-A20C0C0C1272}" dt="2025-09-30T17:54:02.331" v="1149" actId="207"/>
        <pc:sldMkLst>
          <pc:docMk/>
          <pc:sldMk cId="3135565471" sldId="259"/>
        </pc:sldMkLst>
        <pc:spChg chg="del">
          <ac:chgData name="沛溪 中村" userId="4b6ad4d7a42030dd" providerId="LiveId" clId="{7DBFA3FF-91E3-467C-86DD-A20C0C0C1272}" dt="2025-09-30T15:32:03.389" v="4" actId="478"/>
          <ac:spMkLst>
            <pc:docMk/>
            <pc:sldMk cId="3135565471" sldId="259"/>
            <ac:spMk id="2" creationId="{D35FEEA5-0392-437C-A7B1-83AD8F08C81A}"/>
          </ac:spMkLst>
        </pc:spChg>
        <pc:spChg chg="del mod">
          <ac:chgData name="沛溪 中村" userId="4b6ad4d7a42030dd" providerId="LiveId" clId="{7DBFA3FF-91E3-467C-86DD-A20C0C0C1272}" dt="2025-09-30T15:32:02.308" v="3" actId="478"/>
          <ac:spMkLst>
            <pc:docMk/>
            <pc:sldMk cId="3135565471" sldId="259"/>
            <ac:spMk id="3" creationId="{AC543B9D-1B3F-431B-9519-06E77F53297D}"/>
          </ac:spMkLst>
        </pc:spChg>
        <pc:spChg chg="add mod">
          <ac:chgData name="沛溪 中村" userId="4b6ad4d7a42030dd" providerId="LiveId" clId="{7DBFA3FF-91E3-467C-86DD-A20C0C0C1272}" dt="2025-09-30T17:13:18.848" v="519"/>
          <ac:spMkLst>
            <pc:docMk/>
            <pc:sldMk cId="3135565471" sldId="259"/>
            <ac:spMk id="4" creationId="{11021818-8956-49C9-BCB3-CCB39F071CE8}"/>
          </ac:spMkLst>
        </pc:spChg>
        <pc:spChg chg="add mod ord">
          <ac:chgData name="沛溪 中村" userId="4b6ad4d7a42030dd" providerId="LiveId" clId="{7DBFA3FF-91E3-467C-86DD-A20C0C0C1272}" dt="2025-09-30T17:28:56.505" v="880" actId="14100"/>
          <ac:spMkLst>
            <pc:docMk/>
            <pc:sldMk cId="3135565471" sldId="259"/>
            <ac:spMk id="5" creationId="{3EFA1D91-0521-4202-9986-6FC01F0DC767}"/>
          </ac:spMkLst>
        </pc:spChg>
        <pc:spChg chg="add mod">
          <ac:chgData name="沛溪 中村" userId="4b6ad4d7a42030dd" providerId="LiveId" clId="{7DBFA3FF-91E3-467C-86DD-A20C0C0C1272}" dt="2025-09-30T17:13:18.848" v="519"/>
          <ac:spMkLst>
            <pc:docMk/>
            <pc:sldMk cId="3135565471" sldId="259"/>
            <ac:spMk id="6" creationId="{7918AF0E-0DFF-428F-AD50-AACC1D6619E7}"/>
          </ac:spMkLst>
        </pc:spChg>
        <pc:spChg chg="add del mod">
          <ac:chgData name="沛溪 中村" userId="4b6ad4d7a42030dd" providerId="LiveId" clId="{7DBFA3FF-91E3-467C-86DD-A20C0C0C1272}" dt="2025-09-30T16:31:03.596" v="85" actId="478"/>
          <ac:spMkLst>
            <pc:docMk/>
            <pc:sldMk cId="3135565471" sldId="259"/>
            <ac:spMk id="7" creationId="{1796F8C5-A7B1-42A8-BDB7-DA24EA60B607}"/>
          </ac:spMkLst>
        </pc:spChg>
        <pc:spChg chg="add del mod">
          <ac:chgData name="沛溪 中村" userId="4b6ad4d7a42030dd" providerId="LiveId" clId="{7DBFA3FF-91E3-467C-86DD-A20C0C0C1272}" dt="2025-09-30T16:39:50.510" v="125" actId="478"/>
          <ac:spMkLst>
            <pc:docMk/>
            <pc:sldMk cId="3135565471" sldId="259"/>
            <ac:spMk id="16" creationId="{1ECFCC03-BD59-446D-92B1-A0D31A0767F3}"/>
          </ac:spMkLst>
        </pc:spChg>
        <pc:spChg chg="add del mod">
          <ac:chgData name="沛溪 中村" userId="4b6ad4d7a42030dd" providerId="LiveId" clId="{7DBFA3FF-91E3-467C-86DD-A20C0C0C1272}" dt="2025-09-30T16:41:02.910" v="142" actId="478"/>
          <ac:spMkLst>
            <pc:docMk/>
            <pc:sldMk cId="3135565471" sldId="259"/>
            <ac:spMk id="22" creationId="{F15F5A0E-85AC-4446-8418-43142F996475}"/>
          </ac:spMkLst>
        </pc:spChg>
        <pc:spChg chg="mod topLvl">
          <ac:chgData name="沛溪 中村" userId="4b6ad4d7a42030dd" providerId="LiveId" clId="{7DBFA3FF-91E3-467C-86DD-A20C0C0C1272}" dt="2025-09-30T17:28:34.884" v="873" actId="14100"/>
          <ac:spMkLst>
            <pc:docMk/>
            <pc:sldMk cId="3135565471" sldId="259"/>
            <ac:spMk id="25" creationId="{C365002E-AEF4-465A-82D8-E9C0D7C3999F}"/>
          </ac:spMkLst>
        </pc:spChg>
        <pc:spChg chg="add del mod ord topLvl">
          <ac:chgData name="沛溪 中村" userId="4b6ad4d7a42030dd" providerId="LiveId" clId="{7DBFA3FF-91E3-467C-86DD-A20C0C0C1272}" dt="2025-09-30T17:32:02.698" v="922" actId="166"/>
          <ac:spMkLst>
            <pc:docMk/>
            <pc:sldMk cId="3135565471" sldId="259"/>
            <ac:spMk id="26" creationId="{34E584CC-63B2-4A4A-A520-FD7109B29DA4}"/>
          </ac:spMkLst>
        </pc:spChg>
        <pc:spChg chg="add mod">
          <ac:chgData name="沛溪 中村" userId="4b6ad4d7a42030dd" providerId="LiveId" clId="{7DBFA3FF-91E3-467C-86DD-A20C0C0C1272}" dt="2025-09-30T17:13:23.783" v="522" actId="1076"/>
          <ac:spMkLst>
            <pc:docMk/>
            <pc:sldMk cId="3135565471" sldId="259"/>
            <ac:spMk id="27" creationId="{1810D5A1-528B-4EFE-B728-6644534413AA}"/>
          </ac:spMkLst>
        </pc:spChg>
        <pc:spChg chg="add mod">
          <ac:chgData name="沛溪 中村" userId="4b6ad4d7a42030dd" providerId="LiveId" clId="{7DBFA3FF-91E3-467C-86DD-A20C0C0C1272}" dt="2025-09-30T17:54:02.331" v="1149" actId="207"/>
          <ac:spMkLst>
            <pc:docMk/>
            <pc:sldMk cId="3135565471" sldId="259"/>
            <ac:spMk id="28" creationId="{75651F19-FC89-4E5D-BFF8-AFD75078B052}"/>
          </ac:spMkLst>
        </pc:spChg>
        <pc:spChg chg="mod topLvl">
          <ac:chgData name="沛溪 中村" userId="4b6ad4d7a42030dd" providerId="LiveId" clId="{7DBFA3FF-91E3-467C-86DD-A20C0C0C1272}" dt="2025-09-30T17:54:02.331" v="1149" actId="207"/>
          <ac:spMkLst>
            <pc:docMk/>
            <pc:sldMk cId="3135565471" sldId="259"/>
            <ac:spMk id="30" creationId="{85681971-0EBB-4C59-9BCA-00E557B0B681}"/>
          </ac:spMkLst>
        </pc:spChg>
        <pc:spChg chg="mod topLvl">
          <ac:chgData name="沛溪 中村" userId="4b6ad4d7a42030dd" providerId="LiveId" clId="{7DBFA3FF-91E3-467C-86DD-A20C0C0C1272}" dt="2025-09-30T17:29:21.715" v="887" actId="1076"/>
          <ac:spMkLst>
            <pc:docMk/>
            <pc:sldMk cId="3135565471" sldId="259"/>
            <ac:spMk id="31" creationId="{A0534D34-B830-4C63-9393-D40996F1A79B}"/>
          </ac:spMkLst>
        </pc:spChg>
        <pc:spChg chg="add del mod">
          <ac:chgData name="沛溪 中村" userId="4b6ad4d7a42030dd" providerId="LiveId" clId="{7DBFA3FF-91E3-467C-86DD-A20C0C0C1272}" dt="2025-09-30T16:45:35.289" v="271"/>
          <ac:spMkLst>
            <pc:docMk/>
            <pc:sldMk cId="3135565471" sldId="259"/>
            <ac:spMk id="33" creationId="{FBC3D888-C9DA-47B1-A551-4F41621ADBEA}"/>
          </ac:spMkLst>
        </pc:spChg>
        <pc:spChg chg="add del mod">
          <ac:chgData name="沛溪 中村" userId="4b6ad4d7a42030dd" providerId="LiveId" clId="{7DBFA3FF-91E3-467C-86DD-A20C0C0C1272}" dt="2025-09-30T16:45:35.289" v="271"/>
          <ac:spMkLst>
            <pc:docMk/>
            <pc:sldMk cId="3135565471" sldId="259"/>
            <ac:spMk id="34" creationId="{ECF96647-F432-4C8B-A1C0-9C9D4AFF3794}"/>
          </ac:spMkLst>
        </pc:spChg>
        <pc:spChg chg="add mod">
          <ac:chgData name="沛溪 中村" userId="4b6ad4d7a42030dd" providerId="LiveId" clId="{7DBFA3FF-91E3-467C-86DD-A20C0C0C1272}" dt="2025-09-30T17:12:04.342" v="482" actId="14100"/>
          <ac:spMkLst>
            <pc:docMk/>
            <pc:sldMk cId="3135565471" sldId="259"/>
            <ac:spMk id="35" creationId="{E1922B9A-9A33-4F66-BDEB-74129585594F}"/>
          </ac:spMkLst>
        </pc:spChg>
        <pc:spChg chg="add del mod">
          <ac:chgData name="沛溪 中村" userId="4b6ad4d7a42030dd" providerId="LiveId" clId="{7DBFA3FF-91E3-467C-86DD-A20C0C0C1272}" dt="2025-09-30T16:51:24.346" v="350" actId="767"/>
          <ac:spMkLst>
            <pc:docMk/>
            <pc:sldMk cId="3135565471" sldId="259"/>
            <ac:spMk id="36" creationId="{9B848111-2371-4953-94F8-6C660CA46022}"/>
          </ac:spMkLst>
        </pc:spChg>
        <pc:spChg chg="add mod">
          <ac:chgData name="沛溪 中村" userId="4b6ad4d7a42030dd" providerId="LiveId" clId="{7DBFA3FF-91E3-467C-86DD-A20C0C0C1272}" dt="2025-09-30T17:13:18.848" v="519"/>
          <ac:spMkLst>
            <pc:docMk/>
            <pc:sldMk cId="3135565471" sldId="259"/>
            <ac:spMk id="37" creationId="{0C060F1B-0CBA-4125-97E1-8E03E1AFE73F}"/>
          </ac:spMkLst>
        </pc:spChg>
        <pc:spChg chg="add mod">
          <ac:chgData name="沛溪 中村" userId="4b6ad4d7a42030dd" providerId="LiveId" clId="{7DBFA3FF-91E3-467C-86DD-A20C0C0C1272}" dt="2025-09-30T17:16:37.465" v="574" actId="1076"/>
          <ac:spMkLst>
            <pc:docMk/>
            <pc:sldMk cId="3135565471" sldId="259"/>
            <ac:spMk id="42" creationId="{48B5B363-C2D8-480B-AF19-8AD00773FDE3}"/>
          </ac:spMkLst>
        </pc:spChg>
        <pc:spChg chg="add mod ord">
          <ac:chgData name="沛溪 中村" userId="4b6ad4d7a42030dd" providerId="LiveId" clId="{7DBFA3FF-91E3-467C-86DD-A20C0C0C1272}" dt="2025-09-30T17:12:24.994" v="490" actId="167"/>
          <ac:spMkLst>
            <pc:docMk/>
            <pc:sldMk cId="3135565471" sldId="259"/>
            <ac:spMk id="43" creationId="{87164E44-B1B0-4E0E-9F8B-B361FBDA350D}"/>
          </ac:spMkLst>
        </pc:spChg>
        <pc:spChg chg="add mod ord">
          <ac:chgData name="沛溪 中村" userId="4b6ad4d7a42030dd" providerId="LiveId" clId="{7DBFA3FF-91E3-467C-86DD-A20C0C0C1272}" dt="2025-09-30T17:12:55.372" v="501" actId="14100"/>
          <ac:spMkLst>
            <pc:docMk/>
            <pc:sldMk cId="3135565471" sldId="259"/>
            <ac:spMk id="44" creationId="{76E520E1-40B1-48EE-AF40-59DBA29655F5}"/>
          </ac:spMkLst>
        </pc:spChg>
        <pc:spChg chg="add del mod">
          <ac:chgData name="沛溪 中村" userId="4b6ad4d7a42030dd" providerId="LiveId" clId="{7DBFA3FF-91E3-467C-86DD-A20C0C0C1272}" dt="2025-09-30T17:14:34.619" v="538" actId="478"/>
          <ac:spMkLst>
            <pc:docMk/>
            <pc:sldMk cId="3135565471" sldId="259"/>
            <ac:spMk id="45" creationId="{56395BC7-CBAB-4077-A585-07E72D5BA65B}"/>
          </ac:spMkLst>
        </pc:spChg>
        <pc:spChg chg="add mod">
          <ac:chgData name="沛溪 中村" userId="4b6ad4d7a42030dd" providerId="LiveId" clId="{7DBFA3FF-91E3-467C-86DD-A20C0C0C1272}" dt="2025-09-30T17:29:06.645" v="884" actId="14100"/>
          <ac:spMkLst>
            <pc:docMk/>
            <pc:sldMk cId="3135565471" sldId="259"/>
            <ac:spMk id="46" creationId="{3E1D6EE1-2A88-44CC-A7E6-4B639CE6B04E}"/>
          </ac:spMkLst>
        </pc:spChg>
        <pc:spChg chg="add mod">
          <ac:chgData name="沛溪 中村" userId="4b6ad4d7a42030dd" providerId="LiveId" clId="{7DBFA3FF-91E3-467C-86DD-A20C0C0C1272}" dt="2025-09-30T17:29:40.380" v="892" actId="1076"/>
          <ac:spMkLst>
            <pc:docMk/>
            <pc:sldMk cId="3135565471" sldId="259"/>
            <ac:spMk id="49" creationId="{EECECCED-4349-4E73-8C4A-B16F7D44ADCE}"/>
          </ac:spMkLst>
        </pc:spChg>
        <pc:spChg chg="add mod">
          <ac:chgData name="沛溪 中村" userId="4b6ad4d7a42030dd" providerId="LiveId" clId="{7DBFA3FF-91E3-467C-86DD-A20C0C0C1272}" dt="2025-09-30T17:22:39.581" v="711" actId="1076"/>
          <ac:spMkLst>
            <pc:docMk/>
            <pc:sldMk cId="3135565471" sldId="259"/>
            <ac:spMk id="52" creationId="{E0B5429A-6E0B-4CFB-B6CB-10B15C0FC146}"/>
          </ac:spMkLst>
        </pc:spChg>
        <pc:spChg chg="add mod">
          <ac:chgData name="沛溪 中村" userId="4b6ad4d7a42030dd" providerId="LiveId" clId="{7DBFA3FF-91E3-467C-86DD-A20C0C0C1272}" dt="2025-09-30T17:20:42.778" v="668" actId="1076"/>
          <ac:spMkLst>
            <pc:docMk/>
            <pc:sldMk cId="3135565471" sldId="259"/>
            <ac:spMk id="53" creationId="{B79F5634-248A-4F8C-AE36-F553A71DBEEE}"/>
          </ac:spMkLst>
        </pc:spChg>
        <pc:spChg chg="add mod">
          <ac:chgData name="沛溪 中村" userId="4b6ad4d7a42030dd" providerId="LiveId" clId="{7DBFA3FF-91E3-467C-86DD-A20C0C0C1272}" dt="2025-09-30T17:20:21.065" v="657" actId="164"/>
          <ac:spMkLst>
            <pc:docMk/>
            <pc:sldMk cId="3135565471" sldId="259"/>
            <ac:spMk id="54" creationId="{1D1842F2-6065-4FD4-9118-EF4977B103ED}"/>
          </ac:spMkLst>
        </pc:spChg>
        <pc:spChg chg="mod">
          <ac:chgData name="沛溪 中村" userId="4b6ad4d7a42030dd" providerId="LiveId" clId="{7DBFA3FF-91E3-467C-86DD-A20C0C0C1272}" dt="2025-09-30T17:22:36.690" v="710" actId="1076"/>
          <ac:spMkLst>
            <pc:docMk/>
            <pc:sldMk cId="3135565471" sldId="259"/>
            <ac:spMk id="57" creationId="{04C226EB-7215-4123-B9C4-2AEBC772713F}"/>
          </ac:spMkLst>
        </pc:spChg>
        <pc:spChg chg="mod">
          <ac:chgData name="沛溪 中村" userId="4b6ad4d7a42030dd" providerId="LiveId" clId="{7DBFA3FF-91E3-467C-86DD-A20C0C0C1272}" dt="2025-09-30T17:21:01.303" v="675"/>
          <ac:spMkLst>
            <pc:docMk/>
            <pc:sldMk cId="3135565471" sldId="259"/>
            <ac:spMk id="58" creationId="{0A76FC24-DCE3-4690-B26C-34910CCA25E7}"/>
          </ac:spMkLst>
        </pc:spChg>
        <pc:spChg chg="mod">
          <ac:chgData name="沛溪 中村" userId="4b6ad4d7a42030dd" providerId="LiveId" clId="{7DBFA3FF-91E3-467C-86DD-A20C0C0C1272}" dt="2025-09-30T17:20:28.810" v="661"/>
          <ac:spMkLst>
            <pc:docMk/>
            <pc:sldMk cId="3135565471" sldId="259"/>
            <ac:spMk id="59" creationId="{20D5CA24-E20B-43B2-B149-46E1BC11644F}"/>
          </ac:spMkLst>
        </pc:spChg>
        <pc:spChg chg="mod">
          <ac:chgData name="沛溪 中村" userId="4b6ad4d7a42030dd" providerId="LiveId" clId="{7DBFA3FF-91E3-467C-86DD-A20C0C0C1272}" dt="2025-09-30T17:22:43.256" v="717" actId="20577"/>
          <ac:spMkLst>
            <pc:docMk/>
            <pc:sldMk cId="3135565471" sldId="259"/>
            <ac:spMk id="61" creationId="{D992E64A-21D6-4481-AE79-34CCD624100D}"/>
          </ac:spMkLst>
        </pc:spChg>
        <pc:spChg chg="mod">
          <ac:chgData name="沛溪 中村" userId="4b6ad4d7a42030dd" providerId="LiveId" clId="{7DBFA3FF-91E3-467C-86DD-A20C0C0C1272}" dt="2025-09-30T17:23:07.540" v="728" actId="20577"/>
          <ac:spMkLst>
            <pc:docMk/>
            <pc:sldMk cId="3135565471" sldId="259"/>
            <ac:spMk id="62" creationId="{B2E30179-02E0-41B8-A45C-B8DBB4A7C610}"/>
          </ac:spMkLst>
        </pc:spChg>
        <pc:spChg chg="mod">
          <ac:chgData name="沛溪 中村" userId="4b6ad4d7a42030dd" providerId="LiveId" clId="{7DBFA3FF-91E3-467C-86DD-A20C0C0C1272}" dt="2025-09-30T17:21:53.319" v="697"/>
          <ac:spMkLst>
            <pc:docMk/>
            <pc:sldMk cId="3135565471" sldId="259"/>
            <ac:spMk id="63" creationId="{B0A2D6F0-FD73-4B66-9CBC-7894FBFEBC87}"/>
          </ac:spMkLst>
        </pc:spChg>
        <pc:spChg chg="mod">
          <ac:chgData name="沛溪 中村" userId="4b6ad4d7a42030dd" providerId="LiveId" clId="{7DBFA3FF-91E3-467C-86DD-A20C0C0C1272}" dt="2025-09-30T17:24:00.480" v="736" actId="1076"/>
          <ac:spMkLst>
            <pc:docMk/>
            <pc:sldMk cId="3135565471" sldId="259"/>
            <ac:spMk id="65" creationId="{4A94D339-5B1B-4302-95F3-889FBC22AA92}"/>
          </ac:spMkLst>
        </pc:spChg>
        <pc:spChg chg="mod">
          <ac:chgData name="沛溪 中村" userId="4b6ad4d7a42030dd" providerId="LiveId" clId="{7DBFA3FF-91E3-467C-86DD-A20C0C0C1272}" dt="2025-09-30T17:23:55.265" v="734"/>
          <ac:spMkLst>
            <pc:docMk/>
            <pc:sldMk cId="3135565471" sldId="259"/>
            <ac:spMk id="66" creationId="{6C38A1B0-86C4-43DC-AC90-2065AEC59426}"/>
          </ac:spMkLst>
        </pc:spChg>
        <pc:spChg chg="mod">
          <ac:chgData name="沛溪 中村" userId="4b6ad4d7a42030dd" providerId="LiveId" clId="{7DBFA3FF-91E3-467C-86DD-A20C0C0C1272}" dt="2025-09-30T17:23:10.443" v="729"/>
          <ac:spMkLst>
            <pc:docMk/>
            <pc:sldMk cId="3135565471" sldId="259"/>
            <ac:spMk id="67" creationId="{3999D726-380E-4104-BCFC-8BF8DD3D0717}"/>
          </ac:spMkLst>
        </pc:spChg>
        <pc:spChg chg="add del mod">
          <ac:chgData name="沛溪 中村" userId="4b6ad4d7a42030dd" providerId="LiveId" clId="{7DBFA3FF-91E3-467C-86DD-A20C0C0C1272}" dt="2025-09-30T17:24:52.639" v="745" actId="767"/>
          <ac:spMkLst>
            <pc:docMk/>
            <pc:sldMk cId="3135565471" sldId="259"/>
            <ac:spMk id="68" creationId="{D961BCD3-334B-4462-8E1B-78D963C5E68A}"/>
          </ac:spMkLst>
        </pc:spChg>
        <pc:spChg chg="add mod">
          <ac:chgData name="沛溪 中村" userId="4b6ad4d7a42030dd" providerId="LiveId" clId="{7DBFA3FF-91E3-467C-86DD-A20C0C0C1272}" dt="2025-09-30T17:43:01.350" v="1039" actId="403"/>
          <ac:spMkLst>
            <pc:docMk/>
            <pc:sldMk cId="3135565471" sldId="259"/>
            <ac:spMk id="69" creationId="{029ADA32-8A18-4533-B17B-6F886823FCF5}"/>
          </ac:spMkLst>
        </pc:spChg>
        <pc:spChg chg="add mod">
          <ac:chgData name="沛溪 中村" userId="4b6ad4d7a42030dd" providerId="LiveId" clId="{7DBFA3FF-91E3-467C-86DD-A20C0C0C1272}" dt="2025-09-30T17:43:01.350" v="1039" actId="403"/>
          <ac:spMkLst>
            <pc:docMk/>
            <pc:sldMk cId="3135565471" sldId="259"/>
            <ac:spMk id="71" creationId="{B9133B47-C9D1-4EE2-BBE5-29D20349CF2E}"/>
          </ac:spMkLst>
        </pc:spChg>
        <pc:spChg chg="add mod">
          <ac:chgData name="沛溪 中村" userId="4b6ad4d7a42030dd" providerId="LiveId" clId="{7DBFA3FF-91E3-467C-86DD-A20C0C0C1272}" dt="2025-09-30T17:28:26.394" v="872" actId="1076"/>
          <ac:spMkLst>
            <pc:docMk/>
            <pc:sldMk cId="3135565471" sldId="259"/>
            <ac:spMk id="73" creationId="{DF5194CA-5C5F-4D77-AA7F-545361ABB9F9}"/>
          </ac:spMkLst>
        </pc:spChg>
        <pc:spChg chg="add mod ord">
          <ac:chgData name="沛溪 中村" userId="4b6ad4d7a42030dd" providerId="LiveId" clId="{7DBFA3FF-91E3-467C-86DD-A20C0C0C1272}" dt="2025-09-30T17:28:24.264" v="871" actId="1076"/>
          <ac:spMkLst>
            <pc:docMk/>
            <pc:sldMk cId="3135565471" sldId="259"/>
            <ac:spMk id="74" creationId="{E2F1EEBA-54E1-4CDB-AD67-6D33250D5CEA}"/>
          </ac:spMkLst>
        </pc:spChg>
        <pc:spChg chg="add mod">
          <ac:chgData name="沛溪 中村" userId="4b6ad4d7a42030dd" providerId="LiveId" clId="{7DBFA3FF-91E3-467C-86DD-A20C0C0C1272}" dt="2025-09-30T17:30:49.947" v="904" actId="1076"/>
          <ac:spMkLst>
            <pc:docMk/>
            <pc:sldMk cId="3135565471" sldId="259"/>
            <ac:spMk id="77" creationId="{9CA63E28-33E2-444A-8C08-C8B700DC501A}"/>
          </ac:spMkLst>
        </pc:spChg>
        <pc:spChg chg="add mod">
          <ac:chgData name="沛溪 中村" userId="4b6ad4d7a42030dd" providerId="LiveId" clId="{7DBFA3FF-91E3-467C-86DD-A20C0C0C1272}" dt="2025-09-30T17:31:10.031" v="915" actId="20577"/>
          <ac:spMkLst>
            <pc:docMk/>
            <pc:sldMk cId="3135565471" sldId="259"/>
            <ac:spMk id="78" creationId="{6294666E-3E38-4743-8614-677D07C6E1A6}"/>
          </ac:spMkLst>
        </pc:spChg>
        <pc:spChg chg="add mod">
          <ac:chgData name="沛溪 中村" userId="4b6ad4d7a42030dd" providerId="LiveId" clId="{7DBFA3FF-91E3-467C-86DD-A20C0C0C1272}" dt="2025-09-30T17:31:55.247" v="921" actId="1076"/>
          <ac:spMkLst>
            <pc:docMk/>
            <pc:sldMk cId="3135565471" sldId="259"/>
            <ac:spMk id="79" creationId="{0A1B2262-451C-435A-AD45-B1DABD0DF9CA}"/>
          </ac:spMkLst>
        </pc:spChg>
        <pc:spChg chg="add mod ord">
          <ac:chgData name="沛溪 中村" userId="4b6ad4d7a42030dd" providerId="LiveId" clId="{7DBFA3FF-91E3-467C-86DD-A20C0C0C1272}" dt="2025-09-30T17:31:06.630" v="909" actId="167"/>
          <ac:spMkLst>
            <pc:docMk/>
            <pc:sldMk cId="3135565471" sldId="259"/>
            <ac:spMk id="80" creationId="{48624D13-DB07-4EBC-8C3D-10D1AE483487}"/>
          </ac:spMkLst>
        </pc:spChg>
        <pc:spChg chg="add mod">
          <ac:chgData name="沛溪 中村" userId="4b6ad4d7a42030dd" providerId="LiveId" clId="{7DBFA3FF-91E3-467C-86DD-A20C0C0C1272}" dt="2025-09-30T17:32:19.748" v="926" actId="14100"/>
          <ac:spMkLst>
            <pc:docMk/>
            <pc:sldMk cId="3135565471" sldId="259"/>
            <ac:spMk id="81" creationId="{7A5C643F-ECC1-4B3B-981D-9BCB78D9F355}"/>
          </ac:spMkLst>
        </pc:spChg>
        <pc:spChg chg="add del mod">
          <ac:chgData name="沛溪 中村" userId="4b6ad4d7a42030dd" providerId="LiveId" clId="{7DBFA3FF-91E3-467C-86DD-A20C0C0C1272}" dt="2025-09-30T17:34:01.438" v="978" actId="478"/>
          <ac:spMkLst>
            <pc:docMk/>
            <pc:sldMk cId="3135565471" sldId="259"/>
            <ac:spMk id="82" creationId="{4ECA2B65-E8F4-49E2-8D0C-E0924F9BA5E2}"/>
          </ac:spMkLst>
        </pc:spChg>
        <pc:spChg chg="add mod">
          <ac:chgData name="沛溪 中村" userId="4b6ad4d7a42030dd" providerId="LiveId" clId="{7DBFA3FF-91E3-467C-86DD-A20C0C0C1272}" dt="2025-09-30T17:32:48.167" v="941" actId="1076"/>
          <ac:spMkLst>
            <pc:docMk/>
            <pc:sldMk cId="3135565471" sldId="259"/>
            <ac:spMk id="83" creationId="{6002D975-39B5-44BA-BE39-A62369522F89}"/>
          </ac:spMkLst>
        </pc:spChg>
        <pc:spChg chg="mod">
          <ac:chgData name="沛溪 中村" userId="4b6ad4d7a42030dd" providerId="LiveId" clId="{7DBFA3FF-91E3-467C-86DD-A20C0C0C1272}" dt="2025-09-30T17:52:27.588" v="1137" actId="1076"/>
          <ac:spMkLst>
            <pc:docMk/>
            <pc:sldMk cId="3135565471" sldId="259"/>
            <ac:spMk id="86" creationId="{56581E66-2BCB-474C-AB90-0B8932363B8B}"/>
          </ac:spMkLst>
        </pc:spChg>
        <pc:spChg chg="mod">
          <ac:chgData name="沛溪 中村" userId="4b6ad4d7a42030dd" providerId="LiveId" clId="{7DBFA3FF-91E3-467C-86DD-A20C0C0C1272}" dt="2025-09-30T17:33:34.549" v="955"/>
          <ac:spMkLst>
            <pc:docMk/>
            <pc:sldMk cId="3135565471" sldId="259"/>
            <ac:spMk id="87" creationId="{467DAAA6-611E-4D46-8AF5-B056EC43A2AF}"/>
          </ac:spMkLst>
        </pc:spChg>
        <pc:spChg chg="add mod topLvl">
          <ac:chgData name="沛溪 中村" userId="4b6ad4d7a42030dd" providerId="LiveId" clId="{7DBFA3FF-91E3-467C-86DD-A20C0C0C1272}" dt="2025-09-30T17:54:02.331" v="1149" actId="207"/>
          <ac:spMkLst>
            <pc:docMk/>
            <pc:sldMk cId="3135565471" sldId="259"/>
            <ac:spMk id="88" creationId="{E6C38727-649F-4277-A9BE-5D0B3EA7B3A3}"/>
          </ac:spMkLst>
        </pc:spChg>
        <pc:spChg chg="add mod">
          <ac:chgData name="沛溪 中村" userId="4b6ad4d7a42030dd" providerId="LiveId" clId="{7DBFA3FF-91E3-467C-86DD-A20C0C0C1272}" dt="2025-09-30T17:52:36.209" v="1140" actId="1076"/>
          <ac:spMkLst>
            <pc:docMk/>
            <pc:sldMk cId="3135565471" sldId="259"/>
            <ac:spMk id="89" creationId="{10E1DEB8-B368-4DFB-B296-9F16944D0862}"/>
          </ac:spMkLst>
        </pc:spChg>
        <pc:spChg chg="add mod">
          <ac:chgData name="沛溪 中村" userId="4b6ad4d7a42030dd" providerId="LiveId" clId="{7DBFA3FF-91E3-467C-86DD-A20C0C0C1272}" dt="2025-09-30T17:39:51.694" v="1025" actId="1076"/>
          <ac:spMkLst>
            <pc:docMk/>
            <pc:sldMk cId="3135565471" sldId="259"/>
            <ac:spMk id="90" creationId="{675B6F54-BA5F-45AF-AF60-27F4D531AE6E}"/>
          </ac:spMkLst>
        </pc:spChg>
        <pc:spChg chg="add mod">
          <ac:chgData name="沛溪 中村" userId="4b6ad4d7a42030dd" providerId="LiveId" clId="{7DBFA3FF-91E3-467C-86DD-A20C0C0C1272}" dt="2025-09-30T17:39:54.214" v="1026" actId="1076"/>
          <ac:spMkLst>
            <pc:docMk/>
            <pc:sldMk cId="3135565471" sldId="259"/>
            <ac:spMk id="92" creationId="{0CDC1739-7B0E-432B-B515-C8AEBB3E61D6}"/>
          </ac:spMkLst>
        </pc:spChg>
        <pc:spChg chg="add mod">
          <ac:chgData name="沛溪 中村" userId="4b6ad4d7a42030dd" providerId="LiveId" clId="{7DBFA3FF-91E3-467C-86DD-A20C0C0C1272}" dt="2025-09-30T17:48:53.474" v="1126" actId="1076"/>
          <ac:spMkLst>
            <pc:docMk/>
            <pc:sldMk cId="3135565471" sldId="259"/>
            <ac:spMk id="93" creationId="{B9E19E8C-F8AC-41BA-8468-34F1C506D595}"/>
          </ac:spMkLst>
        </pc:spChg>
        <pc:spChg chg="add mod">
          <ac:chgData name="沛溪 中村" userId="4b6ad4d7a42030dd" providerId="LiveId" clId="{7DBFA3FF-91E3-467C-86DD-A20C0C0C1272}" dt="2025-09-30T17:48:39.264" v="1119" actId="1076"/>
          <ac:spMkLst>
            <pc:docMk/>
            <pc:sldMk cId="3135565471" sldId="259"/>
            <ac:spMk id="94" creationId="{9395E5B2-72F2-49F1-9746-CB2A7F18C1A5}"/>
          </ac:spMkLst>
        </pc:spChg>
        <pc:grpChg chg="add del mod">
          <ac:chgData name="沛溪 中村" userId="4b6ad4d7a42030dd" providerId="LiveId" clId="{7DBFA3FF-91E3-467C-86DD-A20C0C0C1272}" dt="2025-09-30T16:39:51.647" v="126" actId="478"/>
          <ac:grpSpMkLst>
            <pc:docMk/>
            <pc:sldMk cId="3135565471" sldId="259"/>
            <ac:grpSpMk id="14" creationId="{3C648EA7-2FAE-454C-94D7-20A4295ED5B1}"/>
          </ac:grpSpMkLst>
        </pc:grpChg>
        <pc:grpChg chg="add mod">
          <ac:chgData name="沛溪 中村" userId="4b6ad4d7a42030dd" providerId="LiveId" clId="{7DBFA3FF-91E3-467C-86DD-A20C0C0C1272}" dt="2025-09-30T17:13:18.848" v="519"/>
          <ac:grpSpMkLst>
            <pc:docMk/>
            <pc:sldMk cId="3135565471" sldId="259"/>
            <ac:grpSpMk id="23" creationId="{6A57AF4A-BB3D-4D3A-9FCE-96359065DBE9}"/>
          </ac:grpSpMkLst>
        </pc:grpChg>
        <pc:grpChg chg="add del mod">
          <ac:chgData name="沛溪 中村" userId="4b6ad4d7a42030dd" providerId="LiveId" clId="{7DBFA3FF-91E3-467C-86DD-A20C0C0C1272}" dt="2025-09-30T16:52:56.747" v="369" actId="165"/>
          <ac:grpSpMkLst>
            <pc:docMk/>
            <pc:sldMk cId="3135565471" sldId="259"/>
            <ac:grpSpMk id="24" creationId="{1E2CE98E-558C-4ED0-9C0F-9757626CD79F}"/>
          </ac:grpSpMkLst>
        </pc:grpChg>
        <pc:grpChg chg="add del mod">
          <ac:chgData name="沛溪 中村" userId="4b6ad4d7a42030dd" providerId="LiveId" clId="{7DBFA3FF-91E3-467C-86DD-A20C0C0C1272}" dt="2025-09-30T16:45:32.280" v="269" actId="165"/>
          <ac:grpSpMkLst>
            <pc:docMk/>
            <pc:sldMk cId="3135565471" sldId="259"/>
            <ac:grpSpMk id="29" creationId="{339A3E94-037F-460B-B50E-DE0D290483C2}"/>
          </ac:grpSpMkLst>
        </pc:grpChg>
        <pc:grpChg chg="add mod">
          <ac:chgData name="沛溪 中村" userId="4b6ad4d7a42030dd" providerId="LiveId" clId="{7DBFA3FF-91E3-467C-86DD-A20C0C0C1272}" dt="2025-09-30T17:13:18.848" v="519"/>
          <ac:grpSpMkLst>
            <pc:docMk/>
            <pc:sldMk cId="3135565471" sldId="259"/>
            <ac:grpSpMk id="38" creationId="{4FB3D974-51D4-46AA-A2A4-F4282BC16D2F}"/>
          </ac:grpSpMkLst>
        </pc:grpChg>
        <pc:grpChg chg="add mod">
          <ac:chgData name="沛溪 中村" userId="4b6ad4d7a42030dd" providerId="LiveId" clId="{7DBFA3FF-91E3-467C-86DD-A20C0C0C1272}" dt="2025-09-30T17:29:58.705" v="895" actId="1076"/>
          <ac:grpSpMkLst>
            <pc:docMk/>
            <pc:sldMk cId="3135565471" sldId="259"/>
            <ac:grpSpMk id="55" creationId="{966350A5-F019-4205-B6F7-283C7825C5D2}"/>
          </ac:grpSpMkLst>
        </pc:grpChg>
        <pc:grpChg chg="add del mod">
          <ac:chgData name="沛溪 中村" userId="4b6ad4d7a42030dd" providerId="LiveId" clId="{7DBFA3FF-91E3-467C-86DD-A20C0C0C1272}" dt="2025-09-30T17:30:14.350" v="899" actId="1076"/>
          <ac:grpSpMkLst>
            <pc:docMk/>
            <pc:sldMk cId="3135565471" sldId="259"/>
            <ac:grpSpMk id="56" creationId="{C144B08D-0867-4914-A88F-7E57063B718E}"/>
          </ac:grpSpMkLst>
        </pc:grpChg>
        <pc:grpChg chg="add mod">
          <ac:chgData name="沛溪 中村" userId="4b6ad4d7a42030dd" providerId="LiveId" clId="{7DBFA3FF-91E3-467C-86DD-A20C0C0C1272}" dt="2025-09-30T17:30:21.735" v="900" actId="1076"/>
          <ac:grpSpMkLst>
            <pc:docMk/>
            <pc:sldMk cId="3135565471" sldId="259"/>
            <ac:grpSpMk id="60" creationId="{8E3663FC-B8C8-40CB-B5A2-F2FCC6C76F53}"/>
          </ac:grpSpMkLst>
        </pc:grpChg>
        <pc:grpChg chg="add mod">
          <ac:chgData name="沛溪 中村" userId="4b6ad4d7a42030dd" providerId="LiveId" clId="{7DBFA3FF-91E3-467C-86DD-A20C0C0C1272}" dt="2025-09-30T17:30:08.706" v="897" actId="1076"/>
          <ac:grpSpMkLst>
            <pc:docMk/>
            <pc:sldMk cId="3135565471" sldId="259"/>
            <ac:grpSpMk id="64" creationId="{8F1A6B38-4C1A-4C21-9B6B-5E9FFB12B416}"/>
          </ac:grpSpMkLst>
        </pc:grpChg>
        <pc:grpChg chg="add mod">
          <ac:chgData name="沛溪 中村" userId="4b6ad4d7a42030dd" providerId="LiveId" clId="{7DBFA3FF-91E3-467C-86DD-A20C0C0C1272}" dt="2025-09-30T17:43:03.009" v="1040" actId="14100"/>
          <ac:grpSpMkLst>
            <pc:docMk/>
            <pc:sldMk cId="3135565471" sldId="259"/>
            <ac:grpSpMk id="72" creationId="{ACB48E16-ADEF-4EB2-A230-285BE848156B}"/>
          </ac:grpSpMkLst>
        </pc:grpChg>
        <pc:grpChg chg="add mod topLvl">
          <ac:chgData name="沛溪 中村" userId="4b6ad4d7a42030dd" providerId="LiveId" clId="{7DBFA3FF-91E3-467C-86DD-A20C0C0C1272}" dt="2025-09-30T17:54:01.887" v="1148" actId="165"/>
          <ac:grpSpMkLst>
            <pc:docMk/>
            <pc:sldMk cId="3135565471" sldId="259"/>
            <ac:grpSpMk id="84" creationId="{10800469-E9A6-482C-896F-DB8883D6E116}"/>
          </ac:grpSpMkLst>
        </pc:grpChg>
        <pc:grpChg chg="add mod">
          <ac:chgData name="沛溪 中村" userId="4b6ad4d7a42030dd" providerId="LiveId" clId="{7DBFA3FF-91E3-467C-86DD-A20C0C0C1272}" dt="2025-09-30T17:43:46.319" v="1041" actId="1076"/>
          <ac:grpSpMkLst>
            <pc:docMk/>
            <pc:sldMk cId="3135565471" sldId="259"/>
            <ac:grpSpMk id="85" creationId="{152344FC-BA39-468E-8A90-46833516E88A}"/>
          </ac:grpSpMkLst>
        </pc:grpChg>
        <pc:grpChg chg="add del mod">
          <ac:chgData name="沛溪 中村" userId="4b6ad4d7a42030dd" providerId="LiveId" clId="{7DBFA3FF-91E3-467C-86DD-A20C0C0C1272}" dt="2025-09-30T17:54:01.887" v="1148" actId="165"/>
          <ac:grpSpMkLst>
            <pc:docMk/>
            <pc:sldMk cId="3135565471" sldId="259"/>
            <ac:grpSpMk id="99" creationId="{4A61577C-58A2-4209-954A-1540D7B4D06A}"/>
          </ac:grpSpMkLst>
        </pc:grpChg>
        <pc:picChg chg="add mod">
          <ac:chgData name="沛溪 中村" userId="4b6ad4d7a42030dd" providerId="LiveId" clId="{7DBFA3FF-91E3-467C-86DD-A20C0C0C1272}" dt="2025-09-30T17:48:44.894" v="1124" actId="1076"/>
          <ac:picMkLst>
            <pc:docMk/>
            <pc:sldMk cId="3135565471" sldId="259"/>
            <ac:picMk id="96" creationId="{584D3DBF-88E7-469D-AC4D-BC7B47AD292B}"/>
          </ac:picMkLst>
        </pc:picChg>
        <pc:picChg chg="add mod">
          <ac:chgData name="沛溪 中村" userId="4b6ad4d7a42030dd" providerId="LiveId" clId="{7DBFA3FF-91E3-467C-86DD-A20C0C0C1272}" dt="2025-09-30T17:49:32.225" v="1132" actId="1076"/>
          <ac:picMkLst>
            <pc:docMk/>
            <pc:sldMk cId="3135565471" sldId="259"/>
            <ac:picMk id="98" creationId="{481C8C02-6FF1-4840-9FC9-17BFAB09EB7A}"/>
          </ac:picMkLst>
        </pc:picChg>
        <pc:cxnChg chg="add mod">
          <ac:chgData name="沛溪 中村" userId="4b6ad4d7a42030dd" providerId="LiveId" clId="{7DBFA3FF-91E3-467C-86DD-A20C0C0C1272}" dt="2025-09-30T16:38:00.794" v="104" actId="1582"/>
          <ac:cxnSpMkLst>
            <pc:docMk/>
            <pc:sldMk cId="3135565471" sldId="259"/>
            <ac:cxnSpMk id="9" creationId="{AA978E3D-6CB0-44E6-8F44-77C437548505}"/>
          </ac:cxnSpMkLst>
        </pc:cxnChg>
        <pc:cxnChg chg="add mod">
          <ac:chgData name="沛溪 中村" userId="4b6ad4d7a42030dd" providerId="LiveId" clId="{7DBFA3FF-91E3-467C-86DD-A20C0C0C1272}" dt="2025-09-30T16:38:00.794" v="104" actId="1582"/>
          <ac:cxnSpMkLst>
            <pc:docMk/>
            <pc:sldMk cId="3135565471" sldId="259"/>
            <ac:cxnSpMk id="10" creationId="{9AD1028A-1788-4758-9D93-238F4C428818}"/>
          </ac:cxnSpMkLst>
        </pc:cxnChg>
        <pc:cxnChg chg="add mod">
          <ac:chgData name="沛溪 中村" userId="4b6ad4d7a42030dd" providerId="LiveId" clId="{7DBFA3FF-91E3-467C-86DD-A20C0C0C1272}" dt="2025-09-30T16:38:20.580" v="112" actId="14100"/>
          <ac:cxnSpMkLst>
            <pc:docMk/>
            <pc:sldMk cId="3135565471" sldId="259"/>
            <ac:cxnSpMk id="11" creationId="{4FADE774-51F5-43A2-9720-241BD83D6632}"/>
          </ac:cxnSpMkLst>
        </pc:cxnChg>
        <pc:cxnChg chg="add mod ord">
          <ac:chgData name="沛溪 中村" userId="4b6ad4d7a42030dd" providerId="LiveId" clId="{7DBFA3FF-91E3-467C-86DD-A20C0C0C1272}" dt="2025-09-30T17:17:07.806" v="579" actId="14100"/>
          <ac:cxnSpMkLst>
            <pc:docMk/>
            <pc:sldMk cId="3135565471" sldId="259"/>
            <ac:cxnSpMk id="18" creationId="{B4C9B652-B432-4629-AE1F-166E66968227}"/>
          </ac:cxnSpMkLst>
        </pc:cxnChg>
        <pc:cxnChg chg="add mod">
          <ac:chgData name="沛溪 中村" userId="4b6ad4d7a42030dd" providerId="LiveId" clId="{7DBFA3FF-91E3-467C-86DD-A20C0C0C1272}" dt="2025-09-30T17:28:41.274" v="874" actId="14100"/>
          <ac:cxnSpMkLst>
            <pc:docMk/>
            <pc:sldMk cId="3135565471" sldId="259"/>
            <ac:cxnSpMk id="48" creationId="{C8232D3B-8872-4912-85D0-D8D9605C2A2C}"/>
          </ac:cxnSpMkLst>
        </pc:cxnChg>
        <pc:cxnChg chg="add mod">
          <ac:chgData name="沛溪 中村" userId="4b6ad4d7a42030dd" providerId="LiveId" clId="{7DBFA3FF-91E3-467C-86DD-A20C0C0C1272}" dt="2025-09-30T17:30:45.925" v="902" actId="1076"/>
          <ac:cxnSpMkLst>
            <pc:docMk/>
            <pc:sldMk cId="3135565471" sldId="259"/>
            <ac:cxnSpMk id="76" creationId="{F6E10AA4-A214-4F67-8112-7B6D4BBFCBE4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D7DAED-51FB-44E2-81D9-BDDA83A3A96B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598B0D-5D91-4CF7-93CE-A268D9896D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5777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598B0D-5D91-4CF7-93CE-A268D9896D5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28645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54330-A1D4-4FC8-9A86-A5ED62D4D352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D90FF-C4E4-41E7-B668-57A8D0C454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962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54330-A1D4-4FC8-9A86-A5ED62D4D352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D90FF-C4E4-41E7-B668-57A8D0C454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6915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54330-A1D4-4FC8-9A86-A5ED62D4D352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D90FF-C4E4-41E7-B668-57A8D0C454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6704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54330-A1D4-4FC8-9A86-A5ED62D4D352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D90FF-C4E4-41E7-B668-57A8D0C454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2389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54330-A1D4-4FC8-9A86-A5ED62D4D352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D90FF-C4E4-41E7-B668-57A8D0C454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7699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54330-A1D4-4FC8-9A86-A5ED62D4D352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D90FF-C4E4-41E7-B668-57A8D0C454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6662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54330-A1D4-4FC8-9A86-A5ED62D4D352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D90FF-C4E4-41E7-B668-57A8D0C454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6703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54330-A1D4-4FC8-9A86-A5ED62D4D352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D90FF-C4E4-41E7-B668-57A8D0C454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5359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54330-A1D4-4FC8-9A86-A5ED62D4D352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D90FF-C4E4-41E7-B668-57A8D0C454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6707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54330-A1D4-4FC8-9A86-A5ED62D4D352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D90FF-C4E4-41E7-B668-57A8D0C454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0954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54330-A1D4-4FC8-9A86-A5ED62D4D352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D90FF-C4E4-41E7-B668-57A8D0C454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1447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754330-A1D4-4FC8-9A86-A5ED62D4D352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1D90FF-C4E4-41E7-B668-57A8D0C454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3716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emf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22.png"/><Relationship Id="rId4" Type="http://schemas.openxmlformats.org/officeDocument/2006/relationships/image" Target="../media/image24.png"/><Relationship Id="rId9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2A627C2-6E72-4743-8D6B-42FB01091E81}"/>
              </a:ext>
            </a:extLst>
          </p:cNvPr>
          <p:cNvSpPr txBox="1"/>
          <p:nvPr/>
        </p:nvSpPr>
        <p:spPr>
          <a:xfrm>
            <a:off x="4579434" y="3724507"/>
            <a:ext cx="825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E60AF8D-43C3-4CE9-91D4-E5FCEC1B9B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81" y="0"/>
            <a:ext cx="119138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196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B66CA4CB-6E37-489C-B805-B0DFE0710F51}"/>
              </a:ext>
            </a:extLst>
          </p:cNvPr>
          <p:cNvGrpSpPr/>
          <p:nvPr/>
        </p:nvGrpSpPr>
        <p:grpSpPr>
          <a:xfrm>
            <a:off x="713365" y="923643"/>
            <a:ext cx="4148569" cy="5060520"/>
            <a:chOff x="1416570" y="1220954"/>
            <a:chExt cx="3312087" cy="3740150"/>
          </a:xfrm>
        </p:grpSpPr>
        <p:grpSp>
          <p:nvGrpSpPr>
            <p:cNvPr id="224" name="组合 223">
              <a:extLst>
                <a:ext uri="{FF2B5EF4-FFF2-40B4-BE49-F238E27FC236}">
                  <a16:creationId xmlns:a16="http://schemas.microsoft.com/office/drawing/2014/main" id="{A4D2BEC2-C0EA-44A4-947C-712AD89C06A2}"/>
                </a:ext>
              </a:extLst>
            </p:cNvPr>
            <p:cNvGrpSpPr/>
            <p:nvPr/>
          </p:nvGrpSpPr>
          <p:grpSpPr>
            <a:xfrm>
              <a:off x="1416570" y="1220954"/>
              <a:ext cx="3312087" cy="3740150"/>
              <a:chOff x="4646285" y="1355631"/>
              <a:chExt cx="3312087" cy="3740150"/>
            </a:xfrm>
          </p:grpSpPr>
          <p:grpSp>
            <p:nvGrpSpPr>
              <p:cNvPr id="202" name="组合 201">
                <a:extLst>
                  <a:ext uri="{FF2B5EF4-FFF2-40B4-BE49-F238E27FC236}">
                    <a16:creationId xmlns:a16="http://schemas.microsoft.com/office/drawing/2014/main" id="{AA7FBCA6-3DA1-4B4D-96E5-1CFE77F7D160}"/>
                  </a:ext>
                </a:extLst>
              </p:cNvPr>
              <p:cNvGrpSpPr/>
              <p:nvPr/>
            </p:nvGrpSpPr>
            <p:grpSpPr>
              <a:xfrm>
                <a:off x="5886051" y="4815505"/>
                <a:ext cx="1681096" cy="198265"/>
                <a:chOff x="5773924" y="5324676"/>
                <a:chExt cx="1681096" cy="198265"/>
              </a:xfrm>
            </p:grpSpPr>
            <p:sp>
              <p:nvSpPr>
                <p:cNvPr id="313" name="文本框 312">
                  <a:extLst>
                    <a:ext uri="{FF2B5EF4-FFF2-40B4-BE49-F238E27FC236}">
                      <a16:creationId xmlns:a16="http://schemas.microsoft.com/office/drawing/2014/main" id="{1AFC077F-32B4-44CC-9EE0-EAEB86D4C26E}"/>
                    </a:ext>
                  </a:extLst>
                </p:cNvPr>
                <p:cNvSpPr txBox="1"/>
                <p:nvPr/>
              </p:nvSpPr>
              <p:spPr>
                <a:xfrm>
                  <a:off x="5773924" y="5324676"/>
                  <a:ext cx="1681096" cy="13648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600" dirty="0">
                      <a:solidFill>
                        <a:schemeClr val="bg1">
                          <a:lumMod val="50000"/>
                        </a:schemeClr>
                      </a:solidFill>
                      <a:latin typeface="Calibri Light" panose="020F0302020204030204" pitchFamily="34" charset="0"/>
                      <a:ea typeface="Calibri Light" panose="020F0302020204030204" pitchFamily="34" charset="0"/>
                      <a:cs typeface="Calibri Light" panose="020F0302020204030204" pitchFamily="34" charset="0"/>
                    </a:rPr>
                    <a:t> </a:t>
                  </a:r>
                  <a:r>
                    <a:rPr lang="en-US" altLang="zh-CN" sz="600" b="1" dirty="0">
                      <a:solidFill>
                        <a:schemeClr val="bg1">
                          <a:lumMod val="50000"/>
                        </a:schemeClr>
                      </a:solidFill>
                      <a:latin typeface="Calibri Light" panose="020F0302020204030204" pitchFamily="34" charset="0"/>
                      <a:ea typeface="Calibri Light" panose="020F0302020204030204" pitchFamily="34" charset="0"/>
                      <a:cs typeface="Calibri Light" panose="020F0302020204030204" pitchFamily="34" charset="0"/>
                    </a:rPr>
                    <a:t>M</a:t>
                  </a:r>
                  <a:r>
                    <a:rPr lang="en-US" altLang="zh-CN" sz="500" dirty="0">
                      <a:solidFill>
                        <a:schemeClr val="bg1">
                          <a:lumMod val="50000"/>
                        </a:schemeClr>
                      </a:solidFill>
                      <a:latin typeface="Calibri Light" panose="020F0302020204030204" pitchFamily="34" charset="0"/>
                      <a:ea typeface="Calibri Light" panose="020F0302020204030204" pitchFamily="34" charset="0"/>
                      <a:cs typeface="Calibri Light" panose="020F0302020204030204" pitchFamily="34" charset="0"/>
                    </a:rPr>
                    <a:t>ultisensory</a:t>
                  </a:r>
                  <a:r>
                    <a:rPr lang="en-US" altLang="zh-CN" sz="600" dirty="0">
                      <a:solidFill>
                        <a:schemeClr val="bg1">
                          <a:lumMod val="50000"/>
                        </a:schemeClr>
                      </a:solidFill>
                      <a:latin typeface="Calibri Light" panose="020F0302020204030204" pitchFamily="34" charset="0"/>
                      <a:ea typeface="Calibri Light" panose="020F0302020204030204" pitchFamily="34" charset="0"/>
                      <a:cs typeface="Calibri Light" panose="020F0302020204030204" pitchFamily="34" charset="0"/>
                    </a:rPr>
                    <a:t> </a:t>
                  </a:r>
                  <a:r>
                    <a:rPr lang="en-US" altLang="zh-CN" sz="600" b="1" dirty="0">
                      <a:solidFill>
                        <a:schemeClr val="bg1">
                          <a:lumMod val="50000"/>
                        </a:schemeClr>
                      </a:solidFill>
                      <a:latin typeface="Calibri Light" panose="020F0302020204030204" pitchFamily="34" charset="0"/>
                      <a:ea typeface="Calibri Light" panose="020F0302020204030204" pitchFamily="34" charset="0"/>
                      <a:cs typeface="Calibri Light" panose="020F0302020204030204" pitchFamily="34" charset="0"/>
                    </a:rPr>
                    <a:t>M</a:t>
                  </a:r>
                  <a:r>
                    <a:rPr lang="en-US" altLang="zh-CN" sz="500" dirty="0">
                      <a:solidFill>
                        <a:schemeClr val="bg1">
                          <a:lumMod val="50000"/>
                        </a:schemeClr>
                      </a:solidFill>
                      <a:latin typeface="Calibri Light" panose="020F0302020204030204" pitchFamily="34" charset="0"/>
                      <a:ea typeface="Calibri Light" panose="020F0302020204030204" pitchFamily="34" charset="0"/>
                      <a:cs typeface="Calibri Light" panose="020F0302020204030204" pitchFamily="34" charset="0"/>
                    </a:rPr>
                    <a:t>utual</a:t>
                  </a:r>
                  <a:endParaRPr lang="zh-CN" altLang="en-US" sz="600" dirty="0">
                    <a:solidFill>
                      <a:schemeClr val="bg1">
                        <a:lumMod val="50000"/>
                      </a:schemeClr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endParaRPr>
                </a:p>
              </p:txBody>
            </p:sp>
            <p:sp>
              <p:nvSpPr>
                <p:cNvPr id="315" name="文本框 314">
                  <a:extLst>
                    <a:ext uri="{FF2B5EF4-FFF2-40B4-BE49-F238E27FC236}">
                      <a16:creationId xmlns:a16="http://schemas.microsoft.com/office/drawing/2014/main" id="{E579F217-84F4-4269-AA4B-7BBAAE13725F}"/>
                    </a:ext>
                  </a:extLst>
                </p:cNvPr>
                <p:cNvSpPr txBox="1"/>
                <p:nvPr/>
              </p:nvSpPr>
              <p:spPr>
                <a:xfrm>
                  <a:off x="5793235" y="5386457"/>
                  <a:ext cx="976768" cy="13648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600" b="1" dirty="0">
                      <a:solidFill>
                        <a:schemeClr val="bg1">
                          <a:lumMod val="50000"/>
                        </a:schemeClr>
                      </a:solidFill>
                      <a:latin typeface="Calibri Light" panose="020F0302020204030204" pitchFamily="34" charset="0"/>
                      <a:ea typeface="Calibri Light" panose="020F0302020204030204" pitchFamily="34" charset="0"/>
                      <a:cs typeface="Calibri Light" panose="020F0302020204030204" pitchFamily="34" charset="0"/>
                    </a:rPr>
                    <a:t>A</a:t>
                  </a:r>
                  <a:r>
                    <a:rPr lang="en-US" altLang="zh-CN" sz="500" dirty="0">
                      <a:solidFill>
                        <a:schemeClr val="bg1">
                          <a:lumMod val="50000"/>
                        </a:schemeClr>
                      </a:solidFill>
                      <a:latin typeface="Calibri Light" panose="020F0302020204030204" pitchFamily="34" charset="0"/>
                      <a:ea typeface="Calibri Light" panose="020F0302020204030204" pitchFamily="34" charset="0"/>
                      <a:cs typeface="Calibri Light" panose="020F0302020204030204" pitchFamily="34" charset="0"/>
                    </a:rPr>
                    <a:t>ssociative</a:t>
                  </a:r>
                  <a:r>
                    <a:rPr lang="en-US" altLang="zh-CN" sz="600" dirty="0">
                      <a:solidFill>
                        <a:schemeClr val="bg1">
                          <a:lumMod val="50000"/>
                        </a:schemeClr>
                      </a:solidFill>
                      <a:latin typeface="Calibri Light" panose="020F0302020204030204" pitchFamily="34" charset="0"/>
                      <a:ea typeface="Calibri Light" panose="020F0302020204030204" pitchFamily="34" charset="0"/>
                      <a:cs typeface="Calibri Light" panose="020F0302020204030204" pitchFamily="34" charset="0"/>
                    </a:rPr>
                    <a:t> </a:t>
                  </a:r>
                  <a:r>
                    <a:rPr lang="en-US" altLang="zh-CN" sz="600" b="1" dirty="0">
                      <a:solidFill>
                        <a:schemeClr val="bg1">
                          <a:lumMod val="50000"/>
                        </a:schemeClr>
                      </a:solidFill>
                      <a:latin typeface="Calibri Light" panose="020F0302020204030204" pitchFamily="34" charset="0"/>
                      <a:ea typeface="Calibri Light" panose="020F0302020204030204" pitchFamily="34" charset="0"/>
                      <a:cs typeface="Calibri Light" panose="020F0302020204030204" pitchFamily="34" charset="0"/>
                    </a:rPr>
                    <a:t>M</a:t>
                  </a:r>
                  <a:r>
                    <a:rPr lang="en-US" altLang="zh-CN" sz="500" dirty="0">
                      <a:solidFill>
                        <a:schemeClr val="bg1">
                          <a:lumMod val="50000"/>
                        </a:schemeClr>
                      </a:solidFill>
                      <a:latin typeface="Calibri Light" panose="020F0302020204030204" pitchFamily="34" charset="0"/>
                      <a:ea typeface="Calibri Light" panose="020F0302020204030204" pitchFamily="34" charset="0"/>
                      <a:cs typeface="Calibri Light" panose="020F0302020204030204" pitchFamily="34" charset="0"/>
                    </a:rPr>
                    <a:t>emory</a:t>
                  </a:r>
                  <a:endParaRPr lang="zh-CN" altLang="en-US" sz="6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223" name="组合 222">
                <a:extLst>
                  <a:ext uri="{FF2B5EF4-FFF2-40B4-BE49-F238E27FC236}">
                    <a16:creationId xmlns:a16="http://schemas.microsoft.com/office/drawing/2014/main" id="{8A5ABCD8-64C7-4A70-8F07-4ABCA54182D0}"/>
                  </a:ext>
                </a:extLst>
              </p:cNvPr>
              <p:cNvGrpSpPr/>
              <p:nvPr/>
            </p:nvGrpSpPr>
            <p:grpSpPr>
              <a:xfrm>
                <a:off x="4646285" y="1355631"/>
                <a:ext cx="3312087" cy="3740150"/>
                <a:chOff x="4646285" y="1355631"/>
                <a:chExt cx="3312087" cy="3740150"/>
              </a:xfrm>
            </p:grpSpPr>
            <p:grpSp>
              <p:nvGrpSpPr>
                <p:cNvPr id="204" name="组合 203">
                  <a:extLst>
                    <a:ext uri="{FF2B5EF4-FFF2-40B4-BE49-F238E27FC236}">
                      <a16:creationId xmlns:a16="http://schemas.microsoft.com/office/drawing/2014/main" id="{D93DE59C-B10C-4797-B3BA-6219F62B9520}"/>
                    </a:ext>
                  </a:extLst>
                </p:cNvPr>
                <p:cNvGrpSpPr/>
                <p:nvPr/>
              </p:nvGrpSpPr>
              <p:grpSpPr>
                <a:xfrm>
                  <a:off x="6503920" y="4494856"/>
                  <a:ext cx="93302" cy="207436"/>
                  <a:chOff x="7839965" y="4431732"/>
                  <a:chExt cx="122935" cy="207436"/>
                </a:xfrm>
              </p:grpSpPr>
              <p:cxnSp>
                <p:nvCxnSpPr>
                  <p:cNvPr id="318" name="直接箭头连接符 317">
                    <a:extLst>
                      <a:ext uri="{FF2B5EF4-FFF2-40B4-BE49-F238E27FC236}">
                        <a16:creationId xmlns:a16="http://schemas.microsoft.com/office/drawing/2014/main" id="{0424889C-18C5-4AF8-A23F-4211173A0C2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839965" y="4431732"/>
                    <a:ext cx="122935" cy="0"/>
                  </a:xfrm>
                  <a:prstGeom prst="straightConnector1">
                    <a:avLst/>
                  </a:prstGeom>
                  <a:ln w="15875">
                    <a:solidFill>
                      <a:schemeClr val="bg1">
                        <a:lumMod val="65000"/>
                      </a:schemeClr>
                    </a:solidFill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0" name="直接箭头连接符 319">
                    <a:extLst>
                      <a:ext uri="{FF2B5EF4-FFF2-40B4-BE49-F238E27FC236}">
                        <a16:creationId xmlns:a16="http://schemas.microsoft.com/office/drawing/2014/main" id="{818C606D-58C6-491E-B05D-D2D2739D3C2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839965" y="4502107"/>
                    <a:ext cx="122935" cy="0"/>
                  </a:xfrm>
                  <a:prstGeom prst="straightConnector1">
                    <a:avLst/>
                  </a:prstGeom>
                  <a:ln w="15875">
                    <a:solidFill>
                      <a:schemeClr val="bg1">
                        <a:lumMod val="65000"/>
                      </a:schemeClr>
                    </a:solidFill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1" name="直接箭头连接符 320">
                    <a:extLst>
                      <a:ext uri="{FF2B5EF4-FFF2-40B4-BE49-F238E27FC236}">
                        <a16:creationId xmlns:a16="http://schemas.microsoft.com/office/drawing/2014/main" id="{0478B638-AEF8-4095-ACD5-83D25944FB7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839965" y="4570087"/>
                    <a:ext cx="122935" cy="0"/>
                  </a:xfrm>
                  <a:prstGeom prst="straightConnector1">
                    <a:avLst/>
                  </a:prstGeom>
                  <a:ln w="15875">
                    <a:solidFill>
                      <a:schemeClr val="bg1">
                        <a:lumMod val="65000"/>
                      </a:schemeClr>
                    </a:solidFill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2" name="直接箭头连接符 321">
                    <a:extLst>
                      <a:ext uri="{FF2B5EF4-FFF2-40B4-BE49-F238E27FC236}">
                        <a16:creationId xmlns:a16="http://schemas.microsoft.com/office/drawing/2014/main" id="{A0C0247F-636C-4295-A038-963677871CD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839965" y="4639168"/>
                    <a:ext cx="122935" cy="0"/>
                  </a:xfrm>
                  <a:prstGeom prst="straightConnector1">
                    <a:avLst/>
                  </a:prstGeom>
                  <a:ln w="15875">
                    <a:solidFill>
                      <a:schemeClr val="bg1">
                        <a:lumMod val="65000"/>
                      </a:schemeClr>
                    </a:solidFill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89" name="直接箭头连接符 288">
                  <a:extLst>
                    <a:ext uri="{FF2B5EF4-FFF2-40B4-BE49-F238E27FC236}">
                      <a16:creationId xmlns:a16="http://schemas.microsoft.com/office/drawing/2014/main" id="{12FC27DE-6A99-4793-B4EE-839D38D4CB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79892" y="4313979"/>
                  <a:ext cx="0" cy="114232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0" name="矩形: 圆角 179">
                  <a:extLst>
                    <a:ext uri="{FF2B5EF4-FFF2-40B4-BE49-F238E27FC236}">
                      <a16:creationId xmlns:a16="http://schemas.microsoft.com/office/drawing/2014/main" id="{0BFC7D78-1704-4C38-8833-3190421C033F}"/>
                    </a:ext>
                  </a:extLst>
                </p:cNvPr>
                <p:cNvSpPr/>
                <p:nvPr/>
              </p:nvSpPr>
              <p:spPr>
                <a:xfrm>
                  <a:off x="5923912" y="4140674"/>
                  <a:ext cx="537507" cy="203586"/>
                </a:xfrm>
                <a:prstGeom prst="round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0" name="矩形 239">
                  <a:extLst>
                    <a:ext uri="{FF2B5EF4-FFF2-40B4-BE49-F238E27FC236}">
                      <a16:creationId xmlns:a16="http://schemas.microsoft.com/office/drawing/2014/main" id="{A74F7DE5-84C9-4417-98B2-E731F563265D}"/>
                    </a:ext>
                  </a:extLst>
                </p:cNvPr>
                <p:cNvSpPr/>
                <p:nvPr/>
              </p:nvSpPr>
              <p:spPr>
                <a:xfrm>
                  <a:off x="6586546" y="4810064"/>
                  <a:ext cx="795263" cy="245158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9525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1039" name="组合 1038">
                  <a:extLst>
                    <a:ext uri="{FF2B5EF4-FFF2-40B4-BE49-F238E27FC236}">
                      <a16:creationId xmlns:a16="http://schemas.microsoft.com/office/drawing/2014/main" id="{CCC4DC57-BCED-431C-A9CE-D8BF0D53A1DA}"/>
                    </a:ext>
                  </a:extLst>
                </p:cNvPr>
                <p:cNvGrpSpPr/>
                <p:nvPr/>
              </p:nvGrpSpPr>
              <p:grpSpPr>
                <a:xfrm>
                  <a:off x="4893658" y="1355631"/>
                  <a:ext cx="2598227" cy="3740150"/>
                  <a:chOff x="4893658" y="1355631"/>
                  <a:chExt cx="2598227" cy="3740150"/>
                </a:xfrm>
              </p:grpSpPr>
              <p:pic>
                <p:nvPicPr>
                  <p:cNvPr id="17" name="图片 16">
                    <a:extLst>
                      <a:ext uri="{FF2B5EF4-FFF2-40B4-BE49-F238E27FC236}">
                        <a16:creationId xmlns:a16="http://schemas.microsoft.com/office/drawing/2014/main" id="{ED116BCD-A50A-4320-9C9C-4F79E9E6EF8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4893658" y="1355631"/>
                    <a:ext cx="2540000" cy="3740150"/>
                  </a:xfrm>
                  <a:prstGeom prst="rect">
                    <a:avLst/>
                  </a:prstGeom>
                </p:spPr>
              </p:pic>
              <p:sp>
                <p:nvSpPr>
                  <p:cNvPr id="145" name="矩形 144">
                    <a:extLst>
                      <a:ext uri="{FF2B5EF4-FFF2-40B4-BE49-F238E27FC236}">
                        <a16:creationId xmlns:a16="http://schemas.microsoft.com/office/drawing/2014/main" id="{AAAB0D6D-991E-41D2-8740-CD069BC3EE33}"/>
                      </a:ext>
                    </a:extLst>
                  </p:cNvPr>
                  <p:cNvSpPr/>
                  <p:nvPr/>
                </p:nvSpPr>
                <p:spPr>
                  <a:xfrm>
                    <a:off x="7127885" y="3368444"/>
                    <a:ext cx="218434" cy="446950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  <a:prstDash val="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66" name="文本框 165">
                    <a:extLst>
                      <a:ext uri="{FF2B5EF4-FFF2-40B4-BE49-F238E27FC236}">
                        <a16:creationId xmlns:a16="http://schemas.microsoft.com/office/drawing/2014/main" id="{A4098452-A9ED-4EDE-97EC-310574154438}"/>
                      </a:ext>
                    </a:extLst>
                  </p:cNvPr>
                  <p:cNvSpPr txBox="1"/>
                  <p:nvPr/>
                </p:nvSpPr>
                <p:spPr>
                  <a:xfrm>
                    <a:off x="7052543" y="3352126"/>
                    <a:ext cx="221147" cy="376999"/>
                  </a:xfrm>
                  <a:prstGeom prst="rect">
                    <a:avLst/>
                  </a:prstGeom>
                  <a:noFill/>
                </p:spPr>
                <p:txBody>
                  <a:bodyPr vert="eaVert" wrap="square">
                    <a:spAutoFit/>
                  </a:bodyPr>
                  <a:lstStyle/>
                  <a:p>
                    <a:r>
                      <a:rPr lang="en-US" altLang="zh-CN" sz="6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Calibri Light" panose="020F0302020204030204" pitchFamily="34" charset="0"/>
                        <a:cs typeface="Times New Roman" panose="02020603050405020304" pitchFamily="18" charset="0"/>
                      </a:rPr>
                      <a:t>Learning</a:t>
                    </a:r>
                    <a:endParaRPr lang="zh-CN" altLang="en-US" sz="1400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68" name="矩形 167">
                    <a:extLst>
                      <a:ext uri="{FF2B5EF4-FFF2-40B4-BE49-F238E27FC236}">
                        <a16:creationId xmlns:a16="http://schemas.microsoft.com/office/drawing/2014/main" id="{C6B2D913-6D0D-4CE8-A3C1-0A0EA615BA28}"/>
                      </a:ext>
                    </a:extLst>
                  </p:cNvPr>
                  <p:cNvSpPr/>
                  <p:nvPr/>
                </p:nvSpPr>
                <p:spPr>
                  <a:xfrm>
                    <a:off x="7127252" y="3813085"/>
                    <a:ext cx="217875" cy="119214"/>
                  </a:xfrm>
                  <a:prstGeom prst="rect">
                    <a:avLst/>
                  </a:prstGeom>
                  <a:solidFill>
                    <a:srgbClr val="FF0000">
                      <a:alpha val="21000"/>
                    </a:srgbClr>
                  </a:solidFill>
                  <a:ln>
                    <a:noFill/>
                    <a:prstDash val="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7" name="矩形 66">
                    <a:extLst>
                      <a:ext uri="{FF2B5EF4-FFF2-40B4-BE49-F238E27FC236}">
                        <a16:creationId xmlns:a16="http://schemas.microsoft.com/office/drawing/2014/main" id="{A0294EE8-D056-4FBD-91CE-EBC9EBAA1AAF}"/>
                      </a:ext>
                    </a:extLst>
                  </p:cNvPr>
                  <p:cNvSpPr/>
                  <p:nvPr/>
                </p:nvSpPr>
                <p:spPr>
                  <a:xfrm>
                    <a:off x="6094131" y="3568887"/>
                    <a:ext cx="176464" cy="367844"/>
                  </a:xfrm>
                  <a:prstGeom prst="rect">
                    <a:avLst/>
                  </a:prstGeom>
                  <a:solidFill>
                    <a:srgbClr val="FFFF00"/>
                  </a:solidFill>
                  <a:ln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45" name="连接符: 肘形 44">
                    <a:extLst>
                      <a:ext uri="{FF2B5EF4-FFF2-40B4-BE49-F238E27FC236}">
                        <a16:creationId xmlns:a16="http://schemas.microsoft.com/office/drawing/2014/main" id="{D30E9F87-DEFC-448E-882F-7D6586FC658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 flipV="1">
                    <a:off x="5689399" y="2755644"/>
                    <a:ext cx="732078" cy="35177"/>
                  </a:xfrm>
                  <a:prstGeom prst="bentConnector3">
                    <a:avLst>
                      <a:gd name="adj1" fmla="val 848"/>
                    </a:avLst>
                  </a:prstGeom>
                  <a:ln w="15875"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57" name="组合 56">
                    <a:extLst>
                      <a:ext uri="{FF2B5EF4-FFF2-40B4-BE49-F238E27FC236}">
                        <a16:creationId xmlns:a16="http://schemas.microsoft.com/office/drawing/2014/main" id="{74861B27-DA69-46C1-A47D-4754C63E3BCA}"/>
                      </a:ext>
                    </a:extLst>
                  </p:cNvPr>
                  <p:cNvGrpSpPr/>
                  <p:nvPr/>
                </p:nvGrpSpPr>
                <p:grpSpPr>
                  <a:xfrm>
                    <a:off x="5697794" y="2790825"/>
                    <a:ext cx="145973" cy="1321196"/>
                    <a:chOff x="5714993" y="2790826"/>
                    <a:chExt cx="145973" cy="1321196"/>
                  </a:xfrm>
                </p:grpSpPr>
                <p:cxnSp>
                  <p:nvCxnSpPr>
                    <p:cNvPr id="27" name="直接箭头连接符 26">
                      <a:extLst>
                        <a:ext uri="{FF2B5EF4-FFF2-40B4-BE49-F238E27FC236}">
                          <a16:creationId xmlns:a16="http://schemas.microsoft.com/office/drawing/2014/main" id="{62402EEF-DE33-4A65-9647-6EE3144C6A9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714993" y="2790826"/>
                      <a:ext cx="0" cy="1321196"/>
                    </a:xfrm>
                    <a:prstGeom prst="straightConnector1">
                      <a:avLst/>
                    </a:prstGeom>
                    <a:ln w="15875">
                      <a:solidFill>
                        <a:schemeClr val="bg1">
                          <a:lumMod val="65000"/>
                        </a:schemeClr>
                      </a:solidFill>
                      <a:tailEnd type="triangle" w="sm" len="sm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9" name="直接箭头连接符 28">
                      <a:extLst>
                        <a:ext uri="{FF2B5EF4-FFF2-40B4-BE49-F238E27FC236}">
                          <a16:creationId xmlns:a16="http://schemas.microsoft.com/office/drawing/2014/main" id="{C5FF96A8-C90A-438A-A427-A2EDAFE3765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763651" y="2790827"/>
                      <a:ext cx="0" cy="1321195"/>
                    </a:xfrm>
                    <a:prstGeom prst="straightConnector1">
                      <a:avLst/>
                    </a:prstGeom>
                    <a:ln w="15875">
                      <a:solidFill>
                        <a:schemeClr val="bg1">
                          <a:lumMod val="65000"/>
                        </a:schemeClr>
                      </a:solidFill>
                      <a:tailEnd type="triangle" w="sm" len="sm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" name="直接箭头连接符 29">
                      <a:extLst>
                        <a:ext uri="{FF2B5EF4-FFF2-40B4-BE49-F238E27FC236}">
                          <a16:creationId xmlns:a16="http://schemas.microsoft.com/office/drawing/2014/main" id="{8EAF6CC7-B1A9-4349-91C4-B4886CCF7E9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812309" y="2790826"/>
                      <a:ext cx="0" cy="1321196"/>
                    </a:xfrm>
                    <a:prstGeom prst="straightConnector1">
                      <a:avLst/>
                    </a:prstGeom>
                    <a:ln w="15875">
                      <a:solidFill>
                        <a:schemeClr val="bg1">
                          <a:lumMod val="65000"/>
                        </a:schemeClr>
                      </a:solidFill>
                      <a:tailEnd type="triangle" w="sm" len="sm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1" name="直接箭头连接符 30">
                      <a:extLst>
                        <a:ext uri="{FF2B5EF4-FFF2-40B4-BE49-F238E27FC236}">
                          <a16:creationId xmlns:a16="http://schemas.microsoft.com/office/drawing/2014/main" id="{AC42568E-4C76-429D-A042-31A87F4344D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860966" y="2790827"/>
                      <a:ext cx="0" cy="1321195"/>
                    </a:xfrm>
                    <a:prstGeom prst="straightConnector1">
                      <a:avLst/>
                    </a:prstGeom>
                    <a:ln w="15875">
                      <a:solidFill>
                        <a:schemeClr val="bg1">
                          <a:lumMod val="65000"/>
                        </a:schemeClr>
                      </a:solidFill>
                      <a:tailEnd type="triangle" w="sm" len="sm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32" name="直接箭头连接符 31">
                    <a:extLst>
                      <a:ext uri="{FF2B5EF4-FFF2-40B4-BE49-F238E27FC236}">
                        <a16:creationId xmlns:a16="http://schemas.microsoft.com/office/drawing/2014/main" id="{9017337C-66CF-487D-A10A-379E0D96A4D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905126" y="2784682"/>
                    <a:ext cx="614" cy="1327339"/>
                  </a:xfrm>
                  <a:prstGeom prst="straightConnector1">
                    <a:avLst/>
                  </a:prstGeom>
                  <a:ln w="15875">
                    <a:solidFill>
                      <a:schemeClr val="bg1">
                        <a:lumMod val="65000"/>
                      </a:schemeClr>
                    </a:solidFill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6" name="矩形 55">
                    <a:extLst>
                      <a:ext uri="{FF2B5EF4-FFF2-40B4-BE49-F238E27FC236}">
                        <a16:creationId xmlns:a16="http://schemas.microsoft.com/office/drawing/2014/main" id="{023DB44C-BDC5-46E1-90EF-7440C832BD13}"/>
                      </a:ext>
                    </a:extLst>
                  </p:cNvPr>
                  <p:cNvSpPr/>
                  <p:nvPr/>
                </p:nvSpPr>
                <p:spPr>
                  <a:xfrm>
                    <a:off x="5867235" y="2885880"/>
                    <a:ext cx="77009" cy="1074941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  <a:prstDash val="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61" name="直接箭头连接符 60">
                    <a:extLst>
                      <a:ext uri="{FF2B5EF4-FFF2-40B4-BE49-F238E27FC236}">
                        <a16:creationId xmlns:a16="http://schemas.microsoft.com/office/drawing/2014/main" id="{67079C30-CC5B-46D4-9686-61C0A60429A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954511" y="3528378"/>
                    <a:ext cx="112914" cy="0"/>
                  </a:xfrm>
                  <a:prstGeom prst="straightConnector1">
                    <a:avLst/>
                  </a:prstGeom>
                  <a:ln w="15875">
                    <a:solidFill>
                      <a:schemeClr val="tx1"/>
                    </a:solidFill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6" name="文本框 65">
                    <a:extLst>
                      <a:ext uri="{FF2B5EF4-FFF2-40B4-BE49-F238E27FC236}">
                        <a16:creationId xmlns:a16="http://schemas.microsoft.com/office/drawing/2014/main" id="{9D174342-4FF6-4F9A-895F-99E9ADA9F648}"/>
                      </a:ext>
                    </a:extLst>
                  </p:cNvPr>
                  <p:cNvSpPr txBox="1"/>
                  <p:nvPr/>
                </p:nvSpPr>
                <p:spPr>
                  <a:xfrm>
                    <a:off x="6040879" y="3173690"/>
                    <a:ext cx="126305" cy="750660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r"/>
                    <a:r>
                      <a:rPr lang="zh-CN" altLang="en-US" sz="1600" dirty="0">
                        <a:latin typeface="黑体" panose="02010609060101010101" pitchFamily="49" charset="-122"/>
                        <a:ea typeface="黑体" panose="02010609060101010101" pitchFamily="49" charset="-122"/>
                      </a:rPr>
                      <a:t>感官</a:t>
                    </a:r>
                    <a:r>
                      <a:rPr lang="zh-CN" altLang="en-US" sz="1400" dirty="0">
                        <a:latin typeface="黑体" panose="02010609060101010101" pitchFamily="49" charset="-122"/>
                        <a:ea typeface="黑体" panose="02010609060101010101" pitchFamily="49" charset="-122"/>
                      </a:rPr>
                      <a:t>通道</a:t>
                    </a:r>
                  </a:p>
                </p:txBody>
              </p:sp>
              <p:sp>
                <p:nvSpPr>
                  <p:cNvPr id="140" name="矩形 139">
                    <a:extLst>
                      <a:ext uri="{FF2B5EF4-FFF2-40B4-BE49-F238E27FC236}">
                        <a16:creationId xmlns:a16="http://schemas.microsoft.com/office/drawing/2014/main" id="{E93CAF5A-9657-4AF6-9DBD-6C7A105AABF8}"/>
                      </a:ext>
                    </a:extLst>
                  </p:cNvPr>
                  <p:cNvSpPr/>
                  <p:nvPr/>
                </p:nvSpPr>
                <p:spPr>
                  <a:xfrm>
                    <a:off x="6067246" y="3035720"/>
                    <a:ext cx="317582" cy="156996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  <a:ln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5" name="矩形 64">
                    <a:extLst>
                      <a:ext uri="{FF2B5EF4-FFF2-40B4-BE49-F238E27FC236}">
                        <a16:creationId xmlns:a16="http://schemas.microsoft.com/office/drawing/2014/main" id="{EFD3ABD7-1C68-442B-8A64-E52CD12D78E6}"/>
                      </a:ext>
                    </a:extLst>
                  </p:cNvPr>
                  <p:cNvSpPr/>
                  <p:nvPr/>
                </p:nvSpPr>
                <p:spPr>
                  <a:xfrm>
                    <a:off x="6067720" y="2886075"/>
                    <a:ext cx="1303649" cy="1066125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  <a:prstDash val="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41" name="文本框 140">
                    <a:extLst>
                      <a:ext uri="{FF2B5EF4-FFF2-40B4-BE49-F238E27FC236}">
                        <a16:creationId xmlns:a16="http://schemas.microsoft.com/office/drawing/2014/main" id="{49BDFD06-71A9-4DF5-87EC-95670D2CC214}"/>
                      </a:ext>
                    </a:extLst>
                  </p:cNvPr>
                  <p:cNvSpPr txBox="1"/>
                  <p:nvPr/>
                </p:nvSpPr>
                <p:spPr>
                  <a:xfrm>
                    <a:off x="6185492" y="3177862"/>
                    <a:ext cx="282577" cy="771752"/>
                  </a:xfrm>
                  <a:prstGeom prst="rect">
                    <a:avLst/>
                  </a:prstGeom>
                  <a:noFill/>
                </p:spPr>
                <p:txBody>
                  <a:bodyPr vert="vert270" wrap="square" rtlCol="0" anchor="ctr">
                    <a:spAutoFit/>
                  </a:bodyPr>
                  <a:lstStyle/>
                  <a:p>
                    <a:pPr algn="r"/>
                    <a:r>
                      <a:rPr lang="en-US" altLang="zh-CN" sz="1100" dirty="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rPr>
                      <a:t>Sensory Channel</a:t>
                    </a:r>
                    <a:endParaRPr lang="zh-CN" altLang="en-US" sz="1050" dirty="0">
                      <a:latin typeface="Calibri Light" panose="020F0302020204030204" pitchFamily="34" charset="0"/>
                      <a:ea typeface="黑体" panose="02010609060101010101" pitchFamily="49" charset="-122"/>
                      <a:cs typeface="Calibri Light" panose="020F0302020204030204" pitchFamily="34" charset="0"/>
                    </a:endParaRPr>
                  </a:p>
                </p:txBody>
              </p:sp>
              <p:sp>
                <p:nvSpPr>
                  <p:cNvPr id="142" name="文本框 141">
                    <a:extLst>
                      <a:ext uri="{FF2B5EF4-FFF2-40B4-BE49-F238E27FC236}">
                        <a16:creationId xmlns:a16="http://schemas.microsoft.com/office/drawing/2014/main" id="{8BDD3826-0326-4CB9-89C1-20525A1F9534}"/>
                      </a:ext>
                    </a:extLst>
                  </p:cNvPr>
                  <p:cNvSpPr txBox="1"/>
                  <p:nvPr/>
                </p:nvSpPr>
                <p:spPr>
                  <a:xfrm>
                    <a:off x="6305368" y="3015432"/>
                    <a:ext cx="895484" cy="147857"/>
                  </a:xfrm>
                  <a:prstGeom prst="rect">
                    <a:avLst/>
                  </a:prstGeom>
                  <a:noFill/>
                </p:spPr>
                <p:txBody>
                  <a:bodyPr vert="horz" wrap="square" rtlCol="0" anchor="ctr">
                    <a:spAutoFit/>
                  </a:bodyPr>
                  <a:lstStyle/>
                  <a:p>
                    <a:pPr marL="36000" indent="-36000" algn="r">
                      <a:buFont typeface="Arial" panose="020B0604020202020204" pitchFamily="34" charset="0"/>
                      <a:buChar char="•"/>
                    </a:pPr>
                    <a:r>
                      <a:rPr lang="zh-CN" altLang="en-US" sz="700" b="1" dirty="0">
                        <a:latin typeface="+mn-ea"/>
                        <a:cs typeface="Calibri Light" panose="020F0302020204030204" pitchFamily="34" charset="0"/>
                      </a:rPr>
                      <a:t>接收刺激，编码传递</a:t>
                    </a:r>
                    <a:endParaRPr lang="zh-CN" altLang="en-US" sz="600" b="1" dirty="0">
                      <a:latin typeface="+mn-ea"/>
                      <a:cs typeface="Calibri Light" panose="020F0302020204030204" pitchFamily="34" charset="0"/>
                    </a:endParaRPr>
                  </a:p>
                </p:txBody>
              </p:sp>
              <p:sp>
                <p:nvSpPr>
                  <p:cNvPr id="143" name="文本框 142">
                    <a:extLst>
                      <a:ext uri="{FF2B5EF4-FFF2-40B4-BE49-F238E27FC236}">
                        <a16:creationId xmlns:a16="http://schemas.microsoft.com/office/drawing/2014/main" id="{7F62F920-1C93-43C9-AD79-9AC405725B2D}"/>
                      </a:ext>
                    </a:extLst>
                  </p:cNvPr>
                  <p:cNvSpPr txBox="1"/>
                  <p:nvPr/>
                </p:nvSpPr>
                <p:spPr>
                  <a:xfrm>
                    <a:off x="6282269" y="3115440"/>
                    <a:ext cx="775388" cy="147857"/>
                  </a:xfrm>
                  <a:prstGeom prst="rect">
                    <a:avLst/>
                  </a:prstGeom>
                  <a:noFill/>
                </p:spPr>
                <p:txBody>
                  <a:bodyPr vert="horz" wrap="square" rtlCol="0" anchor="ctr">
                    <a:spAutoFit/>
                  </a:bodyPr>
                  <a:lstStyle/>
                  <a:p>
                    <a:pPr marL="171450" indent="-36000" algn="ctr">
                      <a:buFont typeface="Arial" panose="020B0604020202020204" pitchFamily="34" charset="0"/>
                      <a:buChar char="•"/>
                    </a:pPr>
                    <a:r>
                      <a:rPr lang="zh-CN" altLang="en-US" sz="700" b="1" dirty="0">
                        <a:latin typeface="+mn-ea"/>
                        <a:cs typeface="Calibri Light" panose="020F0302020204030204" pitchFamily="34" charset="0"/>
                      </a:rPr>
                      <a:t>核心生物机制：</a:t>
                    </a:r>
                    <a:endParaRPr lang="zh-CN" altLang="en-US" sz="700" b="1" dirty="0">
                      <a:solidFill>
                        <a:srgbClr val="FF0000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  <a:cs typeface="Calibri Light" panose="020F0302020204030204" pitchFamily="34" charset="0"/>
                    </a:endParaRPr>
                  </a:p>
                </p:txBody>
              </p:sp>
              <p:sp>
                <p:nvSpPr>
                  <p:cNvPr id="144" name="矩形 143">
                    <a:extLst>
                      <a:ext uri="{FF2B5EF4-FFF2-40B4-BE49-F238E27FC236}">
                        <a16:creationId xmlns:a16="http://schemas.microsoft.com/office/drawing/2014/main" id="{E7A0AEE9-2535-4C78-999D-727868317582}"/>
                      </a:ext>
                    </a:extLst>
                  </p:cNvPr>
                  <p:cNvSpPr/>
                  <p:nvPr/>
                </p:nvSpPr>
                <p:spPr>
                  <a:xfrm>
                    <a:off x="6419651" y="3367995"/>
                    <a:ext cx="932426" cy="571809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  <a:prstDash val="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59" name="文本框 158">
                    <a:extLst>
                      <a:ext uri="{FF2B5EF4-FFF2-40B4-BE49-F238E27FC236}">
                        <a16:creationId xmlns:a16="http://schemas.microsoft.com/office/drawing/2014/main" id="{B6499B76-1B3C-4209-83C4-18ADDACBA1C2}"/>
                      </a:ext>
                    </a:extLst>
                  </p:cNvPr>
                  <p:cNvSpPr txBox="1"/>
                  <p:nvPr/>
                </p:nvSpPr>
                <p:spPr>
                  <a:xfrm>
                    <a:off x="5938823" y="2870590"/>
                    <a:ext cx="1553062" cy="170604"/>
                  </a:xfrm>
                  <a:prstGeom prst="rect">
                    <a:avLst/>
                  </a:prstGeom>
                  <a:noFill/>
                </p:spPr>
                <p:txBody>
                  <a:bodyPr vert="horz" wrap="square" rtlCol="0" anchor="ctr">
                    <a:spAutoFit/>
                  </a:bodyPr>
                  <a:lstStyle/>
                  <a:p>
                    <a:pPr marL="135450"/>
                    <a:r>
                      <a:rPr lang="zh-CN" altLang="en-US" sz="9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Calibri Light" panose="020F0302020204030204" pitchFamily="34" charset="0"/>
                      </a:rPr>
                      <a:t>感受器→树突→细胞体→轴突</a:t>
                    </a:r>
                  </a:p>
                </p:txBody>
              </p:sp>
              <p:sp>
                <p:nvSpPr>
                  <p:cNvPr id="161" name="文本框 160">
                    <a:extLst>
                      <a:ext uri="{FF2B5EF4-FFF2-40B4-BE49-F238E27FC236}">
                        <a16:creationId xmlns:a16="http://schemas.microsoft.com/office/drawing/2014/main" id="{AF368259-A44F-4507-BCA7-BC72347DA47E}"/>
                      </a:ext>
                    </a:extLst>
                  </p:cNvPr>
                  <p:cNvSpPr txBox="1"/>
                  <p:nvPr/>
                </p:nvSpPr>
                <p:spPr>
                  <a:xfrm>
                    <a:off x="6453438" y="3212526"/>
                    <a:ext cx="901589" cy="17060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zh-CN" altLang="en-US" sz="900" b="1" dirty="0">
                        <a:solidFill>
                          <a:srgbClr val="FF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Calibri Light" panose="020F0302020204030204" pitchFamily="34" charset="0"/>
                      </a:rPr>
                      <a:t>非联想学习</a:t>
                    </a:r>
                    <a:r>
                      <a:rPr lang="zh-CN" altLang="en-US" sz="9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Calibri Light" panose="020F0302020204030204" pitchFamily="34" charset="0"/>
                      </a:rPr>
                      <a:t>效应</a:t>
                    </a:r>
                    <a:endParaRPr lang="zh-CN" altLang="en-US" sz="2000" dirty="0"/>
                  </a:p>
                </p:txBody>
              </p:sp>
              <p:sp>
                <p:nvSpPr>
                  <p:cNvPr id="163" name="文本框 162">
                    <a:extLst>
                      <a:ext uri="{FF2B5EF4-FFF2-40B4-BE49-F238E27FC236}">
                        <a16:creationId xmlns:a16="http://schemas.microsoft.com/office/drawing/2014/main" id="{5015AD92-E357-41A8-90BB-A480188777DB}"/>
                      </a:ext>
                    </a:extLst>
                  </p:cNvPr>
                  <p:cNvSpPr txBox="1"/>
                  <p:nvPr/>
                </p:nvSpPr>
                <p:spPr>
                  <a:xfrm rot="5400000">
                    <a:off x="6985735" y="3518347"/>
                    <a:ext cx="591585" cy="18428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zh-CN" altLang="en-US" sz="900" b="1" dirty="0">
                        <a:solidFill>
                          <a:schemeClr val="bg1"/>
                        </a:solidFill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  <a:cs typeface="Calibri Light" panose="020F0302020204030204" pitchFamily="34" charset="0"/>
                      </a:rPr>
                      <a:t>非联想学习</a:t>
                    </a:r>
                    <a:endParaRPr lang="zh-CN" altLang="en-US" sz="900" b="1" dirty="0">
                      <a:solidFill>
                        <a:schemeClr val="bg1"/>
                      </a:solidFill>
                      <a:latin typeface="思源黑体 CN Normal" panose="020B0400000000000000" pitchFamily="34" charset="-122"/>
                      <a:ea typeface="思源黑体 CN Normal" panose="020B0400000000000000" pitchFamily="34" charset="-122"/>
                    </a:endParaRPr>
                  </a:p>
                </p:txBody>
              </p:sp>
              <p:sp>
                <p:nvSpPr>
                  <p:cNvPr id="164" name="文本框 163">
                    <a:extLst>
                      <a:ext uri="{FF2B5EF4-FFF2-40B4-BE49-F238E27FC236}">
                        <a16:creationId xmlns:a16="http://schemas.microsoft.com/office/drawing/2014/main" id="{164A0D39-6E44-45D8-B501-C9281E149077}"/>
                      </a:ext>
                    </a:extLst>
                  </p:cNvPr>
                  <p:cNvSpPr txBox="1"/>
                  <p:nvPr/>
                </p:nvSpPr>
                <p:spPr>
                  <a:xfrm rot="5400000">
                    <a:off x="6971361" y="3494992"/>
                    <a:ext cx="497369" cy="1474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altLang="zh-CN" sz="6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Calibri Light" panose="020F0302020204030204" pitchFamily="34" charset="0"/>
                        <a:cs typeface="Times New Roman" panose="02020603050405020304" pitchFamily="18" charset="0"/>
                      </a:rPr>
                      <a:t>Non-associative</a:t>
                    </a:r>
                    <a:endParaRPr lang="zh-CN" altLang="en-US" sz="140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67" name="文本框 166">
                    <a:extLst>
                      <a:ext uri="{FF2B5EF4-FFF2-40B4-BE49-F238E27FC236}">
                        <a16:creationId xmlns:a16="http://schemas.microsoft.com/office/drawing/2014/main" id="{6E32828D-46DA-4405-91A0-1B825A9EE21E}"/>
                      </a:ext>
                    </a:extLst>
                  </p:cNvPr>
                  <p:cNvSpPr txBox="1"/>
                  <p:nvPr/>
                </p:nvSpPr>
                <p:spPr>
                  <a:xfrm>
                    <a:off x="7086764" y="3805815"/>
                    <a:ext cx="334162" cy="14857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altLang="zh-CN" sz="700" b="1" dirty="0">
                        <a:solidFill>
                          <a:srgbClr val="FF0000"/>
                        </a:solidFill>
                        <a:latin typeface="Arial Black" panose="020B0A04020102020204" pitchFamily="34" charset="0"/>
                        <a:ea typeface="黑体" panose="02010609060101010101" pitchFamily="49" charset="-122"/>
                        <a:cs typeface="Calibri Light" panose="020F0302020204030204" pitchFamily="34" charset="0"/>
                      </a:rPr>
                      <a:t>NAL</a:t>
                    </a:r>
                    <a:endParaRPr lang="zh-CN" altLang="en-US" sz="1600" b="1" dirty="0">
                      <a:latin typeface="Arial Black" panose="020B0A04020102020204" pitchFamily="34" charset="0"/>
                      <a:ea typeface="黑体" panose="02010609060101010101" pitchFamily="49" charset="-122"/>
                    </a:endParaRPr>
                  </a:p>
                </p:txBody>
              </p:sp>
            </p:grpSp>
            <p:sp>
              <p:nvSpPr>
                <p:cNvPr id="250" name="矩形 249">
                  <a:extLst>
                    <a:ext uri="{FF2B5EF4-FFF2-40B4-BE49-F238E27FC236}">
                      <a16:creationId xmlns:a16="http://schemas.microsoft.com/office/drawing/2014/main" id="{6A941D56-E3E4-428B-A29C-9430E702F271}"/>
                    </a:ext>
                  </a:extLst>
                </p:cNvPr>
                <p:cNvSpPr/>
                <p:nvPr/>
              </p:nvSpPr>
              <p:spPr>
                <a:xfrm>
                  <a:off x="6678080" y="4112021"/>
                  <a:ext cx="707222" cy="288077"/>
                </a:xfrm>
                <a:prstGeom prst="rect">
                  <a:avLst/>
                </a:prstGeom>
                <a:noFill/>
                <a:ln w="9525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40" name="矩形: 圆角 1039">
                  <a:extLst>
                    <a:ext uri="{FF2B5EF4-FFF2-40B4-BE49-F238E27FC236}">
                      <a16:creationId xmlns:a16="http://schemas.microsoft.com/office/drawing/2014/main" id="{D2E4DE3E-9D59-45DC-8C5D-F1ABC759343E}"/>
                    </a:ext>
                  </a:extLst>
                </p:cNvPr>
                <p:cNvSpPr/>
                <p:nvPr/>
              </p:nvSpPr>
              <p:spPr>
                <a:xfrm>
                  <a:off x="5056449" y="2993013"/>
                  <a:ext cx="454926" cy="121689"/>
                </a:xfrm>
                <a:prstGeom prst="round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1" name="文本框 170">
                  <a:extLst>
                    <a:ext uri="{FF2B5EF4-FFF2-40B4-BE49-F238E27FC236}">
                      <a16:creationId xmlns:a16="http://schemas.microsoft.com/office/drawing/2014/main" id="{C8463767-3B56-4480-B2E5-2786E3DAC31A}"/>
                    </a:ext>
                  </a:extLst>
                </p:cNvPr>
                <p:cNvSpPr txBox="1"/>
                <p:nvPr/>
              </p:nvSpPr>
              <p:spPr>
                <a:xfrm>
                  <a:off x="4760320" y="2926188"/>
                  <a:ext cx="870217" cy="193352"/>
                </a:xfrm>
                <a:prstGeom prst="rect">
                  <a:avLst/>
                </a:prstGeom>
                <a:noFill/>
              </p:spPr>
              <p:txBody>
                <a:bodyPr vert="horz" wrap="square" rtlCol="0" anchor="ctr">
                  <a:spAutoFit/>
                </a:bodyPr>
                <a:lstStyle/>
                <a:p>
                  <a:pPr marL="135450" algn="ctr"/>
                  <a:r>
                    <a:rPr lang="zh-CN" altLang="en-US" sz="1100" b="1" dirty="0">
                      <a:latin typeface="黑体" panose="02010609060101010101" pitchFamily="49" charset="-122"/>
                      <a:ea typeface="黑体" panose="02010609060101010101" pitchFamily="49" charset="-122"/>
                      <a:cs typeface="Calibri Light" panose="020F0302020204030204" pitchFamily="34" charset="0"/>
                    </a:rPr>
                    <a:t>感官通道</a:t>
                  </a:r>
                  <a:endParaRPr lang="zh-CN" altLang="en-US" sz="1100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Calibri Light" panose="020F0302020204030204" pitchFamily="34" charset="0"/>
                  </a:endParaRPr>
                </a:p>
              </p:txBody>
            </p:sp>
            <p:grpSp>
              <p:nvGrpSpPr>
                <p:cNvPr id="1054" name="组合 1053">
                  <a:extLst>
                    <a:ext uri="{FF2B5EF4-FFF2-40B4-BE49-F238E27FC236}">
                      <a16:creationId xmlns:a16="http://schemas.microsoft.com/office/drawing/2014/main" id="{4F89CF17-9D55-46F4-BDAB-8645B535D5B6}"/>
                    </a:ext>
                  </a:extLst>
                </p:cNvPr>
                <p:cNvGrpSpPr/>
                <p:nvPr/>
              </p:nvGrpSpPr>
              <p:grpSpPr>
                <a:xfrm>
                  <a:off x="4663343" y="3090762"/>
                  <a:ext cx="1110204" cy="373262"/>
                  <a:chOff x="3544680" y="2953045"/>
                  <a:chExt cx="1110204" cy="373262"/>
                </a:xfrm>
              </p:grpSpPr>
              <p:sp>
                <p:nvSpPr>
                  <p:cNvPr id="173" name="矩形: 圆角 172">
                    <a:extLst>
                      <a:ext uri="{FF2B5EF4-FFF2-40B4-BE49-F238E27FC236}">
                        <a16:creationId xmlns:a16="http://schemas.microsoft.com/office/drawing/2014/main" id="{FF479AA0-3B81-4BD1-9DDC-1E5471BC71C8}"/>
                      </a:ext>
                    </a:extLst>
                  </p:cNvPr>
                  <p:cNvSpPr/>
                  <p:nvPr/>
                </p:nvSpPr>
                <p:spPr>
                  <a:xfrm>
                    <a:off x="3892562" y="3058756"/>
                    <a:ext cx="489165" cy="226688"/>
                  </a:xfrm>
                  <a:prstGeom prst="roundRect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72" name="文本框 171">
                    <a:extLst>
                      <a:ext uri="{FF2B5EF4-FFF2-40B4-BE49-F238E27FC236}">
                        <a16:creationId xmlns:a16="http://schemas.microsoft.com/office/drawing/2014/main" id="{DBB72E69-CC51-43A7-84E8-C88D10C27A6C}"/>
                      </a:ext>
                    </a:extLst>
                  </p:cNvPr>
                  <p:cNvSpPr txBox="1"/>
                  <p:nvPr/>
                </p:nvSpPr>
                <p:spPr>
                  <a:xfrm>
                    <a:off x="3633826" y="2953045"/>
                    <a:ext cx="849531" cy="276999"/>
                  </a:xfrm>
                  <a:prstGeom prst="rect">
                    <a:avLst/>
                  </a:prstGeom>
                  <a:noFill/>
                </p:spPr>
                <p:txBody>
                  <a:bodyPr vert="horz" wrap="square" rtlCol="0" anchor="ctr">
                    <a:spAutoFit/>
                  </a:bodyPr>
                  <a:lstStyle/>
                  <a:p>
                    <a:pPr marL="135450" algn="ctr"/>
                    <a:r>
                      <a:rPr lang="en-US" altLang="zh-CN" sz="1200" kern="2400" spc="15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Calibri Light" panose="020F0302020204030204" pitchFamily="34" charset="0"/>
                        <a:cs typeface="Times New Roman" panose="02020603050405020304" pitchFamily="18" charset="0"/>
                      </a:rPr>
                      <a:t>NAL</a:t>
                    </a:r>
                    <a:endParaRPr lang="zh-CN" altLang="en-US" sz="1200" kern="2400" spc="15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74" name="文本框 173">
                    <a:extLst>
                      <a:ext uri="{FF2B5EF4-FFF2-40B4-BE49-F238E27FC236}">
                        <a16:creationId xmlns:a16="http://schemas.microsoft.com/office/drawing/2014/main" id="{3C52DF2D-2E02-43DD-8074-651A568D2DF1}"/>
                      </a:ext>
                    </a:extLst>
                  </p:cNvPr>
                  <p:cNvSpPr txBox="1"/>
                  <p:nvPr/>
                </p:nvSpPr>
                <p:spPr>
                  <a:xfrm>
                    <a:off x="3544680" y="3110863"/>
                    <a:ext cx="1110204" cy="215444"/>
                  </a:xfrm>
                  <a:prstGeom prst="rect">
                    <a:avLst/>
                  </a:prstGeom>
                  <a:noFill/>
                </p:spPr>
                <p:txBody>
                  <a:bodyPr vert="horz" wrap="square" rtlCol="0" anchor="ctr">
                    <a:spAutoFit/>
                  </a:bodyPr>
                  <a:lstStyle/>
                  <a:p>
                    <a:pPr marL="135450" algn="ctr"/>
                    <a:r>
                      <a:rPr lang="zh-CN" altLang="en-US" sz="800" b="1" kern="2400" dirty="0">
                        <a:solidFill>
                          <a:srgbClr val="FF0000"/>
                        </a:solidFill>
                        <a:latin typeface="+mn-ea"/>
                        <a:cs typeface="Calibri Light" panose="020F0302020204030204" pitchFamily="34" charset="0"/>
                      </a:rPr>
                      <a:t>非联想学习</a:t>
                    </a:r>
                    <a:endParaRPr lang="zh-CN" altLang="en-US" sz="900" b="1" kern="2400" dirty="0">
                      <a:solidFill>
                        <a:srgbClr val="FF0000"/>
                      </a:solidFill>
                      <a:latin typeface="+mn-ea"/>
                      <a:cs typeface="Calibri Light" panose="020F0302020204030204" pitchFamily="34" charset="0"/>
                    </a:endParaRPr>
                  </a:p>
                </p:txBody>
              </p:sp>
              <p:sp>
                <p:nvSpPr>
                  <p:cNvPr id="1043" name="矩形 1042">
                    <a:extLst>
                      <a:ext uri="{FF2B5EF4-FFF2-40B4-BE49-F238E27FC236}">
                        <a16:creationId xmlns:a16="http://schemas.microsoft.com/office/drawing/2014/main" id="{88CA24EC-FA18-4964-848F-774A9E3544CF}"/>
                      </a:ext>
                    </a:extLst>
                  </p:cNvPr>
                  <p:cNvSpPr/>
                  <p:nvPr/>
                </p:nvSpPr>
                <p:spPr>
                  <a:xfrm>
                    <a:off x="3879181" y="3022272"/>
                    <a:ext cx="552657" cy="276999"/>
                  </a:xfrm>
                  <a:prstGeom prst="rect">
                    <a:avLst/>
                  </a:prstGeom>
                  <a:noFill/>
                  <a:ln>
                    <a:solidFill>
                      <a:srgbClr val="FF0000"/>
                    </a:solidFill>
                    <a:prstDash val="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</p:grpSp>
            <p:grpSp>
              <p:nvGrpSpPr>
                <p:cNvPr id="1060" name="组合 1059">
                  <a:extLst>
                    <a:ext uri="{FF2B5EF4-FFF2-40B4-BE49-F238E27FC236}">
                      <a16:creationId xmlns:a16="http://schemas.microsoft.com/office/drawing/2014/main" id="{94038CA8-080B-4A0C-A57B-979E5EB7D565}"/>
                    </a:ext>
                  </a:extLst>
                </p:cNvPr>
                <p:cNvGrpSpPr/>
                <p:nvPr/>
              </p:nvGrpSpPr>
              <p:grpSpPr>
                <a:xfrm>
                  <a:off x="6374116" y="3385254"/>
                  <a:ext cx="672301" cy="214245"/>
                  <a:chOff x="7653213" y="3117347"/>
                  <a:chExt cx="672301" cy="214245"/>
                </a:xfrm>
              </p:grpSpPr>
              <p:sp>
                <p:nvSpPr>
                  <p:cNvPr id="1057" name="文本框 1056">
                    <a:extLst>
                      <a:ext uri="{FF2B5EF4-FFF2-40B4-BE49-F238E27FC236}">
                        <a16:creationId xmlns:a16="http://schemas.microsoft.com/office/drawing/2014/main" id="{F815A72D-9515-4106-AB04-964F4F26E61A}"/>
                      </a:ext>
                    </a:extLst>
                  </p:cNvPr>
                  <p:cNvSpPr txBox="1"/>
                  <p:nvPr/>
                </p:nvSpPr>
                <p:spPr>
                  <a:xfrm>
                    <a:off x="7653213" y="3117347"/>
                    <a:ext cx="672301" cy="1592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indent="-36000">
                      <a:buFont typeface="Arial" panose="020B0604020202020204" pitchFamily="34" charset="0"/>
                      <a:buChar char="•"/>
                    </a:pPr>
                    <a:r>
                      <a:rPr lang="zh-CN" altLang="en-US" sz="800" b="1" dirty="0"/>
                      <a:t>习惯化</a:t>
                    </a:r>
                  </a:p>
                </p:txBody>
              </p:sp>
              <p:sp>
                <p:nvSpPr>
                  <p:cNvPr id="184" name="文本框 183">
                    <a:extLst>
                      <a:ext uri="{FF2B5EF4-FFF2-40B4-BE49-F238E27FC236}">
                        <a16:creationId xmlns:a16="http://schemas.microsoft.com/office/drawing/2014/main" id="{3AC712B2-4E5B-4B2A-B66B-617859F1E1BA}"/>
                      </a:ext>
                    </a:extLst>
                  </p:cNvPr>
                  <p:cNvSpPr txBox="1"/>
                  <p:nvPr/>
                </p:nvSpPr>
                <p:spPr>
                  <a:xfrm>
                    <a:off x="7675812" y="3206482"/>
                    <a:ext cx="643302" cy="125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500" dirty="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rPr>
                      <a:t>Habituation</a:t>
                    </a:r>
                    <a:endParaRPr lang="zh-CN" altLang="en-US" sz="500" dirty="0">
                      <a:latin typeface="Calibri Light" panose="020F0302020204030204" pitchFamily="34" charset="0"/>
                      <a:cs typeface="Calibri Light" panose="020F0302020204030204" pitchFamily="34" charset="0"/>
                    </a:endParaRPr>
                  </a:p>
                </p:txBody>
              </p:sp>
            </p:grpSp>
            <p:grpSp>
              <p:nvGrpSpPr>
                <p:cNvPr id="186" name="组合 185">
                  <a:extLst>
                    <a:ext uri="{FF2B5EF4-FFF2-40B4-BE49-F238E27FC236}">
                      <a16:creationId xmlns:a16="http://schemas.microsoft.com/office/drawing/2014/main" id="{B33E8D51-FAD9-48A9-9B7E-7E94F38243F6}"/>
                    </a:ext>
                  </a:extLst>
                </p:cNvPr>
                <p:cNvGrpSpPr/>
                <p:nvPr/>
              </p:nvGrpSpPr>
              <p:grpSpPr>
                <a:xfrm>
                  <a:off x="6700163" y="3383233"/>
                  <a:ext cx="570420" cy="212880"/>
                  <a:chOff x="7675070" y="3115326"/>
                  <a:chExt cx="570420" cy="212880"/>
                </a:xfrm>
              </p:grpSpPr>
              <p:sp>
                <p:nvSpPr>
                  <p:cNvPr id="187" name="文本框 186">
                    <a:extLst>
                      <a:ext uri="{FF2B5EF4-FFF2-40B4-BE49-F238E27FC236}">
                        <a16:creationId xmlns:a16="http://schemas.microsoft.com/office/drawing/2014/main" id="{7BD0021F-8F22-4CAF-8F7C-005326F779AC}"/>
                      </a:ext>
                    </a:extLst>
                  </p:cNvPr>
                  <p:cNvSpPr txBox="1"/>
                  <p:nvPr/>
                </p:nvSpPr>
                <p:spPr>
                  <a:xfrm>
                    <a:off x="7675070" y="3115326"/>
                    <a:ext cx="558153" cy="1592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indent="-36000">
                      <a:buFont typeface="Arial" panose="020B0604020202020204" pitchFamily="34" charset="0"/>
                      <a:buChar char="•"/>
                    </a:pPr>
                    <a:r>
                      <a:rPr lang="zh-CN" altLang="en-US" sz="800" b="1" dirty="0"/>
                      <a:t>去习惯化</a:t>
                    </a:r>
                  </a:p>
                </p:txBody>
              </p:sp>
              <p:sp>
                <p:nvSpPr>
                  <p:cNvPr id="188" name="文本框 187">
                    <a:extLst>
                      <a:ext uri="{FF2B5EF4-FFF2-40B4-BE49-F238E27FC236}">
                        <a16:creationId xmlns:a16="http://schemas.microsoft.com/office/drawing/2014/main" id="{D836B470-269C-4993-9619-72ABE7443B5D}"/>
                      </a:ext>
                    </a:extLst>
                  </p:cNvPr>
                  <p:cNvSpPr txBox="1"/>
                  <p:nvPr/>
                </p:nvSpPr>
                <p:spPr>
                  <a:xfrm>
                    <a:off x="7702216" y="3203096"/>
                    <a:ext cx="543274" cy="125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500" dirty="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rPr>
                      <a:t>Dishabituation</a:t>
                    </a:r>
                    <a:endParaRPr lang="zh-CN" altLang="en-US" sz="500" dirty="0">
                      <a:latin typeface="Calibri Light" panose="020F0302020204030204" pitchFamily="34" charset="0"/>
                      <a:cs typeface="Calibri Light" panose="020F0302020204030204" pitchFamily="34" charset="0"/>
                    </a:endParaRPr>
                  </a:p>
                </p:txBody>
              </p:sp>
            </p:grpSp>
            <p:grpSp>
              <p:nvGrpSpPr>
                <p:cNvPr id="189" name="组合 188">
                  <a:extLst>
                    <a:ext uri="{FF2B5EF4-FFF2-40B4-BE49-F238E27FC236}">
                      <a16:creationId xmlns:a16="http://schemas.microsoft.com/office/drawing/2014/main" id="{8C3CA847-C330-4612-A0F9-120E8A3AAE9E}"/>
                    </a:ext>
                  </a:extLst>
                </p:cNvPr>
                <p:cNvGrpSpPr/>
                <p:nvPr/>
              </p:nvGrpSpPr>
              <p:grpSpPr>
                <a:xfrm>
                  <a:off x="6374104" y="3622761"/>
                  <a:ext cx="593153" cy="227887"/>
                  <a:chOff x="7653201" y="3134701"/>
                  <a:chExt cx="593153" cy="227887"/>
                </a:xfrm>
              </p:grpSpPr>
              <p:sp>
                <p:nvSpPr>
                  <p:cNvPr id="190" name="文本框 189">
                    <a:extLst>
                      <a:ext uri="{FF2B5EF4-FFF2-40B4-BE49-F238E27FC236}">
                        <a16:creationId xmlns:a16="http://schemas.microsoft.com/office/drawing/2014/main" id="{9F53AAD6-5844-4915-BB98-A98B9C39F520}"/>
                      </a:ext>
                    </a:extLst>
                  </p:cNvPr>
                  <p:cNvSpPr txBox="1"/>
                  <p:nvPr/>
                </p:nvSpPr>
                <p:spPr>
                  <a:xfrm>
                    <a:off x="7653201" y="3134701"/>
                    <a:ext cx="535193" cy="1592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indent="-36000">
                      <a:buFont typeface="Arial" panose="020B0604020202020204" pitchFamily="34" charset="0"/>
                      <a:buChar char="•"/>
                    </a:pPr>
                    <a:r>
                      <a:rPr lang="zh-CN" altLang="en-US" sz="800" b="1" dirty="0"/>
                      <a:t>敏感化</a:t>
                    </a:r>
                    <a:endParaRPr lang="zh-CN" altLang="en-US" sz="700" b="1" dirty="0"/>
                  </a:p>
                </p:txBody>
              </p:sp>
              <p:sp>
                <p:nvSpPr>
                  <p:cNvPr id="191" name="文本框 190">
                    <a:extLst>
                      <a:ext uri="{FF2B5EF4-FFF2-40B4-BE49-F238E27FC236}">
                        <a16:creationId xmlns:a16="http://schemas.microsoft.com/office/drawing/2014/main" id="{1ABA799E-D707-4935-AC2B-0373F265696C}"/>
                      </a:ext>
                    </a:extLst>
                  </p:cNvPr>
                  <p:cNvSpPr txBox="1"/>
                  <p:nvPr/>
                </p:nvSpPr>
                <p:spPr>
                  <a:xfrm>
                    <a:off x="7670071" y="3237478"/>
                    <a:ext cx="576283" cy="125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500" dirty="0">
                        <a:latin typeface="Calibri Light" panose="020F0302020204030204" pitchFamily="34" charset="0"/>
                        <a:cs typeface="Calibri Light" panose="020F0302020204030204" pitchFamily="34" charset="0"/>
                      </a:rPr>
                      <a:t>Sensitization</a:t>
                    </a:r>
                    <a:endParaRPr lang="zh-CN" altLang="en-US" sz="500" dirty="0">
                      <a:latin typeface="Calibri Light" panose="020F0302020204030204" pitchFamily="34" charset="0"/>
                      <a:cs typeface="Calibri Light" panose="020F0302020204030204" pitchFamily="34" charset="0"/>
                    </a:endParaRPr>
                  </a:p>
                </p:txBody>
              </p:sp>
            </p:grpSp>
            <p:grpSp>
              <p:nvGrpSpPr>
                <p:cNvPr id="192" name="组合 191">
                  <a:extLst>
                    <a:ext uri="{FF2B5EF4-FFF2-40B4-BE49-F238E27FC236}">
                      <a16:creationId xmlns:a16="http://schemas.microsoft.com/office/drawing/2014/main" id="{05070ACD-0091-447B-8CD8-DC32DCDFFCED}"/>
                    </a:ext>
                  </a:extLst>
                </p:cNvPr>
                <p:cNvGrpSpPr/>
                <p:nvPr/>
              </p:nvGrpSpPr>
              <p:grpSpPr>
                <a:xfrm>
                  <a:off x="6696918" y="3621266"/>
                  <a:ext cx="515416" cy="274992"/>
                  <a:chOff x="7671825" y="3133206"/>
                  <a:chExt cx="515416" cy="274992"/>
                </a:xfrm>
              </p:grpSpPr>
              <p:sp>
                <p:nvSpPr>
                  <p:cNvPr id="193" name="文本框 192">
                    <a:extLst>
                      <a:ext uri="{FF2B5EF4-FFF2-40B4-BE49-F238E27FC236}">
                        <a16:creationId xmlns:a16="http://schemas.microsoft.com/office/drawing/2014/main" id="{EB4A24A3-F2A6-48A5-B1E6-BF8D236A4456}"/>
                      </a:ext>
                    </a:extLst>
                  </p:cNvPr>
                  <p:cNvSpPr txBox="1"/>
                  <p:nvPr/>
                </p:nvSpPr>
                <p:spPr>
                  <a:xfrm>
                    <a:off x="7671825" y="3133206"/>
                    <a:ext cx="515416" cy="1592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indent="-36000">
                      <a:buFont typeface="Arial" panose="020B0604020202020204" pitchFamily="34" charset="0"/>
                      <a:buChar char="•"/>
                    </a:pPr>
                    <a:r>
                      <a:rPr lang="zh-CN" altLang="en-US" sz="800" b="1" dirty="0"/>
                      <a:t>自发恢复</a:t>
                    </a:r>
                  </a:p>
                </p:txBody>
              </p:sp>
              <p:sp>
                <p:nvSpPr>
                  <p:cNvPr id="194" name="文本框 193">
                    <a:extLst>
                      <a:ext uri="{FF2B5EF4-FFF2-40B4-BE49-F238E27FC236}">
                        <a16:creationId xmlns:a16="http://schemas.microsoft.com/office/drawing/2014/main" id="{85C14B69-DD96-4DDF-B45A-8422FEF3E8B5}"/>
                      </a:ext>
                    </a:extLst>
                  </p:cNvPr>
                  <p:cNvSpPr txBox="1"/>
                  <p:nvPr/>
                </p:nvSpPr>
                <p:spPr>
                  <a:xfrm>
                    <a:off x="7695335" y="3226220"/>
                    <a:ext cx="485300" cy="18197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500" dirty="0">
                        <a:latin typeface="Calibri Light" panose="020F0302020204030204" pitchFamily="34" charset="0"/>
                        <a:cs typeface="Calibri Light" panose="020F0302020204030204" pitchFamily="34" charset="0"/>
                      </a:rPr>
                      <a:t>Spontaneous </a:t>
                    </a:r>
                  </a:p>
                  <a:p>
                    <a:r>
                      <a:rPr lang="en-US" altLang="zh-CN" sz="500" dirty="0">
                        <a:latin typeface="Calibri Light" panose="020F0302020204030204" pitchFamily="34" charset="0"/>
                        <a:cs typeface="Calibri Light" panose="020F0302020204030204" pitchFamily="34" charset="0"/>
                      </a:rPr>
                      <a:t>Recovery</a:t>
                    </a:r>
                    <a:endParaRPr lang="zh-CN" altLang="en-US" sz="500" dirty="0">
                      <a:latin typeface="Calibri Light" panose="020F0302020204030204" pitchFamily="34" charset="0"/>
                      <a:cs typeface="Calibri Light" panose="020F0302020204030204" pitchFamily="34" charset="0"/>
                    </a:endParaRPr>
                  </a:p>
                </p:txBody>
              </p:sp>
            </p:grpSp>
            <p:sp>
              <p:nvSpPr>
                <p:cNvPr id="229" name="矩形 228">
                  <a:extLst>
                    <a:ext uri="{FF2B5EF4-FFF2-40B4-BE49-F238E27FC236}">
                      <a16:creationId xmlns:a16="http://schemas.microsoft.com/office/drawing/2014/main" id="{90D8F0DA-70E2-46FB-B841-3F46A5CA4C66}"/>
                    </a:ext>
                  </a:extLst>
                </p:cNvPr>
                <p:cNvSpPr/>
                <p:nvPr/>
              </p:nvSpPr>
              <p:spPr>
                <a:xfrm>
                  <a:off x="6587701" y="4096720"/>
                  <a:ext cx="144545" cy="305866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9525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230" name="直接箭头连接符 229">
                  <a:extLst>
                    <a:ext uri="{FF2B5EF4-FFF2-40B4-BE49-F238E27FC236}">
                      <a16:creationId xmlns:a16="http://schemas.microsoft.com/office/drawing/2014/main" id="{23BD0524-70E4-4C5B-98CC-61DCEC4FA9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662724" y="4018201"/>
                  <a:ext cx="0" cy="87708"/>
                </a:xfrm>
                <a:prstGeom prst="straightConnector1">
                  <a:avLst/>
                </a:prstGeom>
                <a:ln w="15875">
                  <a:solidFill>
                    <a:schemeClr val="bg1">
                      <a:lumMod val="65000"/>
                    </a:schemeClr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直接连接符 145">
                  <a:extLst>
                    <a:ext uri="{FF2B5EF4-FFF2-40B4-BE49-F238E27FC236}">
                      <a16:creationId xmlns:a16="http://schemas.microsoft.com/office/drawing/2014/main" id="{534F2355-0FF1-43F9-AE49-DCEFD15DA3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05740" y="4024313"/>
                  <a:ext cx="763488" cy="0"/>
                </a:xfrm>
                <a:prstGeom prst="line">
                  <a:avLst/>
                </a:prstGeom>
                <a:ln w="15875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39" name="矩形 238">
                  <a:extLst>
                    <a:ext uri="{FF2B5EF4-FFF2-40B4-BE49-F238E27FC236}">
                      <a16:creationId xmlns:a16="http://schemas.microsoft.com/office/drawing/2014/main" id="{23EF8041-D7EA-4DAC-A9EC-8CA8ACF57726}"/>
                    </a:ext>
                  </a:extLst>
                </p:cNvPr>
                <p:cNvSpPr/>
                <p:nvPr/>
              </p:nvSpPr>
              <p:spPr>
                <a:xfrm>
                  <a:off x="6591264" y="4456042"/>
                  <a:ext cx="142559" cy="317175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9525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154" name="组合 153">
                  <a:extLst>
                    <a:ext uri="{FF2B5EF4-FFF2-40B4-BE49-F238E27FC236}">
                      <a16:creationId xmlns:a16="http://schemas.microsoft.com/office/drawing/2014/main" id="{4CDF9BC0-543E-45C3-BA1C-AC8E239BD52D}"/>
                    </a:ext>
                  </a:extLst>
                </p:cNvPr>
                <p:cNvGrpSpPr/>
                <p:nvPr/>
              </p:nvGrpSpPr>
              <p:grpSpPr>
                <a:xfrm>
                  <a:off x="6665159" y="4065412"/>
                  <a:ext cx="836809" cy="376514"/>
                  <a:chOff x="6094710" y="4057304"/>
                  <a:chExt cx="836809" cy="376514"/>
                </a:xfrm>
              </p:grpSpPr>
              <p:sp>
                <p:nvSpPr>
                  <p:cNvPr id="241" name="文本框 240">
                    <a:extLst>
                      <a:ext uri="{FF2B5EF4-FFF2-40B4-BE49-F238E27FC236}">
                        <a16:creationId xmlns:a16="http://schemas.microsoft.com/office/drawing/2014/main" id="{5A81C5AC-C6B7-45A3-A183-1E6E068673FE}"/>
                      </a:ext>
                    </a:extLst>
                  </p:cNvPr>
                  <p:cNvSpPr txBox="1"/>
                  <p:nvPr/>
                </p:nvSpPr>
                <p:spPr>
                  <a:xfrm>
                    <a:off x="6094710" y="4096778"/>
                    <a:ext cx="836809" cy="20472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en-US" altLang="zh-CN" sz="600" b="1" dirty="0">
                      <a:latin typeface="Calibri Light" panose="020F0302020204030204" pitchFamily="34" charset="0"/>
                      <a:cs typeface="Calibri Light" panose="020F0302020204030204" pitchFamily="34" charset="0"/>
                    </a:endParaRPr>
                  </a:p>
                  <a:p>
                    <a:r>
                      <a:rPr lang="zh-CN" altLang="en-US" sz="600" b="1" dirty="0">
                        <a:latin typeface="Calibri Light" panose="020F0302020204030204" pitchFamily="34" charset="0"/>
                        <a:cs typeface="Calibri Light" panose="020F0302020204030204" pitchFamily="34" charset="0"/>
                      </a:rPr>
                      <a:t>通道对应单一感官刺激</a:t>
                    </a:r>
                  </a:p>
                </p:txBody>
              </p:sp>
              <p:grpSp>
                <p:nvGrpSpPr>
                  <p:cNvPr id="153" name="组合 152">
                    <a:extLst>
                      <a:ext uri="{FF2B5EF4-FFF2-40B4-BE49-F238E27FC236}">
                        <a16:creationId xmlns:a16="http://schemas.microsoft.com/office/drawing/2014/main" id="{5EB4BE96-E006-4F93-921F-F12648BE41A8}"/>
                      </a:ext>
                    </a:extLst>
                  </p:cNvPr>
                  <p:cNvGrpSpPr/>
                  <p:nvPr/>
                </p:nvGrpSpPr>
                <p:grpSpPr>
                  <a:xfrm>
                    <a:off x="6105660" y="4057304"/>
                    <a:ext cx="689208" cy="376514"/>
                    <a:chOff x="6597941" y="4059940"/>
                    <a:chExt cx="689208" cy="376514"/>
                  </a:xfrm>
                </p:grpSpPr>
                <p:sp>
                  <p:nvSpPr>
                    <p:cNvPr id="243" name="文本框 242">
                      <a:extLst>
                        <a:ext uri="{FF2B5EF4-FFF2-40B4-BE49-F238E27FC236}">
                          <a16:creationId xmlns:a16="http://schemas.microsoft.com/office/drawing/2014/main" id="{A6B75675-4F9E-4562-9A2B-08BA74025D3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68375" y="4059940"/>
                      <a:ext cx="596658" cy="170604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r>
                        <a:rPr lang="zh-CN" altLang="en-US" sz="900" b="1" dirty="0">
                          <a:latin typeface="黑体" panose="02010609060101010101" pitchFamily="49" charset="-122"/>
                          <a:ea typeface="黑体" panose="02010609060101010101" pitchFamily="49" charset="-122"/>
                          <a:cs typeface="Calibri Light" panose="020F0302020204030204" pitchFamily="34" charset="0"/>
                        </a:rPr>
                        <a:t>直接唤起</a:t>
                      </a:r>
                      <a:endParaRPr lang="zh-CN" altLang="en-US" sz="2000" dirty="0"/>
                    </a:p>
                  </p:txBody>
                </p:sp>
                <p:sp>
                  <p:nvSpPr>
                    <p:cNvPr id="244" name="文本框 243">
                      <a:extLst>
                        <a:ext uri="{FF2B5EF4-FFF2-40B4-BE49-F238E27FC236}">
                          <a16:creationId xmlns:a16="http://schemas.microsoft.com/office/drawing/2014/main" id="{F89E55F6-86C6-4D1C-9B0E-EB012D9DC29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97941" y="4235520"/>
                      <a:ext cx="689208" cy="20093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>
                        <a:lnSpc>
                          <a:spcPts val="700"/>
                        </a:lnSpc>
                      </a:pPr>
                      <a:r>
                        <a:rPr lang="en-US" altLang="zh-CN" sz="6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Certain stimulus,</a:t>
                      </a:r>
                      <a:r>
                        <a:rPr lang="zh-CN" altLang="en-US" sz="6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6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confirmed result</a:t>
                      </a:r>
                      <a:endParaRPr lang="zh-CN" altLang="en-US" sz="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</p:grpSp>
            <p:sp>
              <p:nvSpPr>
                <p:cNvPr id="155" name="文本框 154">
                  <a:extLst>
                    <a:ext uri="{FF2B5EF4-FFF2-40B4-BE49-F238E27FC236}">
                      <a16:creationId xmlns:a16="http://schemas.microsoft.com/office/drawing/2014/main" id="{F3F4D6FF-F09F-42BC-94FD-641EF8FBD466}"/>
                    </a:ext>
                  </a:extLst>
                </p:cNvPr>
                <p:cNvSpPr txBox="1"/>
                <p:nvPr/>
              </p:nvSpPr>
              <p:spPr>
                <a:xfrm>
                  <a:off x="6593122" y="4799640"/>
                  <a:ext cx="1365250" cy="250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600" b="1" dirty="0">
                      <a:solidFill>
                        <a:srgbClr val="FF0000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rPr>
                    <a:t>响应</a:t>
                  </a:r>
                  <a:r>
                    <a:rPr lang="zh-CN" altLang="en-US" sz="1400" b="1" dirty="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刺激</a:t>
                  </a:r>
                </a:p>
              </p:txBody>
            </p:sp>
            <p:grpSp>
              <p:nvGrpSpPr>
                <p:cNvPr id="156" name="组合 155">
                  <a:extLst>
                    <a:ext uri="{FF2B5EF4-FFF2-40B4-BE49-F238E27FC236}">
                      <a16:creationId xmlns:a16="http://schemas.microsoft.com/office/drawing/2014/main" id="{437B60D4-9148-4E79-9CB1-91E89B109790}"/>
                    </a:ext>
                  </a:extLst>
                </p:cNvPr>
                <p:cNvGrpSpPr/>
                <p:nvPr/>
              </p:nvGrpSpPr>
              <p:grpSpPr>
                <a:xfrm>
                  <a:off x="6671505" y="4426568"/>
                  <a:ext cx="893003" cy="385279"/>
                  <a:chOff x="6625178" y="4423891"/>
                  <a:chExt cx="893003" cy="385279"/>
                </a:xfrm>
              </p:grpSpPr>
              <p:sp>
                <p:nvSpPr>
                  <p:cNvPr id="251" name="矩形 250">
                    <a:extLst>
                      <a:ext uri="{FF2B5EF4-FFF2-40B4-BE49-F238E27FC236}">
                        <a16:creationId xmlns:a16="http://schemas.microsoft.com/office/drawing/2014/main" id="{332A6488-2BDB-4546-8B31-BAC2D953E9CA}"/>
                      </a:ext>
                    </a:extLst>
                  </p:cNvPr>
                  <p:cNvSpPr/>
                  <p:nvPr/>
                </p:nvSpPr>
                <p:spPr>
                  <a:xfrm>
                    <a:off x="6687496" y="4426583"/>
                    <a:ext cx="659453" cy="345007"/>
                  </a:xfrm>
                  <a:prstGeom prst="rect">
                    <a:avLst/>
                  </a:prstGeom>
                  <a:noFill/>
                  <a:ln w="9525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grpSp>
                <p:nvGrpSpPr>
                  <p:cNvPr id="252" name="组合 251">
                    <a:extLst>
                      <a:ext uri="{FF2B5EF4-FFF2-40B4-BE49-F238E27FC236}">
                        <a16:creationId xmlns:a16="http://schemas.microsoft.com/office/drawing/2014/main" id="{289F9077-4E31-4E36-B8FA-C93BEE77298B}"/>
                      </a:ext>
                    </a:extLst>
                  </p:cNvPr>
                  <p:cNvGrpSpPr/>
                  <p:nvPr/>
                </p:nvGrpSpPr>
                <p:grpSpPr>
                  <a:xfrm>
                    <a:off x="6625178" y="4423891"/>
                    <a:ext cx="893003" cy="385279"/>
                    <a:chOff x="6101056" y="4085875"/>
                    <a:chExt cx="893003" cy="368177"/>
                  </a:xfrm>
                </p:grpSpPr>
                <p:sp>
                  <p:nvSpPr>
                    <p:cNvPr id="254" name="文本框 253">
                      <a:extLst>
                        <a:ext uri="{FF2B5EF4-FFF2-40B4-BE49-F238E27FC236}">
                          <a16:creationId xmlns:a16="http://schemas.microsoft.com/office/drawing/2014/main" id="{0F637FFB-6F4D-4D0D-B9A0-3B5561D2288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101056" y="4122936"/>
                      <a:ext cx="893003" cy="19563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endParaRPr lang="en-US" altLang="zh-CN" sz="600" b="1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r>
                        <a:rPr lang="zh-CN" altLang="en-US" sz="600" b="1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跨感官响应，唤起刺激</a:t>
                      </a:r>
                    </a:p>
                  </p:txBody>
                </p:sp>
                <p:grpSp>
                  <p:nvGrpSpPr>
                    <p:cNvPr id="253" name="组合 252">
                      <a:extLst>
                        <a:ext uri="{FF2B5EF4-FFF2-40B4-BE49-F238E27FC236}">
                          <a16:creationId xmlns:a16="http://schemas.microsoft.com/office/drawing/2014/main" id="{B011B821-99B6-45D8-A494-970F1AFCF07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119731" y="4085875"/>
                      <a:ext cx="653275" cy="368177"/>
                      <a:chOff x="6612012" y="4088511"/>
                      <a:chExt cx="653275" cy="368177"/>
                    </a:xfrm>
                  </p:grpSpPr>
                  <p:sp>
                    <p:nvSpPr>
                      <p:cNvPr id="255" name="文本框 254">
                        <a:extLst>
                          <a:ext uri="{FF2B5EF4-FFF2-40B4-BE49-F238E27FC236}">
                            <a16:creationId xmlns:a16="http://schemas.microsoft.com/office/drawing/2014/main" id="{671ABFD9-5441-4CC3-AA75-179154D987E1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612012" y="4263540"/>
                        <a:ext cx="581053" cy="19314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>
                          <a:lnSpc>
                            <a:spcPts val="700"/>
                          </a:lnSpc>
                        </a:pPr>
                        <a:r>
                          <a:rPr lang="en-US" altLang="zh-CN" sz="600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fire together, wire together</a:t>
                        </a:r>
                        <a:endParaRPr lang="zh-CN" altLang="en-US" sz="6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grpSp>
                    <p:nvGrpSpPr>
                      <p:cNvPr id="256" name="组合 255">
                        <a:extLst>
                          <a:ext uri="{FF2B5EF4-FFF2-40B4-BE49-F238E27FC236}">
                            <a16:creationId xmlns:a16="http://schemas.microsoft.com/office/drawing/2014/main" id="{C4CC8F7E-AA8B-413C-A53E-9CCDEB190FE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6654628" y="4088511"/>
                        <a:ext cx="610659" cy="163032"/>
                        <a:chOff x="6665758" y="4082893"/>
                        <a:chExt cx="610659" cy="163032"/>
                      </a:xfrm>
                    </p:grpSpPr>
                    <p:sp>
                      <p:nvSpPr>
                        <p:cNvPr id="257" name="文本框 256">
                          <a:extLst>
                            <a:ext uri="{FF2B5EF4-FFF2-40B4-BE49-F238E27FC236}">
                              <a16:creationId xmlns:a16="http://schemas.microsoft.com/office/drawing/2014/main" id="{03558C90-E5B7-4F5A-BC82-8AF7FFF9844E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6668686" y="4082893"/>
                          <a:ext cx="607731" cy="16303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>
                          <a:spAutoFit/>
                        </a:bodyPr>
                        <a:lstStyle/>
                        <a:p>
                          <a:r>
                            <a:rPr lang="zh-CN" altLang="en-US" sz="900" b="1" dirty="0">
                              <a:latin typeface="黑体" panose="02010609060101010101" pitchFamily="49" charset="-122"/>
                              <a:ea typeface="黑体" panose="02010609060101010101" pitchFamily="49" charset="-122"/>
                              <a:cs typeface="Calibri Light" panose="020F0302020204030204" pitchFamily="34" charset="0"/>
                            </a:rPr>
                            <a:t>联想唤起</a:t>
                          </a:r>
                          <a:endParaRPr lang="zh-CN" altLang="en-US" sz="2000" dirty="0"/>
                        </a:p>
                      </p:txBody>
                    </p:sp>
                    <p:sp>
                      <p:nvSpPr>
                        <p:cNvPr id="258" name="直角三角形 257">
                          <a:extLst>
                            <a:ext uri="{FF2B5EF4-FFF2-40B4-BE49-F238E27FC236}">
                              <a16:creationId xmlns:a16="http://schemas.microsoft.com/office/drawing/2014/main" id="{C2BDDD26-A2D7-4C38-B6FE-51BCC6DD85C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13500000">
                          <a:off x="6668244" y="4141227"/>
                          <a:ext cx="38139" cy="43112"/>
                        </a:xfrm>
                        <a:prstGeom prst="rtTriangle">
                          <a:avLst/>
                        </a:prstGeom>
                        <a:solidFill>
                          <a:schemeClr val="tx1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zh-CN" altLang="en-US" dirty="0"/>
                        </a:p>
                      </p:txBody>
                    </p:sp>
                  </p:grpSp>
                </p:grpSp>
              </p:grpSp>
            </p:grpSp>
            <p:sp>
              <p:nvSpPr>
                <p:cNvPr id="267" name="矩形 266">
                  <a:extLst>
                    <a:ext uri="{FF2B5EF4-FFF2-40B4-BE49-F238E27FC236}">
                      <a16:creationId xmlns:a16="http://schemas.microsoft.com/office/drawing/2014/main" id="{19A69FEB-C307-4089-B9AC-2049736E39F1}"/>
                    </a:ext>
                  </a:extLst>
                </p:cNvPr>
                <p:cNvSpPr/>
                <p:nvPr/>
              </p:nvSpPr>
              <p:spPr>
                <a:xfrm>
                  <a:off x="6586548" y="4097771"/>
                  <a:ext cx="798755" cy="96119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0" name="矩形 279">
                  <a:extLst>
                    <a:ext uri="{FF2B5EF4-FFF2-40B4-BE49-F238E27FC236}">
                      <a16:creationId xmlns:a16="http://schemas.microsoft.com/office/drawing/2014/main" id="{1300560F-9C88-465A-9E58-152E6DAE99D7}"/>
                    </a:ext>
                  </a:extLst>
                </p:cNvPr>
                <p:cNvSpPr/>
                <p:nvPr/>
              </p:nvSpPr>
              <p:spPr>
                <a:xfrm>
                  <a:off x="5674958" y="4112021"/>
                  <a:ext cx="226412" cy="78224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31" name="矩形 230">
                  <a:extLst>
                    <a:ext uri="{FF2B5EF4-FFF2-40B4-BE49-F238E27FC236}">
                      <a16:creationId xmlns:a16="http://schemas.microsoft.com/office/drawing/2014/main" id="{A139D5FD-A410-4A99-9B01-64BDC0D67CFE}"/>
                    </a:ext>
                  </a:extLst>
                </p:cNvPr>
                <p:cNvSpPr/>
                <p:nvPr/>
              </p:nvSpPr>
              <p:spPr>
                <a:xfrm>
                  <a:off x="5674107" y="4113377"/>
                  <a:ext cx="834489" cy="925348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81" name="文本框 280">
                  <a:extLst>
                    <a:ext uri="{FF2B5EF4-FFF2-40B4-BE49-F238E27FC236}">
                      <a16:creationId xmlns:a16="http://schemas.microsoft.com/office/drawing/2014/main" id="{71DD1336-1006-4858-8471-C99367DCA023}"/>
                    </a:ext>
                  </a:extLst>
                </p:cNvPr>
                <p:cNvSpPr txBox="1"/>
                <p:nvPr/>
              </p:nvSpPr>
              <p:spPr>
                <a:xfrm>
                  <a:off x="5581467" y="3575453"/>
                  <a:ext cx="292388" cy="1107996"/>
                </a:xfrm>
                <a:prstGeom prst="rect">
                  <a:avLst/>
                </a:prstGeom>
                <a:noFill/>
              </p:spPr>
              <p:txBody>
                <a:bodyPr vert="vert270" wrap="square" rtlCol="0">
                  <a:spAutoFit/>
                </a:bodyPr>
                <a:lstStyle/>
                <a:p>
                  <a:endParaRPr lang="zh-CN" altLang="en-US" sz="700" b="1" spc="110" dirty="0">
                    <a:solidFill>
                      <a:schemeClr val="bg1"/>
                    </a:solidFill>
                    <a:latin typeface="+mn-ea"/>
                  </a:endParaRPr>
                </a:p>
              </p:txBody>
            </p:sp>
            <p:sp>
              <p:nvSpPr>
                <p:cNvPr id="283" name="文本框 282">
                  <a:extLst>
                    <a:ext uri="{FF2B5EF4-FFF2-40B4-BE49-F238E27FC236}">
                      <a16:creationId xmlns:a16="http://schemas.microsoft.com/office/drawing/2014/main" id="{6EAAE81E-F388-4FCA-A9E6-5D7ABD7DA936}"/>
                    </a:ext>
                  </a:extLst>
                </p:cNvPr>
                <p:cNvSpPr txBox="1"/>
                <p:nvPr/>
              </p:nvSpPr>
              <p:spPr>
                <a:xfrm>
                  <a:off x="5947107" y="4110467"/>
                  <a:ext cx="664244" cy="1819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000" b="1" dirty="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赫布</a:t>
                  </a:r>
                  <a:r>
                    <a:rPr lang="zh-CN" altLang="en-US" sz="900" dirty="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准则</a:t>
                  </a:r>
                  <a:endParaRPr lang="zh-CN" altLang="en-US" sz="1000" dirty="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85" name="文本框 284">
                  <a:extLst>
                    <a:ext uri="{FF2B5EF4-FFF2-40B4-BE49-F238E27FC236}">
                      <a16:creationId xmlns:a16="http://schemas.microsoft.com/office/drawing/2014/main" id="{6CE746FA-0313-41D1-B1D9-F9C9346F22F6}"/>
                    </a:ext>
                  </a:extLst>
                </p:cNvPr>
                <p:cNvSpPr txBox="1"/>
                <p:nvPr/>
              </p:nvSpPr>
              <p:spPr>
                <a:xfrm>
                  <a:off x="5871489" y="4221365"/>
                  <a:ext cx="1054100" cy="14217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650" b="1" dirty="0">
                      <a:latin typeface="Calibri Light" panose="020F0302020204030204" pitchFamily="34" charset="0"/>
                      <a:ea typeface="Calibri Light" panose="020F0302020204030204" pitchFamily="34" charset="0"/>
                      <a:cs typeface="Calibri Light" panose="020F0302020204030204" pitchFamily="34" charset="0"/>
                    </a:rPr>
                    <a:t>Hebbian</a:t>
                  </a:r>
                  <a:r>
                    <a:rPr lang="en-US" altLang="zh-CN" sz="600" b="1" dirty="0">
                      <a:latin typeface="Calibri Light" panose="020F0302020204030204" pitchFamily="34" charset="0"/>
                      <a:ea typeface="Calibri Light" panose="020F0302020204030204" pitchFamily="34" charset="0"/>
                      <a:cs typeface="Calibri Light" panose="020F0302020204030204" pitchFamily="34" charset="0"/>
                    </a:rPr>
                    <a:t> </a:t>
                  </a:r>
                  <a:r>
                    <a:rPr lang="en-US" altLang="zh-CN" sz="500" dirty="0">
                      <a:latin typeface="Calibri Light" panose="020F0302020204030204" pitchFamily="34" charset="0"/>
                      <a:ea typeface="Calibri Light" panose="020F0302020204030204" pitchFamily="34" charset="0"/>
                      <a:cs typeface="Calibri Light" panose="020F0302020204030204" pitchFamily="34" charset="0"/>
                    </a:rPr>
                    <a:t>Learning Rule</a:t>
                  </a:r>
                  <a:endParaRPr lang="zh-CN" altLang="en-US" sz="500" dirty="0">
                    <a:latin typeface="Calibri Light" panose="020F0302020204030204" pitchFamily="34" charset="0"/>
                    <a:cs typeface="Calibri Light" panose="020F0302020204030204" pitchFamily="34" charset="0"/>
                  </a:endParaRPr>
                </a:p>
              </p:txBody>
            </p:sp>
            <p:sp>
              <p:nvSpPr>
                <p:cNvPr id="288" name="椭圆 287">
                  <a:extLst>
                    <a:ext uri="{FF2B5EF4-FFF2-40B4-BE49-F238E27FC236}">
                      <a16:creationId xmlns:a16="http://schemas.microsoft.com/office/drawing/2014/main" id="{35475F09-5A38-499C-BAF2-92C4899A1BC4}"/>
                    </a:ext>
                  </a:extLst>
                </p:cNvPr>
                <p:cNvSpPr/>
                <p:nvPr/>
              </p:nvSpPr>
              <p:spPr>
                <a:xfrm>
                  <a:off x="5963157" y="4185173"/>
                  <a:ext cx="36000" cy="36000"/>
                </a:xfrm>
                <a:prstGeom prst="ellipse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 w="6350">
                  <a:solidFill>
                    <a:schemeClr val="accent2">
                      <a:lumMod val="75000"/>
                      <a:alpha val="7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7" name="文本框 296">
                  <a:extLst>
                    <a:ext uri="{FF2B5EF4-FFF2-40B4-BE49-F238E27FC236}">
                      <a16:creationId xmlns:a16="http://schemas.microsoft.com/office/drawing/2014/main" id="{661D1EFB-1C8B-4CCF-93BD-9A631FAED0F3}"/>
                    </a:ext>
                  </a:extLst>
                </p:cNvPr>
                <p:cNvSpPr txBox="1"/>
                <p:nvPr/>
              </p:nvSpPr>
              <p:spPr>
                <a:xfrm>
                  <a:off x="5875094" y="4536315"/>
                  <a:ext cx="685530" cy="14857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zh-CN" altLang="en-US" sz="700" b="1" dirty="0">
                      <a:latin typeface="+mn-ea"/>
                      <a:cs typeface="Calibri Light" panose="020F0302020204030204" pitchFamily="34" charset="0"/>
                    </a:rPr>
                    <a:t>多感官并行增强</a:t>
                  </a:r>
                  <a:endParaRPr lang="zh-CN" altLang="en-US" sz="1600" b="1" dirty="0"/>
                </a:p>
              </p:txBody>
            </p:sp>
            <p:sp>
              <p:nvSpPr>
                <p:cNvPr id="298" name="文本框 297">
                  <a:extLst>
                    <a:ext uri="{FF2B5EF4-FFF2-40B4-BE49-F238E27FC236}">
                      <a16:creationId xmlns:a16="http://schemas.microsoft.com/office/drawing/2014/main" id="{37FB8464-FBDD-4121-B2A6-49AA8156F479}"/>
                    </a:ext>
                  </a:extLst>
                </p:cNvPr>
                <p:cNvSpPr txBox="1"/>
                <p:nvPr/>
              </p:nvSpPr>
              <p:spPr>
                <a:xfrm>
                  <a:off x="5878765" y="4715623"/>
                  <a:ext cx="662760" cy="14785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zh-CN" altLang="en-US" sz="700" b="1" dirty="0">
                      <a:latin typeface="+mn-ea"/>
                      <a:cs typeface="Calibri Light" panose="020F0302020204030204" pitchFamily="34" charset="0"/>
                    </a:rPr>
                    <a:t>多感官交互抑制</a:t>
                  </a:r>
                  <a:endParaRPr lang="zh-CN" altLang="en-US" sz="1600" b="1" dirty="0"/>
                </a:p>
              </p:txBody>
            </p:sp>
            <p:grpSp>
              <p:nvGrpSpPr>
                <p:cNvPr id="200" name="组合 199">
                  <a:extLst>
                    <a:ext uri="{FF2B5EF4-FFF2-40B4-BE49-F238E27FC236}">
                      <a16:creationId xmlns:a16="http://schemas.microsoft.com/office/drawing/2014/main" id="{A4BF2564-5A74-4B28-AA3B-E2EA600E6081}"/>
                    </a:ext>
                  </a:extLst>
                </p:cNvPr>
                <p:cNvGrpSpPr/>
                <p:nvPr/>
              </p:nvGrpSpPr>
              <p:grpSpPr>
                <a:xfrm>
                  <a:off x="5923912" y="4418922"/>
                  <a:ext cx="823926" cy="600487"/>
                  <a:chOff x="8352152" y="4884533"/>
                  <a:chExt cx="823926" cy="600487"/>
                </a:xfrm>
              </p:grpSpPr>
              <p:grpSp>
                <p:nvGrpSpPr>
                  <p:cNvPr id="305" name="组合 304">
                    <a:extLst>
                      <a:ext uri="{FF2B5EF4-FFF2-40B4-BE49-F238E27FC236}">
                        <a16:creationId xmlns:a16="http://schemas.microsoft.com/office/drawing/2014/main" id="{D7DF2DD2-71CA-435A-8F73-6E862A061AA1}"/>
                      </a:ext>
                    </a:extLst>
                  </p:cNvPr>
                  <p:cNvGrpSpPr/>
                  <p:nvPr/>
                </p:nvGrpSpPr>
                <p:grpSpPr>
                  <a:xfrm>
                    <a:off x="8356368" y="4903550"/>
                    <a:ext cx="549868" cy="112965"/>
                    <a:chOff x="8000921" y="4521431"/>
                    <a:chExt cx="549868" cy="128416"/>
                  </a:xfrm>
                </p:grpSpPr>
                <p:sp>
                  <p:nvSpPr>
                    <p:cNvPr id="306" name="矩形: 圆角 305">
                      <a:extLst>
                        <a:ext uri="{FF2B5EF4-FFF2-40B4-BE49-F238E27FC236}">
                          <a16:creationId xmlns:a16="http://schemas.microsoft.com/office/drawing/2014/main" id="{9B49AFFD-ED71-46FE-A1EE-EBFF5F6946B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00921" y="4521431"/>
                      <a:ext cx="548917" cy="128035"/>
                    </a:xfrm>
                    <a:prstGeom prst="roundRect">
                      <a:avLst>
                        <a:gd name="adj" fmla="val 36849"/>
                      </a:avLst>
                    </a:prstGeom>
                    <a:solidFill>
                      <a:schemeClr val="accent2">
                        <a:lumMod val="20000"/>
                        <a:lumOff val="80000"/>
                      </a:schemeClr>
                    </a:solidFill>
                    <a:ln w="9525">
                      <a:noFill/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07" name="矩形 306">
                      <a:extLst>
                        <a:ext uri="{FF2B5EF4-FFF2-40B4-BE49-F238E27FC236}">
                          <a16:creationId xmlns:a16="http://schemas.microsoft.com/office/drawing/2014/main" id="{81BDC608-2358-4EBC-8B17-E5813A93FBE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01872" y="4557220"/>
                      <a:ext cx="548917" cy="92627"/>
                    </a:xfrm>
                    <a:prstGeom prst="rect">
                      <a:avLst/>
                    </a:prstGeom>
                    <a:solidFill>
                      <a:schemeClr val="accent2">
                        <a:lumMod val="20000"/>
                        <a:lumOff val="80000"/>
                      </a:schemeClr>
                    </a:solidFill>
                    <a:ln>
                      <a:noFill/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dirty="0"/>
                    </a:p>
                  </p:txBody>
                </p:sp>
              </p:grpSp>
              <p:sp>
                <p:nvSpPr>
                  <p:cNvPr id="295" name="文本框 294">
                    <a:extLst>
                      <a:ext uri="{FF2B5EF4-FFF2-40B4-BE49-F238E27FC236}">
                        <a16:creationId xmlns:a16="http://schemas.microsoft.com/office/drawing/2014/main" id="{B4FEF735-C238-4E13-B29A-7575F1118E3E}"/>
                      </a:ext>
                    </a:extLst>
                  </p:cNvPr>
                  <p:cNvSpPr txBox="1"/>
                  <p:nvPr/>
                </p:nvSpPr>
                <p:spPr>
                  <a:xfrm>
                    <a:off x="8428609" y="4884533"/>
                    <a:ext cx="747469" cy="16095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zh-CN" altLang="en-US" sz="800" b="1" dirty="0">
                        <a:latin typeface="+mn-ea"/>
                        <a:cs typeface="Calibri Light" panose="020F0302020204030204" pitchFamily="34" charset="0"/>
                      </a:rPr>
                      <a:t>跨模态</a:t>
                    </a:r>
                    <a:r>
                      <a:rPr lang="zh-CN" altLang="en-US" sz="700" dirty="0">
                        <a:latin typeface="+mn-ea"/>
                        <a:cs typeface="Calibri Light" panose="020F0302020204030204" pitchFamily="34" charset="0"/>
                      </a:rPr>
                      <a:t>交互</a:t>
                    </a:r>
                    <a:endParaRPr lang="zh-CN" altLang="en-US" sz="600" dirty="0">
                      <a:latin typeface="+mn-ea"/>
                      <a:cs typeface="Calibri Light" panose="020F0302020204030204" pitchFamily="34" charset="0"/>
                    </a:endParaRPr>
                  </a:p>
                </p:txBody>
              </p:sp>
              <p:sp>
                <p:nvSpPr>
                  <p:cNvPr id="309" name="矩形: 圆角 308">
                    <a:extLst>
                      <a:ext uri="{FF2B5EF4-FFF2-40B4-BE49-F238E27FC236}">
                        <a16:creationId xmlns:a16="http://schemas.microsoft.com/office/drawing/2014/main" id="{2177D769-0A61-44A0-BFA8-4F6DC18DE26E}"/>
                      </a:ext>
                    </a:extLst>
                  </p:cNvPr>
                  <p:cNvSpPr/>
                  <p:nvPr/>
                </p:nvSpPr>
                <p:spPr>
                  <a:xfrm>
                    <a:off x="8352152" y="4901945"/>
                    <a:ext cx="557466" cy="583075"/>
                  </a:xfrm>
                  <a:prstGeom prst="roundRect">
                    <a:avLst>
                      <a:gd name="adj" fmla="val 6822"/>
                    </a:avLst>
                  </a:prstGeom>
                  <a:noFill/>
                  <a:ln w="9525">
                    <a:solidFill>
                      <a:schemeClr val="tx1"/>
                    </a:solidFill>
                    <a:prstDash val="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pic>
                <p:nvPicPr>
                  <p:cNvPr id="310" name="图片 309">
                    <a:extLst>
                      <a:ext uri="{FF2B5EF4-FFF2-40B4-BE49-F238E27FC236}">
                        <a16:creationId xmlns:a16="http://schemas.microsoft.com/office/drawing/2014/main" id="{A604BA33-58AD-4BC2-89E9-5F96FD006E6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 cstate="print">
                    <a:biLevel thresh="75000"/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367949" y="4940718"/>
                    <a:ext cx="54000" cy="54000"/>
                  </a:xfrm>
                  <a:prstGeom prst="rect">
                    <a:avLst/>
                  </a:prstGeom>
                </p:spPr>
              </p:pic>
              <p:sp>
                <p:nvSpPr>
                  <p:cNvPr id="311" name="矩形 310">
                    <a:extLst>
                      <a:ext uri="{FF2B5EF4-FFF2-40B4-BE49-F238E27FC236}">
                        <a16:creationId xmlns:a16="http://schemas.microsoft.com/office/drawing/2014/main" id="{D2A4729D-50AD-4C81-8545-F6D09FA5F3E8}"/>
                      </a:ext>
                    </a:extLst>
                  </p:cNvPr>
                  <p:cNvSpPr/>
                  <p:nvPr/>
                </p:nvSpPr>
                <p:spPr>
                  <a:xfrm>
                    <a:off x="8437679" y="4914629"/>
                    <a:ext cx="50710" cy="101543"/>
                  </a:xfrm>
                  <a:prstGeom prst="rect">
                    <a:avLst/>
                  </a:prstGeom>
                  <a:solidFill>
                    <a:schemeClr val="accent2">
                      <a:lumMod val="75000"/>
                    </a:schemeClr>
                  </a:solidFill>
                  <a:ln>
                    <a:noFill/>
                    <a:prstDash val="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</p:grpSp>
            <p:sp>
              <p:nvSpPr>
                <p:cNvPr id="317" name="文本框 316">
                  <a:extLst>
                    <a:ext uri="{FF2B5EF4-FFF2-40B4-BE49-F238E27FC236}">
                      <a16:creationId xmlns:a16="http://schemas.microsoft.com/office/drawing/2014/main" id="{315D7068-DA29-4933-AC6A-C9B4DF64FB86}"/>
                    </a:ext>
                  </a:extLst>
                </p:cNvPr>
                <p:cNvSpPr txBox="1"/>
                <p:nvPr/>
              </p:nvSpPr>
              <p:spPr>
                <a:xfrm>
                  <a:off x="5942033" y="4601729"/>
                  <a:ext cx="213764" cy="18571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1000" b="1" dirty="0">
                      <a:solidFill>
                        <a:srgbClr val="F4B183"/>
                      </a:solidFill>
                      <a:latin typeface="Calibri Light" panose="020F0302020204030204" pitchFamily="34" charset="0"/>
                      <a:ea typeface="Calibri Light" panose="020F0302020204030204" pitchFamily="34" charset="0"/>
                      <a:cs typeface="Calibri Light" panose="020F0302020204030204" pitchFamily="34" charset="0"/>
                    </a:rPr>
                    <a:t>&amp;</a:t>
                  </a:r>
                  <a:endParaRPr lang="zh-CN" altLang="en-US" sz="2400" b="1" dirty="0">
                    <a:solidFill>
                      <a:srgbClr val="F4B183"/>
                    </a:solidFill>
                    <a:latin typeface="Calibri Light" panose="020F0302020204030204" pitchFamily="34" charset="0"/>
                    <a:ea typeface="黑体" panose="02010609060101010101" pitchFamily="49" charset="-122"/>
                    <a:cs typeface="Calibri Light" panose="020F0302020204030204" pitchFamily="34" charset="0"/>
                  </a:endParaRPr>
                </a:p>
              </p:txBody>
            </p:sp>
            <p:sp>
              <p:nvSpPr>
                <p:cNvPr id="328" name="矩形: 圆角 327">
                  <a:extLst>
                    <a:ext uri="{FF2B5EF4-FFF2-40B4-BE49-F238E27FC236}">
                      <a16:creationId xmlns:a16="http://schemas.microsoft.com/office/drawing/2014/main" id="{92C033F8-917A-4CFE-A305-A1C9B0D4C278}"/>
                    </a:ext>
                  </a:extLst>
                </p:cNvPr>
                <p:cNvSpPr/>
                <p:nvPr/>
              </p:nvSpPr>
              <p:spPr>
                <a:xfrm>
                  <a:off x="5055102" y="4065578"/>
                  <a:ext cx="454926" cy="121689"/>
                </a:xfrm>
                <a:prstGeom prst="round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7" name="文本框 326">
                  <a:extLst>
                    <a:ext uri="{FF2B5EF4-FFF2-40B4-BE49-F238E27FC236}">
                      <a16:creationId xmlns:a16="http://schemas.microsoft.com/office/drawing/2014/main" id="{AA3B6CC2-2A2F-4457-A071-FC016EB96765}"/>
                    </a:ext>
                  </a:extLst>
                </p:cNvPr>
                <p:cNvSpPr txBox="1"/>
                <p:nvPr/>
              </p:nvSpPr>
              <p:spPr>
                <a:xfrm>
                  <a:off x="4761945" y="3997709"/>
                  <a:ext cx="870217" cy="193352"/>
                </a:xfrm>
                <a:prstGeom prst="rect">
                  <a:avLst/>
                </a:prstGeom>
                <a:noFill/>
              </p:spPr>
              <p:txBody>
                <a:bodyPr vert="horz" wrap="square" rtlCol="0" anchor="ctr">
                  <a:spAutoFit/>
                </a:bodyPr>
                <a:lstStyle/>
                <a:p>
                  <a:pPr marL="135450" algn="ctr"/>
                  <a:r>
                    <a:rPr lang="zh-CN" altLang="en-US" sz="1100" b="1" dirty="0">
                      <a:latin typeface="黑体" panose="02010609060101010101" pitchFamily="49" charset="-122"/>
                      <a:ea typeface="黑体" panose="02010609060101010101" pitchFamily="49" charset="-122"/>
                      <a:cs typeface="Calibri Light" panose="020F0302020204030204" pitchFamily="34" charset="0"/>
                    </a:rPr>
                    <a:t>感统整合</a:t>
                  </a:r>
                  <a:endParaRPr lang="zh-CN" altLang="en-US" sz="1100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Calibri Light" panose="020F0302020204030204" pitchFamily="34" charset="0"/>
                  </a:endParaRPr>
                </a:p>
              </p:txBody>
            </p:sp>
            <p:grpSp>
              <p:nvGrpSpPr>
                <p:cNvPr id="329" name="组合 328">
                  <a:extLst>
                    <a:ext uri="{FF2B5EF4-FFF2-40B4-BE49-F238E27FC236}">
                      <a16:creationId xmlns:a16="http://schemas.microsoft.com/office/drawing/2014/main" id="{353CEC3E-E519-4AF9-8909-9FF4A9D25729}"/>
                    </a:ext>
                  </a:extLst>
                </p:cNvPr>
                <p:cNvGrpSpPr/>
                <p:nvPr/>
              </p:nvGrpSpPr>
              <p:grpSpPr>
                <a:xfrm>
                  <a:off x="4646285" y="4225951"/>
                  <a:ext cx="1110204" cy="334844"/>
                  <a:chOff x="3598607" y="3383145"/>
                  <a:chExt cx="1110204" cy="334844"/>
                </a:xfrm>
              </p:grpSpPr>
              <p:sp>
                <p:nvSpPr>
                  <p:cNvPr id="330" name="矩形: 圆角 329">
                    <a:extLst>
                      <a:ext uri="{FF2B5EF4-FFF2-40B4-BE49-F238E27FC236}">
                        <a16:creationId xmlns:a16="http://schemas.microsoft.com/office/drawing/2014/main" id="{E403EDDF-DC6F-4C9A-AF6F-33339C02CB70}"/>
                      </a:ext>
                    </a:extLst>
                  </p:cNvPr>
                  <p:cNvSpPr/>
                  <p:nvPr/>
                </p:nvSpPr>
                <p:spPr>
                  <a:xfrm>
                    <a:off x="3970638" y="3475734"/>
                    <a:ext cx="451909" cy="197310"/>
                  </a:xfrm>
                  <a:prstGeom prst="roundRect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331" name="文本框 330">
                    <a:extLst>
                      <a:ext uri="{FF2B5EF4-FFF2-40B4-BE49-F238E27FC236}">
                        <a16:creationId xmlns:a16="http://schemas.microsoft.com/office/drawing/2014/main" id="{4E9098C1-EF68-43DA-8B1D-58816A8DB2E2}"/>
                      </a:ext>
                    </a:extLst>
                  </p:cNvPr>
                  <p:cNvSpPr txBox="1"/>
                  <p:nvPr/>
                </p:nvSpPr>
                <p:spPr>
                  <a:xfrm>
                    <a:off x="3728943" y="3383145"/>
                    <a:ext cx="849531" cy="215444"/>
                  </a:xfrm>
                  <a:prstGeom prst="rect">
                    <a:avLst/>
                  </a:prstGeom>
                  <a:noFill/>
                </p:spPr>
                <p:txBody>
                  <a:bodyPr vert="horz" wrap="square" rtlCol="0" anchor="ctr">
                    <a:spAutoFit/>
                  </a:bodyPr>
                  <a:lstStyle/>
                  <a:p>
                    <a:pPr marL="135450" algn="ctr"/>
                    <a:r>
                      <a:rPr lang="en-US" altLang="zh-CN" sz="800" kern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Calibri Light" panose="020F0302020204030204" pitchFamily="34" charset="0"/>
                        <a:cs typeface="Times New Roman" panose="02020603050405020304" pitchFamily="18" charset="0"/>
                      </a:rPr>
                      <a:t>HEBBIAN</a:t>
                    </a:r>
                    <a:endParaRPr lang="zh-CN" altLang="en-US" sz="800" kern="24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32" name="文本框 331">
                    <a:extLst>
                      <a:ext uri="{FF2B5EF4-FFF2-40B4-BE49-F238E27FC236}">
                        <a16:creationId xmlns:a16="http://schemas.microsoft.com/office/drawing/2014/main" id="{29E66ED9-7746-4C97-ABA7-60061BE3A1E5}"/>
                      </a:ext>
                    </a:extLst>
                  </p:cNvPr>
                  <p:cNvSpPr txBox="1"/>
                  <p:nvPr/>
                </p:nvSpPr>
                <p:spPr>
                  <a:xfrm>
                    <a:off x="3598607" y="3487157"/>
                    <a:ext cx="1110204" cy="230832"/>
                  </a:xfrm>
                  <a:prstGeom prst="rect">
                    <a:avLst/>
                  </a:prstGeom>
                  <a:noFill/>
                </p:spPr>
                <p:txBody>
                  <a:bodyPr vert="horz" wrap="square" rtlCol="0" anchor="ctr">
                    <a:spAutoFit/>
                  </a:bodyPr>
                  <a:lstStyle/>
                  <a:p>
                    <a:pPr marL="135450" algn="ctr"/>
                    <a:r>
                      <a:rPr lang="zh-CN" altLang="en-US" sz="900" b="1" kern="2400" dirty="0">
                        <a:solidFill>
                          <a:srgbClr val="FF0000"/>
                        </a:solidFill>
                        <a:latin typeface="+mn-ea"/>
                        <a:cs typeface="Calibri Light" panose="020F0302020204030204" pitchFamily="34" charset="0"/>
                      </a:rPr>
                      <a:t>赫布准则</a:t>
                    </a:r>
                    <a:endParaRPr lang="zh-CN" altLang="en-US" sz="1000" b="1" kern="2400" dirty="0">
                      <a:solidFill>
                        <a:srgbClr val="FF0000"/>
                      </a:solidFill>
                      <a:latin typeface="+mn-ea"/>
                      <a:cs typeface="Calibri Light" panose="020F0302020204030204" pitchFamily="34" charset="0"/>
                    </a:endParaRPr>
                  </a:p>
                </p:txBody>
              </p:sp>
              <p:sp>
                <p:nvSpPr>
                  <p:cNvPr id="333" name="矩形 332">
                    <a:extLst>
                      <a:ext uri="{FF2B5EF4-FFF2-40B4-BE49-F238E27FC236}">
                        <a16:creationId xmlns:a16="http://schemas.microsoft.com/office/drawing/2014/main" id="{DD692855-32C3-43B0-A124-1E9EB86A63A0}"/>
                      </a:ext>
                    </a:extLst>
                  </p:cNvPr>
                  <p:cNvSpPr/>
                  <p:nvPr/>
                </p:nvSpPr>
                <p:spPr>
                  <a:xfrm>
                    <a:off x="3953098" y="3432979"/>
                    <a:ext cx="516016" cy="269623"/>
                  </a:xfrm>
                  <a:prstGeom prst="rect">
                    <a:avLst/>
                  </a:prstGeom>
                  <a:noFill/>
                  <a:ln>
                    <a:solidFill>
                      <a:srgbClr val="FF0000"/>
                    </a:solidFill>
                    <a:prstDash val="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209" name="文本框 208">
                  <a:extLst>
                    <a:ext uri="{FF2B5EF4-FFF2-40B4-BE49-F238E27FC236}">
                      <a16:creationId xmlns:a16="http://schemas.microsoft.com/office/drawing/2014/main" id="{0D254EEA-BEED-4A0F-BE34-41C893367A86}"/>
                    </a:ext>
                  </a:extLst>
                </p:cNvPr>
                <p:cNvSpPr txBox="1"/>
                <p:nvPr/>
              </p:nvSpPr>
              <p:spPr>
                <a:xfrm>
                  <a:off x="5028567" y="2487422"/>
                  <a:ext cx="507798" cy="2274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700" b="1" dirty="0">
                      <a:latin typeface="+mn-ea"/>
                    </a:rPr>
                    <a:t>生物感官感知外界刺激</a:t>
                  </a:r>
                </a:p>
              </p:txBody>
            </p:sp>
            <p:grpSp>
              <p:nvGrpSpPr>
                <p:cNvPr id="222" name="组合 221">
                  <a:extLst>
                    <a:ext uri="{FF2B5EF4-FFF2-40B4-BE49-F238E27FC236}">
                      <a16:creationId xmlns:a16="http://schemas.microsoft.com/office/drawing/2014/main" id="{CB1101E1-7FA2-487F-BE73-22FAC1F9C3ED}"/>
                    </a:ext>
                  </a:extLst>
                </p:cNvPr>
                <p:cNvGrpSpPr/>
                <p:nvPr/>
              </p:nvGrpSpPr>
              <p:grpSpPr>
                <a:xfrm>
                  <a:off x="5040371" y="2485047"/>
                  <a:ext cx="405248" cy="210778"/>
                  <a:chOff x="4369492" y="2596818"/>
                  <a:chExt cx="405248" cy="210778"/>
                </a:xfrm>
              </p:grpSpPr>
              <p:sp>
                <p:nvSpPr>
                  <p:cNvPr id="353" name="直角三角形 352">
                    <a:extLst>
                      <a:ext uri="{FF2B5EF4-FFF2-40B4-BE49-F238E27FC236}">
                        <a16:creationId xmlns:a16="http://schemas.microsoft.com/office/drawing/2014/main" id="{35DF3553-FD01-4717-AD4B-BAC962C9C522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4371611" y="2594701"/>
                    <a:ext cx="36000" cy="40238"/>
                  </a:xfrm>
                  <a:prstGeom prst="rtTriangl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54" name="直角三角形 353">
                    <a:extLst>
                      <a:ext uri="{FF2B5EF4-FFF2-40B4-BE49-F238E27FC236}">
                        <a16:creationId xmlns:a16="http://schemas.microsoft.com/office/drawing/2014/main" id="{11A07A43-3D6E-4870-90E4-95B74FEA435D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4406540" y="2594699"/>
                    <a:ext cx="36000" cy="40238"/>
                  </a:xfrm>
                  <a:prstGeom prst="rtTriangl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355" name="直接连接符 354">
                    <a:extLst>
                      <a:ext uri="{FF2B5EF4-FFF2-40B4-BE49-F238E27FC236}">
                        <a16:creationId xmlns:a16="http://schemas.microsoft.com/office/drawing/2014/main" id="{D7DC719E-7A31-4A21-A624-BC7F91354A9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429845" y="2807596"/>
                    <a:ext cx="344895" cy="0"/>
                  </a:xfrm>
                  <a:prstGeom prst="line">
                    <a:avLst/>
                  </a:prstGeom>
                  <a:ln w="95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57" name="组合 356">
                  <a:extLst>
                    <a:ext uri="{FF2B5EF4-FFF2-40B4-BE49-F238E27FC236}">
                      <a16:creationId xmlns:a16="http://schemas.microsoft.com/office/drawing/2014/main" id="{8FCD5AFF-5F1A-404E-9685-773D41BCD90E}"/>
                    </a:ext>
                  </a:extLst>
                </p:cNvPr>
                <p:cNvGrpSpPr/>
                <p:nvPr/>
              </p:nvGrpSpPr>
              <p:grpSpPr>
                <a:xfrm>
                  <a:off x="5038225" y="3559581"/>
                  <a:ext cx="405316" cy="202648"/>
                  <a:chOff x="4351397" y="2571283"/>
                  <a:chExt cx="405316" cy="202648"/>
                </a:xfrm>
              </p:grpSpPr>
              <p:sp>
                <p:nvSpPr>
                  <p:cNvPr id="358" name="直角三角形 357">
                    <a:extLst>
                      <a:ext uri="{FF2B5EF4-FFF2-40B4-BE49-F238E27FC236}">
                        <a16:creationId xmlns:a16="http://schemas.microsoft.com/office/drawing/2014/main" id="{ABBC1FBE-EA2C-4B74-8CF9-2CB39EDE2A27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4353516" y="2569166"/>
                    <a:ext cx="36000" cy="40238"/>
                  </a:xfrm>
                  <a:prstGeom prst="rtTriangl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59" name="直角三角形 358">
                    <a:extLst>
                      <a:ext uri="{FF2B5EF4-FFF2-40B4-BE49-F238E27FC236}">
                        <a16:creationId xmlns:a16="http://schemas.microsoft.com/office/drawing/2014/main" id="{1EB578F8-0F51-4ED3-8D60-6DAE30042069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4388445" y="2569164"/>
                    <a:ext cx="36000" cy="40238"/>
                  </a:xfrm>
                  <a:prstGeom prst="rtTriangl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360" name="直接连接符 359">
                    <a:extLst>
                      <a:ext uri="{FF2B5EF4-FFF2-40B4-BE49-F238E27FC236}">
                        <a16:creationId xmlns:a16="http://schemas.microsoft.com/office/drawing/2014/main" id="{F9AEA104-D028-4487-B0ED-D1EC64317B9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411818" y="2773931"/>
                    <a:ext cx="344895" cy="0"/>
                  </a:xfrm>
                  <a:prstGeom prst="line">
                    <a:avLst/>
                  </a:prstGeom>
                  <a:ln w="95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61" name="文本框 360">
                  <a:extLst>
                    <a:ext uri="{FF2B5EF4-FFF2-40B4-BE49-F238E27FC236}">
                      <a16:creationId xmlns:a16="http://schemas.microsoft.com/office/drawing/2014/main" id="{EFACD7D7-CABA-4CEB-AAA2-F4C6C95E2443}"/>
                    </a:ext>
                  </a:extLst>
                </p:cNvPr>
                <p:cNvSpPr txBox="1"/>
                <p:nvPr/>
              </p:nvSpPr>
              <p:spPr>
                <a:xfrm>
                  <a:off x="5020120" y="3563190"/>
                  <a:ext cx="567350" cy="2274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700" b="1" dirty="0">
                      <a:latin typeface="+mn-ea"/>
                    </a:rPr>
                    <a:t>突触传递学习单一刺激</a:t>
                  </a:r>
                </a:p>
              </p:txBody>
            </p:sp>
            <p:grpSp>
              <p:nvGrpSpPr>
                <p:cNvPr id="362" name="组合 361">
                  <a:extLst>
                    <a:ext uri="{FF2B5EF4-FFF2-40B4-BE49-F238E27FC236}">
                      <a16:creationId xmlns:a16="http://schemas.microsoft.com/office/drawing/2014/main" id="{D0A7555F-3917-4D95-A3B0-A2E6C56955BC}"/>
                    </a:ext>
                  </a:extLst>
                </p:cNvPr>
                <p:cNvGrpSpPr/>
                <p:nvPr/>
              </p:nvGrpSpPr>
              <p:grpSpPr>
                <a:xfrm>
                  <a:off x="5036423" y="4649261"/>
                  <a:ext cx="428685" cy="198074"/>
                  <a:chOff x="4352934" y="2543566"/>
                  <a:chExt cx="428685" cy="198074"/>
                </a:xfrm>
              </p:grpSpPr>
              <p:sp>
                <p:nvSpPr>
                  <p:cNvPr id="363" name="直角三角形 362">
                    <a:extLst>
                      <a:ext uri="{FF2B5EF4-FFF2-40B4-BE49-F238E27FC236}">
                        <a16:creationId xmlns:a16="http://schemas.microsoft.com/office/drawing/2014/main" id="{F40EECE6-C264-49CF-8EDC-223FA05D8E4A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4355053" y="2541450"/>
                    <a:ext cx="36000" cy="40238"/>
                  </a:xfrm>
                  <a:prstGeom prst="rtTriangl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64" name="直角三角形 363">
                    <a:extLst>
                      <a:ext uri="{FF2B5EF4-FFF2-40B4-BE49-F238E27FC236}">
                        <a16:creationId xmlns:a16="http://schemas.microsoft.com/office/drawing/2014/main" id="{9F5F604E-5A1D-4683-BD5B-6E82177A725F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4389982" y="2541447"/>
                    <a:ext cx="36000" cy="40238"/>
                  </a:xfrm>
                  <a:prstGeom prst="rtTriangl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365" name="直接连接符 364">
                    <a:extLst>
                      <a:ext uri="{FF2B5EF4-FFF2-40B4-BE49-F238E27FC236}">
                        <a16:creationId xmlns:a16="http://schemas.microsoft.com/office/drawing/2014/main" id="{5E09789E-03EF-41D1-8A3F-79BE95652FD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407982" y="2741640"/>
                    <a:ext cx="373637" cy="0"/>
                  </a:xfrm>
                  <a:prstGeom prst="line">
                    <a:avLst/>
                  </a:prstGeom>
                  <a:ln w="95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66" name="文本框 365">
                  <a:extLst>
                    <a:ext uri="{FF2B5EF4-FFF2-40B4-BE49-F238E27FC236}">
                      <a16:creationId xmlns:a16="http://schemas.microsoft.com/office/drawing/2014/main" id="{77498197-BC49-4223-8AC7-E67BAA4086CF}"/>
                    </a:ext>
                  </a:extLst>
                </p:cNvPr>
                <p:cNvSpPr txBox="1"/>
                <p:nvPr/>
              </p:nvSpPr>
              <p:spPr>
                <a:xfrm>
                  <a:off x="5019177" y="4640835"/>
                  <a:ext cx="503297" cy="2274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700" b="1" dirty="0">
                      <a:latin typeface="+mn-ea"/>
                    </a:rPr>
                    <a:t>多元刺激跨模态间作用</a:t>
                  </a:r>
                </a:p>
              </p:txBody>
            </p:sp>
          </p:grp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A9F935F8-837C-49C0-B09D-85B3DFEED58D}"/>
                </a:ext>
              </a:extLst>
            </p:cNvPr>
            <p:cNvGrpSpPr/>
            <p:nvPr/>
          </p:nvGrpSpPr>
          <p:grpSpPr>
            <a:xfrm>
              <a:off x="2409483" y="3575706"/>
              <a:ext cx="368502" cy="1357425"/>
              <a:chOff x="2223830" y="3388570"/>
              <a:chExt cx="368502" cy="1357425"/>
            </a:xfrm>
          </p:grpSpPr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F326EBA0-892D-46BE-8CA4-7253B47096CB}"/>
                  </a:ext>
                </a:extLst>
              </p:cNvPr>
              <p:cNvSpPr/>
              <p:nvPr/>
            </p:nvSpPr>
            <p:spPr>
              <a:xfrm>
                <a:off x="2258510" y="4544940"/>
                <a:ext cx="226778" cy="165215"/>
              </a:xfrm>
              <a:prstGeom prst="rect">
                <a:avLst/>
              </a:prstGeom>
              <a:solidFill>
                <a:srgbClr val="FF0000">
                  <a:alpha val="21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" name="组合 6">
                <a:extLst>
                  <a:ext uri="{FF2B5EF4-FFF2-40B4-BE49-F238E27FC236}">
                    <a16:creationId xmlns:a16="http://schemas.microsoft.com/office/drawing/2014/main" id="{961C8B05-FC14-492E-8D8A-41F12EC34165}"/>
                  </a:ext>
                </a:extLst>
              </p:cNvPr>
              <p:cNvGrpSpPr/>
              <p:nvPr/>
            </p:nvGrpSpPr>
            <p:grpSpPr>
              <a:xfrm>
                <a:off x="2223830" y="3388570"/>
                <a:ext cx="368502" cy="1357425"/>
                <a:chOff x="2223830" y="3388570"/>
                <a:chExt cx="368502" cy="1357425"/>
              </a:xfrm>
            </p:grpSpPr>
            <p:sp>
              <p:nvSpPr>
                <p:cNvPr id="206" name="文本框 205">
                  <a:extLst>
                    <a:ext uri="{FF2B5EF4-FFF2-40B4-BE49-F238E27FC236}">
                      <a16:creationId xmlns:a16="http://schemas.microsoft.com/office/drawing/2014/main" id="{60E8FACD-E284-4878-80BC-FDCB110371FA}"/>
                    </a:ext>
                  </a:extLst>
                </p:cNvPr>
                <p:cNvSpPr txBox="1"/>
                <p:nvPr/>
              </p:nvSpPr>
              <p:spPr>
                <a:xfrm>
                  <a:off x="2233228" y="4542922"/>
                  <a:ext cx="343251" cy="14785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700" b="1" dirty="0">
                      <a:solidFill>
                        <a:srgbClr val="FF0000"/>
                      </a:solidFill>
                      <a:latin typeface="Arial Black" panose="020B0A04020102020204" pitchFamily="34" charset="0"/>
                      <a:ea typeface="黑体" panose="02010609060101010101" pitchFamily="49" charset="-122"/>
                      <a:cs typeface="Calibri Light" panose="020F0302020204030204" pitchFamily="34" charset="0"/>
                    </a:rPr>
                    <a:t>MM</a:t>
                  </a:r>
                  <a:endParaRPr lang="zh-CN" altLang="en-US" sz="700" b="1" dirty="0">
                    <a:latin typeface="Arial Black" panose="020B0A04020102020204" pitchFamily="34" charset="0"/>
                    <a:ea typeface="黑体" panose="02010609060101010101" pitchFamily="49" charset="-122"/>
                  </a:endParaRPr>
                </a:p>
              </p:txBody>
            </p:sp>
            <p:grpSp>
              <p:nvGrpSpPr>
                <p:cNvPr id="6" name="组合 5">
                  <a:extLst>
                    <a:ext uri="{FF2B5EF4-FFF2-40B4-BE49-F238E27FC236}">
                      <a16:creationId xmlns:a16="http://schemas.microsoft.com/office/drawing/2014/main" id="{AD15ADE9-E736-495B-8D80-D40342F4B1CF}"/>
                    </a:ext>
                  </a:extLst>
                </p:cNvPr>
                <p:cNvGrpSpPr/>
                <p:nvPr/>
              </p:nvGrpSpPr>
              <p:grpSpPr>
                <a:xfrm>
                  <a:off x="2223830" y="3388570"/>
                  <a:ext cx="368502" cy="1357425"/>
                  <a:chOff x="2223830" y="3388570"/>
                  <a:chExt cx="368502" cy="1357425"/>
                </a:xfrm>
              </p:grpSpPr>
              <p:sp>
                <p:nvSpPr>
                  <p:cNvPr id="207" name="文本框 206">
                    <a:extLst>
                      <a:ext uri="{FF2B5EF4-FFF2-40B4-BE49-F238E27FC236}">
                        <a16:creationId xmlns:a16="http://schemas.microsoft.com/office/drawing/2014/main" id="{0BD31581-E691-42D6-8381-04AEDE7603AB}"/>
                      </a:ext>
                    </a:extLst>
                  </p:cNvPr>
                  <p:cNvSpPr txBox="1"/>
                  <p:nvPr/>
                </p:nvSpPr>
                <p:spPr>
                  <a:xfrm>
                    <a:off x="2239526" y="4598138"/>
                    <a:ext cx="352806" cy="14785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altLang="zh-CN" sz="700" b="1" dirty="0">
                        <a:solidFill>
                          <a:srgbClr val="FF0000"/>
                        </a:solidFill>
                        <a:latin typeface="Arial Black" panose="020B0A04020102020204" pitchFamily="34" charset="0"/>
                        <a:ea typeface="黑体" panose="02010609060101010101" pitchFamily="49" charset="-122"/>
                        <a:cs typeface="Calibri Light" panose="020F0302020204030204" pitchFamily="34" charset="0"/>
                      </a:rPr>
                      <a:t>AM</a:t>
                    </a:r>
                  </a:p>
                </p:txBody>
              </p:sp>
              <p:grpSp>
                <p:nvGrpSpPr>
                  <p:cNvPr id="5" name="组合 4">
                    <a:extLst>
                      <a:ext uri="{FF2B5EF4-FFF2-40B4-BE49-F238E27FC236}">
                        <a16:creationId xmlns:a16="http://schemas.microsoft.com/office/drawing/2014/main" id="{430BEDD3-48BF-4B36-B8B1-F8BFEC738749}"/>
                      </a:ext>
                    </a:extLst>
                  </p:cNvPr>
                  <p:cNvGrpSpPr/>
                  <p:nvPr/>
                </p:nvGrpSpPr>
                <p:grpSpPr>
                  <a:xfrm>
                    <a:off x="2223830" y="3388570"/>
                    <a:ext cx="322204" cy="1234936"/>
                    <a:chOff x="2223830" y="3388570"/>
                    <a:chExt cx="322204" cy="1234936"/>
                  </a:xfrm>
                </p:grpSpPr>
                <p:sp>
                  <p:nvSpPr>
                    <p:cNvPr id="201" name="文本框 200">
                      <a:extLst>
                        <a:ext uri="{FF2B5EF4-FFF2-40B4-BE49-F238E27FC236}">
                          <a16:creationId xmlns:a16="http://schemas.microsoft.com/office/drawing/2014/main" id="{4E8BD655-B5CC-4EE6-80EC-60F37AF7B202}"/>
                        </a:ext>
                      </a:extLst>
                    </p:cNvPr>
                    <p:cNvSpPr txBox="1"/>
                    <p:nvPr/>
                  </p:nvSpPr>
                  <p:spPr>
                    <a:xfrm rot="16200000">
                      <a:off x="1911468" y="4126855"/>
                      <a:ext cx="809013" cy="184289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r>
                        <a:rPr lang="zh-CN" altLang="en-US" sz="900" b="1" spc="110" dirty="0">
                          <a:solidFill>
                            <a:schemeClr val="bg1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多感官整合</a:t>
                      </a:r>
                    </a:p>
                  </p:txBody>
                </p:sp>
                <p:grpSp>
                  <p:nvGrpSpPr>
                    <p:cNvPr id="3" name="组合 2">
                      <a:extLst>
                        <a:ext uri="{FF2B5EF4-FFF2-40B4-BE49-F238E27FC236}">
                          <a16:creationId xmlns:a16="http://schemas.microsoft.com/office/drawing/2014/main" id="{725FFB88-3F55-48BE-BB46-D0B50719AC4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322561" y="3388570"/>
                      <a:ext cx="223473" cy="1217253"/>
                      <a:chOff x="2322561" y="3388570"/>
                      <a:chExt cx="223473" cy="1217253"/>
                    </a:xfrm>
                  </p:grpSpPr>
                  <p:sp>
                    <p:nvSpPr>
                      <p:cNvPr id="203" name="文本框 202">
                        <a:extLst>
                          <a:ext uri="{FF2B5EF4-FFF2-40B4-BE49-F238E27FC236}">
                            <a16:creationId xmlns:a16="http://schemas.microsoft.com/office/drawing/2014/main" id="{1B1D105E-DCF3-4E56-98CF-5A53039A66D0}"/>
                          </a:ext>
                        </a:extLst>
                      </p:cNvPr>
                      <p:cNvSpPr txBox="1"/>
                      <p:nvPr/>
                    </p:nvSpPr>
                    <p:spPr>
                      <a:xfrm rot="16200000">
                        <a:off x="2036747" y="4168980"/>
                        <a:ext cx="722657" cy="15102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r>
                          <a:rPr lang="en-US" altLang="zh-CN" sz="500" dirty="0">
                            <a:solidFill>
                              <a:schemeClr val="bg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Multisensory Mutual</a:t>
                        </a:r>
                        <a:endParaRPr lang="zh-CN" altLang="en-US" sz="5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05" name="文本框 204">
                        <a:extLst>
                          <a:ext uri="{FF2B5EF4-FFF2-40B4-BE49-F238E27FC236}">
                            <a16:creationId xmlns:a16="http://schemas.microsoft.com/office/drawing/2014/main" id="{4C40077B-49C3-49AD-80FB-F947558CC58F}"/>
                          </a:ext>
                        </a:extLst>
                      </p:cNvPr>
                      <p:cNvSpPr txBox="1"/>
                      <p:nvPr/>
                    </p:nvSpPr>
                    <p:spPr>
                      <a:xfrm rot="16200000">
                        <a:off x="1852769" y="3912558"/>
                        <a:ext cx="1217253" cy="16927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r>
                          <a:rPr lang="en-US" altLang="zh-CN" sz="500" dirty="0">
                            <a:solidFill>
                              <a:schemeClr val="bg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Associative Memory</a:t>
                        </a:r>
                        <a:endParaRPr lang="zh-CN" altLang="en-US" sz="1200" dirty="0"/>
                      </a:p>
                    </p:txBody>
                  </p:sp>
                </p:grpSp>
              </p:grpSp>
            </p:grpSp>
          </p:grpSp>
        </p:grpSp>
      </p:grpSp>
      <p:sp>
        <p:nvSpPr>
          <p:cNvPr id="342" name="矩形 341">
            <a:extLst>
              <a:ext uri="{FF2B5EF4-FFF2-40B4-BE49-F238E27FC236}">
                <a16:creationId xmlns:a16="http://schemas.microsoft.com/office/drawing/2014/main" id="{6CBE789A-E5C6-48E0-A3F4-525658CC0FC1}"/>
              </a:ext>
            </a:extLst>
          </p:cNvPr>
          <p:cNvSpPr/>
          <p:nvPr/>
        </p:nvSpPr>
        <p:spPr>
          <a:xfrm>
            <a:off x="8645079" y="4184878"/>
            <a:ext cx="797295" cy="160667"/>
          </a:xfrm>
          <a:prstGeom prst="rect">
            <a:avLst/>
          </a:prstGeom>
          <a:solidFill>
            <a:schemeClr val="accent1">
              <a:lumMod val="75000"/>
              <a:alpha val="41000"/>
            </a:schemeClr>
          </a:solidFill>
          <a:ln w="9525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0" name="文本框 339">
            <a:extLst>
              <a:ext uri="{FF2B5EF4-FFF2-40B4-BE49-F238E27FC236}">
                <a16:creationId xmlns:a16="http://schemas.microsoft.com/office/drawing/2014/main" id="{E298D3B7-FA24-416E-A440-155FD5674A08}"/>
              </a:ext>
            </a:extLst>
          </p:cNvPr>
          <p:cNvSpPr txBox="1"/>
          <p:nvPr/>
        </p:nvSpPr>
        <p:spPr>
          <a:xfrm>
            <a:off x="8480781" y="4143911"/>
            <a:ext cx="190392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72000">
              <a:buFont typeface="Arial" panose="020B0604020202020204" pitchFamily="34" charset="0"/>
              <a:buChar char="•"/>
            </a:pPr>
            <a:r>
              <a:rPr lang="zh-CN" altLang="en-US" sz="9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忆阻输出电压值唤起反应</a:t>
            </a:r>
          </a:p>
        </p:txBody>
      </p:sp>
      <p:sp>
        <p:nvSpPr>
          <p:cNvPr id="225" name="箭头: 右 224">
            <a:extLst>
              <a:ext uri="{FF2B5EF4-FFF2-40B4-BE49-F238E27FC236}">
                <a16:creationId xmlns:a16="http://schemas.microsoft.com/office/drawing/2014/main" id="{8277F467-94CA-4173-8FB3-1379CD2E6661}"/>
              </a:ext>
            </a:extLst>
          </p:cNvPr>
          <p:cNvSpPr/>
          <p:nvPr/>
        </p:nvSpPr>
        <p:spPr>
          <a:xfrm>
            <a:off x="4462952" y="1526106"/>
            <a:ext cx="205111" cy="111232"/>
          </a:xfrm>
          <a:prstGeom prst="rightArrow">
            <a:avLst>
              <a:gd name="adj1" fmla="val 33559"/>
              <a:gd name="adj2" fmla="val 109179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6" name="矩形 225">
            <a:extLst>
              <a:ext uri="{FF2B5EF4-FFF2-40B4-BE49-F238E27FC236}">
                <a16:creationId xmlns:a16="http://schemas.microsoft.com/office/drawing/2014/main" id="{D521342B-7323-4462-BC83-FC2C5CD957C2}"/>
              </a:ext>
            </a:extLst>
          </p:cNvPr>
          <p:cNvSpPr/>
          <p:nvPr/>
        </p:nvSpPr>
        <p:spPr>
          <a:xfrm flipV="1">
            <a:off x="4176191" y="3064222"/>
            <a:ext cx="295966" cy="496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2" name="矩形 371">
            <a:extLst>
              <a:ext uri="{FF2B5EF4-FFF2-40B4-BE49-F238E27FC236}">
                <a16:creationId xmlns:a16="http://schemas.microsoft.com/office/drawing/2014/main" id="{35D7022E-4A6C-4EB2-B980-3429F3C5484B}"/>
              </a:ext>
            </a:extLst>
          </p:cNvPr>
          <p:cNvSpPr/>
          <p:nvPr/>
        </p:nvSpPr>
        <p:spPr>
          <a:xfrm rot="16200000">
            <a:off x="3704336" y="2308215"/>
            <a:ext cx="1551876" cy="5949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37" name="组合 436">
            <a:extLst>
              <a:ext uri="{FF2B5EF4-FFF2-40B4-BE49-F238E27FC236}">
                <a16:creationId xmlns:a16="http://schemas.microsoft.com/office/drawing/2014/main" id="{AAF3B444-B19E-4D61-BD6C-4EBD3584F785}"/>
              </a:ext>
            </a:extLst>
          </p:cNvPr>
          <p:cNvGrpSpPr/>
          <p:nvPr/>
        </p:nvGrpSpPr>
        <p:grpSpPr>
          <a:xfrm>
            <a:off x="4662240" y="398225"/>
            <a:ext cx="6014424" cy="2873749"/>
            <a:chOff x="2623664" y="952376"/>
            <a:chExt cx="6014424" cy="2873749"/>
          </a:xfrm>
        </p:grpSpPr>
        <p:sp>
          <p:nvSpPr>
            <p:cNvPr id="438" name="矩形 437">
              <a:extLst>
                <a:ext uri="{FF2B5EF4-FFF2-40B4-BE49-F238E27FC236}">
                  <a16:creationId xmlns:a16="http://schemas.microsoft.com/office/drawing/2014/main" id="{B1F66890-1828-41B3-9C50-67D444F2AF61}"/>
                </a:ext>
              </a:extLst>
            </p:cNvPr>
            <p:cNvSpPr/>
            <p:nvPr/>
          </p:nvSpPr>
          <p:spPr>
            <a:xfrm>
              <a:off x="6833707" y="2036487"/>
              <a:ext cx="900670" cy="601560"/>
            </a:xfrm>
            <a:prstGeom prst="rect">
              <a:avLst/>
            </a:prstGeom>
            <a:solidFill>
              <a:srgbClr val="ECF5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9" name="矩形 438">
              <a:extLst>
                <a:ext uri="{FF2B5EF4-FFF2-40B4-BE49-F238E27FC236}">
                  <a16:creationId xmlns:a16="http://schemas.microsoft.com/office/drawing/2014/main" id="{C383654A-4D14-41DC-A7CE-B21685B3359B}"/>
                </a:ext>
              </a:extLst>
            </p:cNvPr>
            <p:cNvSpPr/>
            <p:nvPr/>
          </p:nvSpPr>
          <p:spPr>
            <a:xfrm>
              <a:off x="5783493" y="2027915"/>
              <a:ext cx="907959" cy="290627"/>
            </a:xfrm>
            <a:prstGeom prst="rect">
              <a:avLst/>
            </a:prstGeom>
            <a:solidFill>
              <a:srgbClr val="ECF5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0" name="矩形 439">
              <a:extLst>
                <a:ext uri="{FF2B5EF4-FFF2-40B4-BE49-F238E27FC236}">
                  <a16:creationId xmlns:a16="http://schemas.microsoft.com/office/drawing/2014/main" id="{4EF20B9F-AB84-43C9-8ED8-7E9422F409B0}"/>
                </a:ext>
              </a:extLst>
            </p:cNvPr>
            <p:cNvSpPr/>
            <p:nvPr/>
          </p:nvSpPr>
          <p:spPr>
            <a:xfrm>
              <a:off x="3349385" y="2023030"/>
              <a:ext cx="900670" cy="601560"/>
            </a:xfrm>
            <a:prstGeom prst="rect">
              <a:avLst/>
            </a:prstGeom>
            <a:solidFill>
              <a:srgbClr val="ECF5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1" name="矩形 440">
              <a:extLst>
                <a:ext uri="{FF2B5EF4-FFF2-40B4-BE49-F238E27FC236}">
                  <a16:creationId xmlns:a16="http://schemas.microsoft.com/office/drawing/2014/main" id="{C157BE24-2CF9-4EE7-9115-D4575E10F567}"/>
                </a:ext>
              </a:extLst>
            </p:cNvPr>
            <p:cNvSpPr/>
            <p:nvPr/>
          </p:nvSpPr>
          <p:spPr>
            <a:xfrm>
              <a:off x="4351673" y="2023030"/>
              <a:ext cx="430887" cy="1565455"/>
            </a:xfrm>
            <a:prstGeom prst="rect">
              <a:avLst/>
            </a:prstGeom>
            <a:solidFill>
              <a:srgbClr val="ECF5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2" name="矩形 441">
              <a:extLst>
                <a:ext uri="{FF2B5EF4-FFF2-40B4-BE49-F238E27FC236}">
                  <a16:creationId xmlns:a16="http://schemas.microsoft.com/office/drawing/2014/main" id="{75296AF7-2C94-48D8-9EB9-F1688755D8FC}"/>
                </a:ext>
              </a:extLst>
            </p:cNvPr>
            <p:cNvSpPr/>
            <p:nvPr/>
          </p:nvSpPr>
          <p:spPr>
            <a:xfrm>
              <a:off x="4338320" y="2011022"/>
              <a:ext cx="2378710" cy="1588617"/>
            </a:xfrm>
            <a:prstGeom prst="rect">
              <a:avLst/>
            </a:prstGeom>
            <a:noFill/>
            <a:ln w="28575">
              <a:solidFill>
                <a:srgbClr val="92D05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3" name="文本框 442">
              <a:extLst>
                <a:ext uri="{FF2B5EF4-FFF2-40B4-BE49-F238E27FC236}">
                  <a16:creationId xmlns:a16="http://schemas.microsoft.com/office/drawing/2014/main" id="{31F15C42-C5B0-425E-BBE6-F9522A0348AD}"/>
                </a:ext>
              </a:extLst>
            </p:cNvPr>
            <p:cNvSpPr txBox="1"/>
            <p:nvPr/>
          </p:nvSpPr>
          <p:spPr>
            <a:xfrm>
              <a:off x="3479909" y="1985256"/>
              <a:ext cx="60263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solidFill>
                    <a:schemeClr val="accent6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树突</a:t>
              </a:r>
            </a:p>
          </p:txBody>
        </p:sp>
        <p:sp>
          <p:nvSpPr>
            <p:cNvPr id="444" name="文本框 443">
              <a:extLst>
                <a:ext uri="{FF2B5EF4-FFF2-40B4-BE49-F238E27FC236}">
                  <a16:creationId xmlns:a16="http://schemas.microsoft.com/office/drawing/2014/main" id="{E3010BFB-12B9-460F-B3CC-DE177F941FDB}"/>
                </a:ext>
              </a:extLst>
            </p:cNvPr>
            <p:cNvSpPr txBox="1"/>
            <p:nvPr/>
          </p:nvSpPr>
          <p:spPr>
            <a:xfrm>
              <a:off x="4795882" y="2018098"/>
              <a:ext cx="88260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神经元编码</a:t>
              </a:r>
            </a:p>
          </p:txBody>
        </p:sp>
        <p:sp>
          <p:nvSpPr>
            <p:cNvPr id="445" name="矩形 444">
              <a:extLst>
                <a:ext uri="{FF2B5EF4-FFF2-40B4-BE49-F238E27FC236}">
                  <a16:creationId xmlns:a16="http://schemas.microsoft.com/office/drawing/2014/main" id="{B298B440-C939-402C-A695-6DF665D66A25}"/>
                </a:ext>
              </a:extLst>
            </p:cNvPr>
            <p:cNvSpPr/>
            <p:nvPr/>
          </p:nvSpPr>
          <p:spPr>
            <a:xfrm>
              <a:off x="3326072" y="2013745"/>
              <a:ext cx="947272" cy="632935"/>
            </a:xfrm>
            <a:prstGeom prst="rect">
              <a:avLst/>
            </a:prstGeom>
            <a:noFill/>
            <a:ln w="28575">
              <a:solidFill>
                <a:srgbClr val="92D05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grpSp>
          <p:nvGrpSpPr>
            <p:cNvPr id="446" name="组合 445">
              <a:extLst>
                <a:ext uri="{FF2B5EF4-FFF2-40B4-BE49-F238E27FC236}">
                  <a16:creationId xmlns:a16="http://schemas.microsoft.com/office/drawing/2014/main" id="{0F3423F1-2D09-4EF5-A8C4-C2D78A7076B7}"/>
                </a:ext>
              </a:extLst>
            </p:cNvPr>
            <p:cNvGrpSpPr/>
            <p:nvPr/>
          </p:nvGrpSpPr>
          <p:grpSpPr>
            <a:xfrm>
              <a:off x="2676990" y="952376"/>
              <a:ext cx="620288" cy="2636109"/>
              <a:chOff x="2707978" y="967906"/>
              <a:chExt cx="620288" cy="2636109"/>
            </a:xfrm>
          </p:grpSpPr>
          <p:grpSp>
            <p:nvGrpSpPr>
              <p:cNvPr id="492" name="组合 491">
                <a:extLst>
                  <a:ext uri="{FF2B5EF4-FFF2-40B4-BE49-F238E27FC236}">
                    <a16:creationId xmlns:a16="http://schemas.microsoft.com/office/drawing/2014/main" id="{7B19911C-DEAC-41E8-A42E-596E0750EAC7}"/>
                  </a:ext>
                </a:extLst>
              </p:cNvPr>
              <p:cNvGrpSpPr/>
              <p:nvPr/>
            </p:nvGrpSpPr>
            <p:grpSpPr>
              <a:xfrm>
                <a:off x="2707978" y="2034355"/>
                <a:ext cx="565313" cy="1569660"/>
                <a:chOff x="2804385" y="2034355"/>
                <a:chExt cx="468901" cy="1434548"/>
              </a:xfrm>
            </p:grpSpPr>
            <p:sp>
              <p:nvSpPr>
                <p:cNvPr id="494" name="矩形 493">
                  <a:extLst>
                    <a:ext uri="{FF2B5EF4-FFF2-40B4-BE49-F238E27FC236}">
                      <a16:creationId xmlns:a16="http://schemas.microsoft.com/office/drawing/2014/main" id="{B9868C17-5F18-44F4-9B78-AE7727539ABE}"/>
                    </a:ext>
                  </a:extLst>
                </p:cNvPr>
                <p:cNvSpPr/>
                <p:nvPr/>
              </p:nvSpPr>
              <p:spPr>
                <a:xfrm>
                  <a:off x="2839275" y="2034355"/>
                  <a:ext cx="434011" cy="1434548"/>
                </a:xfrm>
                <a:prstGeom prst="rect">
                  <a:avLst/>
                </a:prstGeom>
                <a:solidFill>
                  <a:srgbClr val="ECF5E7"/>
                </a:solidFill>
                <a:ln w="28575">
                  <a:solidFill>
                    <a:srgbClr val="92D050"/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95" name="文本框 494">
                  <a:extLst>
                    <a:ext uri="{FF2B5EF4-FFF2-40B4-BE49-F238E27FC236}">
                      <a16:creationId xmlns:a16="http://schemas.microsoft.com/office/drawing/2014/main" id="{36772CA6-9BEA-467E-979B-47C2EE0FF3F3}"/>
                    </a:ext>
                  </a:extLst>
                </p:cNvPr>
                <p:cNvSpPr txBox="1"/>
                <p:nvPr/>
              </p:nvSpPr>
              <p:spPr>
                <a:xfrm>
                  <a:off x="2804385" y="2313088"/>
                  <a:ext cx="378213" cy="923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b="1" dirty="0">
                      <a:solidFill>
                        <a:schemeClr val="accent6">
                          <a:lumMod val="75000"/>
                        </a:schemeClr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rPr>
                    <a:t>感受器</a:t>
                  </a:r>
                  <a:endParaRPr lang="zh-CN" altLang="en-US" sz="2800" b="1" dirty="0">
                    <a:solidFill>
                      <a:schemeClr val="accent6">
                        <a:lumMod val="75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</p:grpSp>
          <p:sp>
            <p:nvSpPr>
              <p:cNvPr id="493" name="文本框 492">
                <a:extLst>
                  <a:ext uri="{FF2B5EF4-FFF2-40B4-BE49-F238E27FC236}">
                    <a16:creationId xmlns:a16="http://schemas.microsoft.com/office/drawing/2014/main" id="{3D246183-C7E2-4961-A788-00EDA49C575D}"/>
                  </a:ext>
                </a:extLst>
              </p:cNvPr>
              <p:cNvSpPr txBox="1"/>
              <p:nvPr/>
            </p:nvSpPr>
            <p:spPr>
              <a:xfrm rot="10800000">
                <a:off x="2897379" y="967906"/>
                <a:ext cx="430887" cy="2605049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r>
                  <a:rPr lang="en-US" altLang="zh-CN" sz="1600" b="1" i="0" dirty="0">
                    <a:solidFill>
                      <a:schemeClr val="accent6">
                        <a:lumMod val="75000"/>
                      </a:schemeClr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sensory receptor</a:t>
                </a:r>
                <a:endParaRPr lang="zh-CN" altLang="en-US" sz="1600" b="1" dirty="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447" name="直接箭头连接符 446">
              <a:extLst>
                <a:ext uri="{FF2B5EF4-FFF2-40B4-BE49-F238E27FC236}">
                  <a16:creationId xmlns:a16="http://schemas.microsoft.com/office/drawing/2014/main" id="{E15A2FBC-8015-4666-B0C2-BA1969459181}"/>
                </a:ext>
              </a:extLst>
            </p:cNvPr>
            <p:cNvCxnSpPr>
              <a:cxnSpLocks/>
            </p:cNvCxnSpPr>
            <p:nvPr/>
          </p:nvCxnSpPr>
          <p:spPr>
            <a:xfrm>
              <a:off x="3190335" y="2512646"/>
              <a:ext cx="1267600" cy="1020"/>
            </a:xfrm>
            <a:prstGeom prst="straightConnector1">
              <a:avLst/>
            </a:prstGeom>
            <a:ln w="38100">
              <a:solidFill>
                <a:srgbClr val="92D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8" name="文本框 447">
              <a:extLst>
                <a:ext uri="{FF2B5EF4-FFF2-40B4-BE49-F238E27FC236}">
                  <a16:creationId xmlns:a16="http://schemas.microsoft.com/office/drawing/2014/main" id="{43B1C19F-24DC-4701-8027-A75AB1016E33}"/>
                </a:ext>
              </a:extLst>
            </p:cNvPr>
            <p:cNvSpPr txBox="1"/>
            <p:nvPr/>
          </p:nvSpPr>
          <p:spPr>
            <a:xfrm>
              <a:off x="3344305" y="2205889"/>
              <a:ext cx="165995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dendrites</a:t>
              </a:r>
              <a:endParaRPr lang="zh-CN" altLang="en-US" sz="1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49" name="文本框 448">
              <a:extLst>
                <a:ext uri="{FF2B5EF4-FFF2-40B4-BE49-F238E27FC236}">
                  <a16:creationId xmlns:a16="http://schemas.microsoft.com/office/drawing/2014/main" id="{08DC5104-49F0-4929-9DE5-B13B1E579B40}"/>
                </a:ext>
              </a:extLst>
            </p:cNvPr>
            <p:cNvSpPr txBox="1"/>
            <p:nvPr/>
          </p:nvSpPr>
          <p:spPr>
            <a:xfrm rot="10800000">
              <a:off x="4430414" y="2467499"/>
              <a:ext cx="461665" cy="635192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b="1" i="0" dirty="0">
                  <a:solidFill>
                    <a:schemeClr val="accent6">
                      <a:lumMod val="75000"/>
                    </a:schemeClr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soma</a:t>
              </a:r>
              <a:endParaRPr lang="zh-CN" altLang="en-US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50" name="直接连接符 449">
              <a:extLst>
                <a:ext uri="{FF2B5EF4-FFF2-40B4-BE49-F238E27FC236}">
                  <a16:creationId xmlns:a16="http://schemas.microsoft.com/office/drawing/2014/main" id="{6FAEE69F-0781-4423-9FB7-AF1CEAADC16C}"/>
                </a:ext>
              </a:extLst>
            </p:cNvPr>
            <p:cNvCxnSpPr>
              <a:cxnSpLocks/>
            </p:cNvCxnSpPr>
            <p:nvPr/>
          </p:nvCxnSpPr>
          <p:spPr>
            <a:xfrm>
              <a:off x="4793370" y="2018825"/>
              <a:ext cx="0" cy="1580814"/>
            </a:xfrm>
            <a:prstGeom prst="line">
              <a:avLst/>
            </a:prstGeom>
            <a:ln w="28575">
              <a:solidFill>
                <a:srgbClr val="92D05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1" name="文本框 450">
              <a:extLst>
                <a:ext uri="{FF2B5EF4-FFF2-40B4-BE49-F238E27FC236}">
                  <a16:creationId xmlns:a16="http://schemas.microsoft.com/office/drawing/2014/main" id="{4D000BA9-639B-4C78-ADC6-DE069AE4C759}"/>
                </a:ext>
              </a:extLst>
            </p:cNvPr>
            <p:cNvSpPr txBox="1"/>
            <p:nvPr/>
          </p:nvSpPr>
          <p:spPr>
            <a:xfrm>
              <a:off x="4771284" y="2183159"/>
              <a:ext cx="165995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neural coding</a:t>
              </a:r>
              <a:endParaRPr lang="zh-CN" altLang="en-US" sz="11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452" name="组合 451">
              <a:extLst>
                <a:ext uri="{FF2B5EF4-FFF2-40B4-BE49-F238E27FC236}">
                  <a16:creationId xmlns:a16="http://schemas.microsoft.com/office/drawing/2014/main" id="{4FD3A0A2-7E39-434B-9FF5-A0757819CF87}"/>
                </a:ext>
              </a:extLst>
            </p:cNvPr>
            <p:cNvGrpSpPr/>
            <p:nvPr/>
          </p:nvGrpSpPr>
          <p:grpSpPr>
            <a:xfrm>
              <a:off x="4874878" y="2377672"/>
              <a:ext cx="1379449" cy="476262"/>
              <a:chOff x="4835181" y="2345969"/>
              <a:chExt cx="1379449" cy="476262"/>
            </a:xfrm>
          </p:grpSpPr>
          <p:sp>
            <p:nvSpPr>
              <p:cNvPr id="489" name="文本框 488">
                <a:extLst>
                  <a:ext uri="{FF2B5EF4-FFF2-40B4-BE49-F238E27FC236}">
                    <a16:creationId xmlns:a16="http://schemas.microsoft.com/office/drawing/2014/main" id="{C8404703-841B-406B-858F-3B4EEB890257}"/>
                  </a:ext>
                </a:extLst>
              </p:cNvPr>
              <p:cNvSpPr txBox="1"/>
              <p:nvPr/>
            </p:nvSpPr>
            <p:spPr>
              <a:xfrm>
                <a:off x="4843587" y="2345969"/>
                <a:ext cx="137104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静息</a:t>
                </a:r>
              </a:p>
            </p:txBody>
          </p:sp>
          <p:sp>
            <p:nvSpPr>
              <p:cNvPr id="490" name="文本框 489">
                <a:extLst>
                  <a:ext uri="{FF2B5EF4-FFF2-40B4-BE49-F238E27FC236}">
                    <a16:creationId xmlns:a16="http://schemas.microsoft.com/office/drawing/2014/main" id="{A0F1381E-F9F4-4BB9-9C2F-42B8E71FD8F6}"/>
                  </a:ext>
                </a:extLst>
              </p:cNvPr>
              <p:cNvSpPr txBox="1"/>
              <p:nvPr/>
            </p:nvSpPr>
            <p:spPr>
              <a:xfrm>
                <a:off x="4835181" y="2545232"/>
                <a:ext cx="137104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Resting</a:t>
                </a:r>
                <a:endParaRPr lang="zh-CN" altLang="en-US" sz="12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91" name="椭圆 490">
                <a:extLst>
                  <a:ext uri="{FF2B5EF4-FFF2-40B4-BE49-F238E27FC236}">
                    <a16:creationId xmlns:a16="http://schemas.microsoft.com/office/drawing/2014/main" id="{0255ABAB-CB39-48FD-A9DF-391766C89FE9}"/>
                  </a:ext>
                </a:extLst>
              </p:cNvPr>
              <p:cNvSpPr/>
              <p:nvPr/>
            </p:nvSpPr>
            <p:spPr>
              <a:xfrm>
                <a:off x="4840667" y="2554206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453" name="组合 452">
              <a:extLst>
                <a:ext uri="{FF2B5EF4-FFF2-40B4-BE49-F238E27FC236}">
                  <a16:creationId xmlns:a16="http://schemas.microsoft.com/office/drawing/2014/main" id="{7C657367-2DB7-48CE-9098-B113E75BC929}"/>
                </a:ext>
              </a:extLst>
            </p:cNvPr>
            <p:cNvGrpSpPr/>
            <p:nvPr/>
          </p:nvGrpSpPr>
          <p:grpSpPr>
            <a:xfrm>
              <a:off x="5787162" y="2322042"/>
              <a:ext cx="1383761" cy="611301"/>
              <a:chOff x="4836506" y="2285679"/>
              <a:chExt cx="1383761" cy="611301"/>
            </a:xfrm>
          </p:grpSpPr>
          <p:sp>
            <p:nvSpPr>
              <p:cNvPr id="486" name="文本框 485">
                <a:extLst>
                  <a:ext uri="{FF2B5EF4-FFF2-40B4-BE49-F238E27FC236}">
                    <a16:creationId xmlns:a16="http://schemas.microsoft.com/office/drawing/2014/main" id="{094DDED4-6593-4102-9733-270D86506792}"/>
                  </a:ext>
                </a:extLst>
              </p:cNvPr>
              <p:cNvSpPr txBox="1"/>
              <p:nvPr/>
            </p:nvSpPr>
            <p:spPr>
              <a:xfrm>
                <a:off x="4836506" y="2285679"/>
                <a:ext cx="137104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去极化</a:t>
                </a:r>
              </a:p>
            </p:txBody>
          </p:sp>
          <p:sp>
            <p:nvSpPr>
              <p:cNvPr id="487" name="文本框 486">
                <a:extLst>
                  <a:ext uri="{FF2B5EF4-FFF2-40B4-BE49-F238E27FC236}">
                    <a16:creationId xmlns:a16="http://schemas.microsoft.com/office/drawing/2014/main" id="{7A753B42-EE17-4119-A0E1-5DC866B1A13C}"/>
                  </a:ext>
                </a:extLst>
              </p:cNvPr>
              <p:cNvSpPr txBox="1"/>
              <p:nvPr/>
            </p:nvSpPr>
            <p:spPr>
              <a:xfrm>
                <a:off x="4849224" y="2466093"/>
                <a:ext cx="1371043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De-</a:t>
                </a:r>
              </a:p>
              <a:p>
                <a:r>
                  <a:rPr lang="en-US" altLang="zh-CN" sz="11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polarization</a:t>
                </a:r>
                <a:endParaRPr lang="zh-CN" altLang="en-US" sz="11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88" name="椭圆 487">
                <a:extLst>
                  <a:ext uri="{FF2B5EF4-FFF2-40B4-BE49-F238E27FC236}">
                    <a16:creationId xmlns:a16="http://schemas.microsoft.com/office/drawing/2014/main" id="{1C3F0F46-C553-4391-9D1E-4BF825212B91}"/>
                  </a:ext>
                </a:extLst>
              </p:cNvPr>
              <p:cNvSpPr/>
              <p:nvPr/>
            </p:nvSpPr>
            <p:spPr>
              <a:xfrm>
                <a:off x="4840667" y="2554206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54" name="组合 453">
              <a:extLst>
                <a:ext uri="{FF2B5EF4-FFF2-40B4-BE49-F238E27FC236}">
                  <a16:creationId xmlns:a16="http://schemas.microsoft.com/office/drawing/2014/main" id="{E609371B-861E-4CF9-8214-8B9007F7D712}"/>
                </a:ext>
              </a:extLst>
            </p:cNvPr>
            <p:cNvGrpSpPr/>
            <p:nvPr/>
          </p:nvGrpSpPr>
          <p:grpSpPr>
            <a:xfrm>
              <a:off x="5783493" y="2828255"/>
              <a:ext cx="1383507" cy="600364"/>
              <a:chOff x="4832837" y="2383886"/>
              <a:chExt cx="1383507" cy="600364"/>
            </a:xfrm>
          </p:grpSpPr>
          <p:sp>
            <p:nvSpPr>
              <p:cNvPr id="483" name="文本框 482">
                <a:extLst>
                  <a:ext uri="{FF2B5EF4-FFF2-40B4-BE49-F238E27FC236}">
                    <a16:creationId xmlns:a16="http://schemas.microsoft.com/office/drawing/2014/main" id="{6A013D46-7038-4900-A74B-EEF6577B0B58}"/>
                  </a:ext>
                </a:extLst>
              </p:cNvPr>
              <p:cNvSpPr txBox="1"/>
              <p:nvPr/>
            </p:nvSpPr>
            <p:spPr>
              <a:xfrm>
                <a:off x="4832837" y="2383886"/>
                <a:ext cx="137104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1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超极化</a:t>
                </a:r>
              </a:p>
            </p:txBody>
          </p:sp>
          <p:sp>
            <p:nvSpPr>
              <p:cNvPr id="484" name="文本框 483">
                <a:extLst>
                  <a:ext uri="{FF2B5EF4-FFF2-40B4-BE49-F238E27FC236}">
                    <a16:creationId xmlns:a16="http://schemas.microsoft.com/office/drawing/2014/main" id="{7D238E2F-C07B-419E-AE5A-EA2D9273E074}"/>
                  </a:ext>
                </a:extLst>
              </p:cNvPr>
              <p:cNvSpPr txBox="1"/>
              <p:nvPr/>
            </p:nvSpPr>
            <p:spPr>
              <a:xfrm>
                <a:off x="4845301" y="2553363"/>
                <a:ext cx="1371043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Hyper-</a:t>
                </a:r>
              </a:p>
              <a:p>
                <a:r>
                  <a:rPr lang="en-US" altLang="zh-CN" sz="11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polarization</a:t>
                </a:r>
                <a:endParaRPr lang="zh-CN" altLang="en-US" sz="11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85" name="椭圆 484">
                <a:extLst>
                  <a:ext uri="{FF2B5EF4-FFF2-40B4-BE49-F238E27FC236}">
                    <a16:creationId xmlns:a16="http://schemas.microsoft.com/office/drawing/2014/main" id="{0EDA65F3-0C08-4CDB-9593-64340B9FE139}"/>
                  </a:ext>
                </a:extLst>
              </p:cNvPr>
              <p:cNvSpPr/>
              <p:nvPr/>
            </p:nvSpPr>
            <p:spPr>
              <a:xfrm>
                <a:off x="4840667" y="2554206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55" name="组合 454">
              <a:extLst>
                <a:ext uri="{FF2B5EF4-FFF2-40B4-BE49-F238E27FC236}">
                  <a16:creationId xmlns:a16="http://schemas.microsoft.com/office/drawing/2014/main" id="{6B501F60-D6D3-4615-B214-F3591B493A52}"/>
                </a:ext>
              </a:extLst>
            </p:cNvPr>
            <p:cNvGrpSpPr/>
            <p:nvPr/>
          </p:nvGrpSpPr>
          <p:grpSpPr>
            <a:xfrm>
              <a:off x="4869835" y="2794010"/>
              <a:ext cx="1382875" cy="612080"/>
              <a:chOff x="4834257" y="2335545"/>
              <a:chExt cx="1382875" cy="612080"/>
            </a:xfrm>
          </p:grpSpPr>
          <p:sp>
            <p:nvSpPr>
              <p:cNvPr id="480" name="文本框 479">
                <a:extLst>
                  <a:ext uri="{FF2B5EF4-FFF2-40B4-BE49-F238E27FC236}">
                    <a16:creationId xmlns:a16="http://schemas.microsoft.com/office/drawing/2014/main" id="{E2F251F4-AFED-40EA-9D64-765F9C830CFE}"/>
                  </a:ext>
                </a:extLst>
              </p:cNvPr>
              <p:cNvSpPr txBox="1"/>
              <p:nvPr/>
            </p:nvSpPr>
            <p:spPr>
              <a:xfrm>
                <a:off x="4834257" y="2335545"/>
                <a:ext cx="137104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1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复极化</a:t>
                </a:r>
              </a:p>
            </p:txBody>
          </p:sp>
          <p:sp>
            <p:nvSpPr>
              <p:cNvPr id="481" name="文本框 480">
                <a:extLst>
                  <a:ext uri="{FF2B5EF4-FFF2-40B4-BE49-F238E27FC236}">
                    <a16:creationId xmlns:a16="http://schemas.microsoft.com/office/drawing/2014/main" id="{707A5EAD-638B-4A39-A3C3-C4CC72CD26CC}"/>
                  </a:ext>
                </a:extLst>
              </p:cNvPr>
              <p:cNvSpPr txBox="1"/>
              <p:nvPr/>
            </p:nvSpPr>
            <p:spPr>
              <a:xfrm>
                <a:off x="4846089" y="2516738"/>
                <a:ext cx="1371043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Re-</a:t>
                </a:r>
              </a:p>
              <a:p>
                <a:r>
                  <a:rPr lang="en-US" altLang="zh-CN" sz="11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polarization</a:t>
                </a:r>
                <a:endParaRPr lang="zh-CN" altLang="en-US" sz="11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82" name="椭圆 481">
                <a:extLst>
                  <a:ext uri="{FF2B5EF4-FFF2-40B4-BE49-F238E27FC236}">
                    <a16:creationId xmlns:a16="http://schemas.microsoft.com/office/drawing/2014/main" id="{0859F01C-EF6A-4C59-BC70-523F4FD64F67}"/>
                  </a:ext>
                </a:extLst>
              </p:cNvPr>
              <p:cNvSpPr/>
              <p:nvPr/>
            </p:nvSpPr>
            <p:spPr>
              <a:xfrm>
                <a:off x="4840667" y="2554206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56" name="组合 455">
              <a:extLst>
                <a:ext uri="{FF2B5EF4-FFF2-40B4-BE49-F238E27FC236}">
                  <a16:creationId xmlns:a16="http://schemas.microsoft.com/office/drawing/2014/main" id="{424129C0-46C2-4420-B2EA-3F7F578AC135}"/>
                </a:ext>
              </a:extLst>
            </p:cNvPr>
            <p:cNvGrpSpPr/>
            <p:nvPr/>
          </p:nvGrpSpPr>
          <p:grpSpPr>
            <a:xfrm>
              <a:off x="4919648" y="3320885"/>
              <a:ext cx="1573225" cy="467655"/>
              <a:chOff x="4899550" y="3219725"/>
              <a:chExt cx="1434077" cy="467655"/>
            </a:xfrm>
          </p:grpSpPr>
          <p:sp>
            <p:nvSpPr>
              <p:cNvPr id="478" name="文本框 477">
                <a:extLst>
                  <a:ext uri="{FF2B5EF4-FFF2-40B4-BE49-F238E27FC236}">
                    <a16:creationId xmlns:a16="http://schemas.microsoft.com/office/drawing/2014/main" id="{3DDCB15E-64B3-47CF-B9A1-F5A1923B472A}"/>
                  </a:ext>
                </a:extLst>
              </p:cNvPr>
              <p:cNvSpPr txBox="1"/>
              <p:nvPr/>
            </p:nvSpPr>
            <p:spPr>
              <a:xfrm>
                <a:off x="4899550" y="3219725"/>
                <a:ext cx="76838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b="1" dirty="0">
                    <a:solidFill>
                      <a:srgbClr val="00206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阈值机制</a:t>
                </a:r>
              </a:p>
            </p:txBody>
          </p:sp>
          <p:sp>
            <p:nvSpPr>
              <p:cNvPr id="479" name="文本框 478">
                <a:extLst>
                  <a:ext uri="{FF2B5EF4-FFF2-40B4-BE49-F238E27FC236}">
                    <a16:creationId xmlns:a16="http://schemas.microsoft.com/office/drawing/2014/main" id="{80D70543-880F-4B9B-B565-92910FBC5355}"/>
                  </a:ext>
                </a:extLst>
              </p:cNvPr>
              <p:cNvSpPr txBox="1"/>
              <p:nvPr/>
            </p:nvSpPr>
            <p:spPr>
              <a:xfrm>
                <a:off x="5512205" y="3225715"/>
                <a:ext cx="82142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b="1" dirty="0">
                    <a:solidFill>
                      <a:srgbClr val="00206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Threshold</a:t>
                </a:r>
                <a:endParaRPr lang="zh-CN" altLang="en-US" sz="1200" b="1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457" name="文本框 456">
              <a:extLst>
                <a:ext uri="{FF2B5EF4-FFF2-40B4-BE49-F238E27FC236}">
                  <a16:creationId xmlns:a16="http://schemas.microsoft.com/office/drawing/2014/main" id="{A8EB7DC2-F5AD-452A-993A-2FC9EC06C211}"/>
                </a:ext>
              </a:extLst>
            </p:cNvPr>
            <p:cNvSpPr txBox="1"/>
            <p:nvPr/>
          </p:nvSpPr>
          <p:spPr>
            <a:xfrm>
              <a:off x="5727724" y="2013324"/>
              <a:ext cx="99812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accent6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动作电位</a:t>
              </a:r>
            </a:p>
          </p:txBody>
        </p:sp>
        <p:cxnSp>
          <p:nvCxnSpPr>
            <p:cNvPr id="458" name="直接箭头连接符 457">
              <a:extLst>
                <a:ext uri="{FF2B5EF4-FFF2-40B4-BE49-F238E27FC236}">
                  <a16:creationId xmlns:a16="http://schemas.microsoft.com/office/drawing/2014/main" id="{D5771125-B19D-459B-9BAF-3F3E11921CC6}"/>
                </a:ext>
              </a:extLst>
            </p:cNvPr>
            <p:cNvCxnSpPr>
              <a:cxnSpLocks/>
            </p:cNvCxnSpPr>
            <p:nvPr/>
          </p:nvCxnSpPr>
          <p:spPr>
            <a:xfrm>
              <a:off x="6667089" y="2516738"/>
              <a:ext cx="1267600" cy="1020"/>
            </a:xfrm>
            <a:prstGeom prst="straightConnector1">
              <a:avLst/>
            </a:prstGeom>
            <a:ln w="38100">
              <a:solidFill>
                <a:srgbClr val="92D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9" name="矩形 458">
              <a:extLst>
                <a:ext uri="{FF2B5EF4-FFF2-40B4-BE49-F238E27FC236}">
                  <a16:creationId xmlns:a16="http://schemas.microsoft.com/office/drawing/2014/main" id="{469BBF69-3715-4902-A42D-8C8047C5D0FA}"/>
                </a:ext>
              </a:extLst>
            </p:cNvPr>
            <p:cNvSpPr/>
            <p:nvPr/>
          </p:nvSpPr>
          <p:spPr>
            <a:xfrm>
              <a:off x="6807874" y="2016485"/>
              <a:ext cx="947272" cy="632935"/>
            </a:xfrm>
            <a:prstGeom prst="rect">
              <a:avLst/>
            </a:prstGeom>
            <a:noFill/>
            <a:ln w="28575">
              <a:solidFill>
                <a:srgbClr val="92D05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460" name="文本框 459">
              <a:extLst>
                <a:ext uri="{FF2B5EF4-FFF2-40B4-BE49-F238E27FC236}">
                  <a16:creationId xmlns:a16="http://schemas.microsoft.com/office/drawing/2014/main" id="{5F12FC7B-1AA6-46E9-861F-0C0DDCC1531F}"/>
                </a:ext>
              </a:extLst>
            </p:cNvPr>
            <p:cNvSpPr txBox="1"/>
            <p:nvPr/>
          </p:nvSpPr>
          <p:spPr>
            <a:xfrm>
              <a:off x="6969311" y="2013882"/>
              <a:ext cx="60263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solidFill>
                    <a:schemeClr val="accent6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轴突</a:t>
              </a:r>
            </a:p>
          </p:txBody>
        </p:sp>
        <p:sp>
          <p:nvSpPr>
            <p:cNvPr id="461" name="文本框 460">
              <a:extLst>
                <a:ext uri="{FF2B5EF4-FFF2-40B4-BE49-F238E27FC236}">
                  <a16:creationId xmlns:a16="http://schemas.microsoft.com/office/drawing/2014/main" id="{3978B9CF-26FD-4AD5-95C7-C017DCD1EB93}"/>
                </a:ext>
              </a:extLst>
            </p:cNvPr>
            <p:cNvSpPr txBox="1"/>
            <p:nvPr/>
          </p:nvSpPr>
          <p:spPr>
            <a:xfrm>
              <a:off x="6978131" y="2245656"/>
              <a:ext cx="165995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Axon</a:t>
              </a:r>
              <a:endParaRPr lang="zh-CN" altLang="en-US" sz="1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62" name="文本框 461">
              <a:extLst>
                <a:ext uri="{FF2B5EF4-FFF2-40B4-BE49-F238E27FC236}">
                  <a16:creationId xmlns:a16="http://schemas.microsoft.com/office/drawing/2014/main" id="{E7B565BE-F9CA-43BB-9A83-D3B44F790AB5}"/>
                </a:ext>
              </a:extLst>
            </p:cNvPr>
            <p:cNvSpPr txBox="1"/>
            <p:nvPr/>
          </p:nvSpPr>
          <p:spPr>
            <a:xfrm>
              <a:off x="4290405" y="2027915"/>
              <a:ext cx="335059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solidFill>
                    <a:schemeClr val="accent6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神经元</a:t>
              </a:r>
              <a:endParaRPr lang="en-US" altLang="zh-CN" sz="1600" b="1" dirty="0">
                <a:solidFill>
                  <a:schemeClr val="accent6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r>
                <a:rPr lang="zh-CN" altLang="en-US" sz="1600" b="1" dirty="0">
                  <a:solidFill>
                    <a:schemeClr val="accent6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细胞体</a:t>
              </a:r>
            </a:p>
          </p:txBody>
        </p:sp>
        <p:sp>
          <p:nvSpPr>
            <p:cNvPr id="463" name="矩形 462">
              <a:extLst>
                <a:ext uri="{FF2B5EF4-FFF2-40B4-BE49-F238E27FC236}">
                  <a16:creationId xmlns:a16="http://schemas.microsoft.com/office/drawing/2014/main" id="{4115F7B0-530C-45CF-A9B2-58F4DE0B6ABB}"/>
                </a:ext>
              </a:extLst>
            </p:cNvPr>
            <p:cNvSpPr/>
            <p:nvPr/>
          </p:nvSpPr>
          <p:spPr>
            <a:xfrm>
              <a:off x="2623664" y="1234743"/>
              <a:ext cx="5849775" cy="2591382"/>
            </a:xfrm>
            <a:prstGeom prst="rect">
              <a:avLst/>
            </a:prstGeom>
            <a:noFill/>
            <a:ln w="28575">
              <a:solidFill>
                <a:srgbClr val="92D05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464" name="组合 463">
              <a:extLst>
                <a:ext uri="{FF2B5EF4-FFF2-40B4-BE49-F238E27FC236}">
                  <a16:creationId xmlns:a16="http://schemas.microsoft.com/office/drawing/2014/main" id="{3BB4A42A-89A4-49B2-9220-0D396CB75ABC}"/>
                </a:ext>
              </a:extLst>
            </p:cNvPr>
            <p:cNvGrpSpPr/>
            <p:nvPr/>
          </p:nvGrpSpPr>
          <p:grpSpPr>
            <a:xfrm>
              <a:off x="6757628" y="1283539"/>
              <a:ext cx="1654334" cy="2464604"/>
              <a:chOff x="2676436" y="1492221"/>
              <a:chExt cx="1654334" cy="2214999"/>
            </a:xfrm>
          </p:grpSpPr>
          <p:sp>
            <p:nvSpPr>
              <p:cNvPr id="476" name="文本框 475">
                <a:extLst>
                  <a:ext uri="{FF2B5EF4-FFF2-40B4-BE49-F238E27FC236}">
                    <a16:creationId xmlns:a16="http://schemas.microsoft.com/office/drawing/2014/main" id="{78DE6746-0E9A-449A-A72E-EB787BB06361}"/>
                  </a:ext>
                </a:extLst>
              </p:cNvPr>
              <p:cNvSpPr txBox="1"/>
              <p:nvPr/>
            </p:nvSpPr>
            <p:spPr>
              <a:xfrm>
                <a:off x="2713161" y="1492221"/>
                <a:ext cx="12444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数字信号</a:t>
                </a:r>
              </a:p>
            </p:txBody>
          </p:sp>
          <p:sp>
            <p:nvSpPr>
              <p:cNvPr id="477" name="矩形 476">
                <a:extLst>
                  <a:ext uri="{FF2B5EF4-FFF2-40B4-BE49-F238E27FC236}">
                    <a16:creationId xmlns:a16="http://schemas.microsoft.com/office/drawing/2014/main" id="{E3785496-2EED-40DD-BB59-E9A79C9C6333}"/>
                  </a:ext>
                </a:extLst>
              </p:cNvPr>
              <p:cNvSpPr/>
              <p:nvPr/>
            </p:nvSpPr>
            <p:spPr>
              <a:xfrm>
                <a:off x="2676436" y="1530909"/>
                <a:ext cx="1654334" cy="2176311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65" name="组合 464">
              <a:extLst>
                <a:ext uri="{FF2B5EF4-FFF2-40B4-BE49-F238E27FC236}">
                  <a16:creationId xmlns:a16="http://schemas.microsoft.com/office/drawing/2014/main" id="{B1BDAA43-FCD5-4688-8247-4E57FD308045}"/>
                </a:ext>
              </a:extLst>
            </p:cNvPr>
            <p:cNvGrpSpPr/>
            <p:nvPr/>
          </p:nvGrpSpPr>
          <p:grpSpPr>
            <a:xfrm>
              <a:off x="2676436" y="1326587"/>
              <a:ext cx="1623739" cy="2408812"/>
              <a:chOff x="2676436" y="1326587"/>
              <a:chExt cx="1623739" cy="2408812"/>
            </a:xfrm>
          </p:grpSpPr>
          <p:grpSp>
            <p:nvGrpSpPr>
              <p:cNvPr id="472" name="组合 471">
                <a:extLst>
                  <a:ext uri="{FF2B5EF4-FFF2-40B4-BE49-F238E27FC236}">
                    <a16:creationId xmlns:a16="http://schemas.microsoft.com/office/drawing/2014/main" id="{338DFCD2-9606-490E-B997-AA4EC7219B8D}"/>
                  </a:ext>
                </a:extLst>
              </p:cNvPr>
              <p:cNvGrpSpPr/>
              <p:nvPr/>
            </p:nvGrpSpPr>
            <p:grpSpPr>
              <a:xfrm>
                <a:off x="2676436" y="1326587"/>
                <a:ext cx="1623739" cy="2408812"/>
                <a:chOff x="2676436" y="1532744"/>
                <a:chExt cx="1654334" cy="2202656"/>
              </a:xfrm>
            </p:grpSpPr>
            <p:sp>
              <p:nvSpPr>
                <p:cNvPr id="474" name="文本框 473">
                  <a:extLst>
                    <a:ext uri="{FF2B5EF4-FFF2-40B4-BE49-F238E27FC236}">
                      <a16:creationId xmlns:a16="http://schemas.microsoft.com/office/drawing/2014/main" id="{51619E6D-2C84-4D64-8DCD-AC923D93FFAA}"/>
                    </a:ext>
                  </a:extLst>
                </p:cNvPr>
                <p:cNvSpPr txBox="1"/>
                <p:nvPr/>
              </p:nvSpPr>
              <p:spPr>
                <a:xfrm>
                  <a:off x="2931227" y="1532744"/>
                  <a:ext cx="124442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b="1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rPr>
                    <a:t>模拟信号</a:t>
                  </a:r>
                </a:p>
              </p:txBody>
            </p:sp>
            <p:sp>
              <p:nvSpPr>
                <p:cNvPr id="475" name="矩形 474">
                  <a:extLst>
                    <a:ext uri="{FF2B5EF4-FFF2-40B4-BE49-F238E27FC236}">
                      <a16:creationId xmlns:a16="http://schemas.microsoft.com/office/drawing/2014/main" id="{538854DC-782B-45BE-A319-2E1D1916EB78}"/>
                    </a:ext>
                  </a:extLst>
                </p:cNvPr>
                <p:cNvSpPr/>
                <p:nvPr/>
              </p:nvSpPr>
              <p:spPr>
                <a:xfrm>
                  <a:off x="2676436" y="1532744"/>
                  <a:ext cx="1654334" cy="220265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sp>
            <p:nvSpPr>
              <p:cNvPr id="473" name="文本框 472">
                <a:extLst>
                  <a:ext uri="{FF2B5EF4-FFF2-40B4-BE49-F238E27FC236}">
                    <a16:creationId xmlns:a16="http://schemas.microsoft.com/office/drawing/2014/main" id="{2465B04F-7670-4B80-82B9-AAEB4CF1839F}"/>
                  </a:ext>
                </a:extLst>
              </p:cNvPr>
              <p:cNvSpPr txBox="1"/>
              <p:nvPr/>
            </p:nvSpPr>
            <p:spPr>
              <a:xfrm>
                <a:off x="2969758" y="1571840"/>
                <a:ext cx="124442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（电压）</a:t>
                </a:r>
              </a:p>
            </p:txBody>
          </p:sp>
        </p:grpSp>
        <p:sp>
          <p:nvSpPr>
            <p:cNvPr id="466" name="文本框 465">
              <a:extLst>
                <a:ext uri="{FF2B5EF4-FFF2-40B4-BE49-F238E27FC236}">
                  <a16:creationId xmlns:a16="http://schemas.microsoft.com/office/drawing/2014/main" id="{1158785E-C4E3-492F-AEFC-BC949B1FD3C4}"/>
                </a:ext>
              </a:extLst>
            </p:cNvPr>
            <p:cNvSpPr txBox="1"/>
            <p:nvPr/>
          </p:nvSpPr>
          <p:spPr>
            <a:xfrm>
              <a:off x="6652615" y="1567884"/>
              <a:ext cx="124442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（脉冲）</a:t>
              </a:r>
            </a:p>
          </p:txBody>
        </p:sp>
        <p:sp>
          <p:nvSpPr>
            <p:cNvPr id="467" name="文本框 466">
              <a:extLst>
                <a:ext uri="{FF2B5EF4-FFF2-40B4-BE49-F238E27FC236}">
                  <a16:creationId xmlns:a16="http://schemas.microsoft.com/office/drawing/2014/main" id="{ABDE4DAF-011A-4355-9C46-0D7B38DFBB99}"/>
                </a:ext>
              </a:extLst>
            </p:cNvPr>
            <p:cNvSpPr txBox="1"/>
            <p:nvPr/>
          </p:nvSpPr>
          <p:spPr>
            <a:xfrm>
              <a:off x="4820806" y="1297083"/>
              <a:ext cx="1557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accent6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感官通道</a:t>
              </a:r>
            </a:p>
          </p:txBody>
        </p:sp>
        <p:sp>
          <p:nvSpPr>
            <p:cNvPr id="468" name="文本框 467">
              <a:extLst>
                <a:ext uri="{FF2B5EF4-FFF2-40B4-BE49-F238E27FC236}">
                  <a16:creationId xmlns:a16="http://schemas.microsoft.com/office/drawing/2014/main" id="{99DE2BFF-82C0-4D46-B98F-9DB081F8E5D9}"/>
                </a:ext>
              </a:extLst>
            </p:cNvPr>
            <p:cNvSpPr txBox="1"/>
            <p:nvPr/>
          </p:nvSpPr>
          <p:spPr>
            <a:xfrm>
              <a:off x="3312537" y="2600271"/>
              <a:ext cx="86285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chemeClr val="accent4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发生器电位</a:t>
              </a:r>
            </a:p>
          </p:txBody>
        </p:sp>
        <p:sp>
          <p:nvSpPr>
            <p:cNvPr id="469" name="文本框 468">
              <a:extLst>
                <a:ext uri="{FF2B5EF4-FFF2-40B4-BE49-F238E27FC236}">
                  <a16:creationId xmlns:a16="http://schemas.microsoft.com/office/drawing/2014/main" id="{513E748E-A664-4DC9-AE6E-DB839BF45DF3}"/>
                </a:ext>
              </a:extLst>
            </p:cNvPr>
            <p:cNvSpPr txBox="1"/>
            <p:nvPr/>
          </p:nvSpPr>
          <p:spPr>
            <a:xfrm>
              <a:off x="6795804" y="2627047"/>
              <a:ext cx="92381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rgbClr val="BF9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脉冲频率编码</a:t>
              </a:r>
            </a:p>
          </p:txBody>
        </p:sp>
        <p:pic>
          <p:nvPicPr>
            <p:cNvPr id="470" name="图片 469">
              <a:extLst>
                <a:ext uri="{FF2B5EF4-FFF2-40B4-BE49-F238E27FC236}">
                  <a16:creationId xmlns:a16="http://schemas.microsoft.com/office/drawing/2014/main" id="{0E382092-A21D-4720-B58C-D9845D5FE6C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39877" y="3098999"/>
              <a:ext cx="827699" cy="649145"/>
            </a:xfrm>
            <a:prstGeom prst="rect">
              <a:avLst/>
            </a:prstGeom>
          </p:spPr>
        </p:pic>
        <p:pic>
          <p:nvPicPr>
            <p:cNvPr id="471" name="图片 470">
              <a:extLst>
                <a:ext uri="{FF2B5EF4-FFF2-40B4-BE49-F238E27FC236}">
                  <a16:creationId xmlns:a16="http://schemas.microsoft.com/office/drawing/2014/main" id="{0743D313-AB0C-41AA-9F7D-56F49A009C8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57335" y="3086891"/>
              <a:ext cx="599995" cy="563729"/>
            </a:xfrm>
            <a:prstGeom prst="rect">
              <a:avLst/>
            </a:prstGeom>
          </p:spPr>
        </p:pic>
      </p:grpSp>
      <p:sp>
        <p:nvSpPr>
          <p:cNvPr id="497" name="矩形 496">
            <a:extLst>
              <a:ext uri="{FF2B5EF4-FFF2-40B4-BE49-F238E27FC236}">
                <a16:creationId xmlns:a16="http://schemas.microsoft.com/office/drawing/2014/main" id="{277A40C0-AAE8-49AA-9B19-813D222BC5FA}"/>
              </a:ext>
            </a:extLst>
          </p:cNvPr>
          <p:cNvSpPr/>
          <p:nvPr/>
        </p:nvSpPr>
        <p:spPr>
          <a:xfrm>
            <a:off x="6761664" y="877069"/>
            <a:ext cx="47733" cy="17985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98" name="箭头: 右 497">
            <a:extLst>
              <a:ext uri="{FF2B5EF4-FFF2-40B4-BE49-F238E27FC236}">
                <a16:creationId xmlns:a16="http://schemas.microsoft.com/office/drawing/2014/main" id="{0FCD8C12-3AAF-4B52-9D3A-63975984CE0F}"/>
              </a:ext>
            </a:extLst>
          </p:cNvPr>
          <p:cNvSpPr/>
          <p:nvPr/>
        </p:nvSpPr>
        <p:spPr>
          <a:xfrm>
            <a:off x="4175171" y="4167740"/>
            <a:ext cx="471289" cy="111233"/>
          </a:xfrm>
          <a:prstGeom prst="rightArrow">
            <a:avLst>
              <a:gd name="adj1" fmla="val 33559"/>
              <a:gd name="adj2" fmla="val 109179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7" name="椭圆 226">
            <a:extLst>
              <a:ext uri="{FF2B5EF4-FFF2-40B4-BE49-F238E27FC236}">
                <a16:creationId xmlns:a16="http://schemas.microsoft.com/office/drawing/2014/main" id="{7829B19D-8EF6-41E2-846D-CA5A287F173E}"/>
              </a:ext>
            </a:extLst>
          </p:cNvPr>
          <p:cNvSpPr/>
          <p:nvPr/>
        </p:nvSpPr>
        <p:spPr>
          <a:xfrm>
            <a:off x="6849152" y="995637"/>
            <a:ext cx="54000" cy="54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17C6BF18-7178-450A-869F-6E0EDFE69758}"/>
              </a:ext>
            </a:extLst>
          </p:cNvPr>
          <p:cNvGrpSpPr/>
          <p:nvPr/>
        </p:nvGrpSpPr>
        <p:grpSpPr>
          <a:xfrm>
            <a:off x="7359264" y="5532255"/>
            <a:ext cx="1940728" cy="338554"/>
            <a:chOff x="6627229" y="5106536"/>
            <a:chExt cx="1940728" cy="338554"/>
          </a:xfrm>
        </p:grpSpPr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5B1870D0-4681-465E-992D-43948A4E9C2C}"/>
                </a:ext>
              </a:extLst>
            </p:cNvPr>
            <p:cNvGrpSpPr/>
            <p:nvPr/>
          </p:nvGrpSpPr>
          <p:grpSpPr>
            <a:xfrm>
              <a:off x="6627229" y="5182218"/>
              <a:ext cx="221971" cy="206999"/>
              <a:chOff x="6769709" y="5214054"/>
              <a:chExt cx="221971" cy="206999"/>
            </a:xfrm>
          </p:grpSpPr>
          <p:sp>
            <p:nvSpPr>
              <p:cNvPr id="195" name="矩形 194">
                <a:extLst>
                  <a:ext uri="{FF2B5EF4-FFF2-40B4-BE49-F238E27FC236}">
                    <a16:creationId xmlns:a16="http://schemas.microsoft.com/office/drawing/2014/main" id="{A6124640-C2E4-4D14-9BD9-04237AC611B2}"/>
                  </a:ext>
                </a:extLst>
              </p:cNvPr>
              <p:cNvSpPr/>
              <p:nvPr/>
            </p:nvSpPr>
            <p:spPr>
              <a:xfrm>
                <a:off x="6769709" y="5214054"/>
                <a:ext cx="45719" cy="189296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28575">
                <a:noFill/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6" name="椭圆 195">
                <a:extLst>
                  <a:ext uri="{FF2B5EF4-FFF2-40B4-BE49-F238E27FC236}">
                    <a16:creationId xmlns:a16="http://schemas.microsoft.com/office/drawing/2014/main" id="{B0667F23-D6E3-4858-903E-3134E6209EE6}"/>
                  </a:ext>
                </a:extLst>
              </p:cNvPr>
              <p:cNvSpPr/>
              <p:nvPr/>
            </p:nvSpPr>
            <p:spPr>
              <a:xfrm>
                <a:off x="6937680" y="5367053"/>
                <a:ext cx="54000" cy="54000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7" name="矩形 196">
                <a:extLst>
                  <a:ext uri="{FF2B5EF4-FFF2-40B4-BE49-F238E27FC236}">
                    <a16:creationId xmlns:a16="http://schemas.microsoft.com/office/drawing/2014/main" id="{8768DF1A-BA42-4028-A724-BF8A418EE1F0}"/>
                  </a:ext>
                </a:extLst>
              </p:cNvPr>
              <p:cNvSpPr/>
              <p:nvPr/>
            </p:nvSpPr>
            <p:spPr>
              <a:xfrm>
                <a:off x="6852191" y="5214054"/>
                <a:ext cx="45719" cy="189296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28575">
                <a:noFill/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198" name="文本框 197">
              <a:extLst>
                <a:ext uri="{FF2B5EF4-FFF2-40B4-BE49-F238E27FC236}">
                  <a16:creationId xmlns:a16="http://schemas.microsoft.com/office/drawing/2014/main" id="{51135CFD-6624-44B5-80F6-A6C8D0EFE987}"/>
                </a:ext>
              </a:extLst>
            </p:cNvPr>
            <p:cNvSpPr txBox="1"/>
            <p:nvPr/>
          </p:nvSpPr>
          <p:spPr>
            <a:xfrm>
              <a:off x="6825581" y="5106536"/>
              <a:ext cx="174237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跨感官整合</a:t>
              </a: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0BED56AC-C92F-4949-87C4-EF88C93E79C8}"/>
              </a:ext>
            </a:extLst>
          </p:cNvPr>
          <p:cNvGrpSpPr/>
          <p:nvPr/>
        </p:nvGrpSpPr>
        <p:grpSpPr>
          <a:xfrm>
            <a:off x="5108605" y="3520424"/>
            <a:ext cx="1919785" cy="1065643"/>
            <a:chOff x="6279446" y="3592137"/>
            <a:chExt cx="1919785" cy="1065643"/>
          </a:xfrm>
        </p:grpSpPr>
        <p:sp>
          <p:nvSpPr>
            <p:cNvPr id="262" name="矩形 261">
              <a:extLst>
                <a:ext uri="{FF2B5EF4-FFF2-40B4-BE49-F238E27FC236}">
                  <a16:creationId xmlns:a16="http://schemas.microsoft.com/office/drawing/2014/main" id="{6A0A1BC4-4812-4C8C-8F6D-813EE4449E2F}"/>
                </a:ext>
              </a:extLst>
            </p:cNvPr>
            <p:cNvSpPr/>
            <p:nvPr/>
          </p:nvSpPr>
          <p:spPr>
            <a:xfrm>
              <a:off x="6831945" y="4339559"/>
              <a:ext cx="969215" cy="318221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64000"/>
              </a:schemeClr>
            </a:solidFill>
            <a:ln w="22225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809F99C3-A7AB-486D-9798-23C3F3B76F84}"/>
                </a:ext>
              </a:extLst>
            </p:cNvPr>
            <p:cNvGrpSpPr/>
            <p:nvPr/>
          </p:nvGrpSpPr>
          <p:grpSpPr>
            <a:xfrm>
              <a:off x="6295309" y="3592137"/>
              <a:ext cx="1903922" cy="1054878"/>
              <a:chOff x="5797404" y="3592313"/>
              <a:chExt cx="1903922" cy="1054878"/>
            </a:xfrm>
          </p:grpSpPr>
          <p:sp>
            <p:nvSpPr>
              <p:cNvPr id="215" name="文本框 214">
                <a:extLst>
                  <a:ext uri="{FF2B5EF4-FFF2-40B4-BE49-F238E27FC236}">
                    <a16:creationId xmlns:a16="http://schemas.microsoft.com/office/drawing/2014/main" id="{E616E841-D7B5-494D-85C4-10BFCA42CE40}"/>
                  </a:ext>
                </a:extLst>
              </p:cNvPr>
              <p:cNvSpPr txBox="1"/>
              <p:nvPr/>
            </p:nvSpPr>
            <p:spPr>
              <a:xfrm>
                <a:off x="5797404" y="3592313"/>
                <a:ext cx="19039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b="1" dirty="0">
                    <a:solidFill>
                      <a:schemeClr val="accent1">
                        <a:lumMod val="75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I.</a:t>
                </a:r>
                <a:r>
                  <a:rPr lang="zh-CN" altLang="en-US" sz="1100" b="1" dirty="0">
                    <a:solidFill>
                      <a:schemeClr val="accent1">
                        <a:lumMod val="75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同时唤起</a:t>
                </a:r>
                <a:endParaRPr lang="zh-CN" altLang="en-US" sz="1200" b="1" dirty="0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grpSp>
            <p:nvGrpSpPr>
              <p:cNvPr id="9" name="组合 8">
                <a:extLst>
                  <a:ext uri="{FF2B5EF4-FFF2-40B4-BE49-F238E27FC236}">
                    <a16:creationId xmlns:a16="http://schemas.microsoft.com/office/drawing/2014/main" id="{FF529B5E-FB72-4BD9-A1B8-4DA8FFBF9A8B}"/>
                  </a:ext>
                </a:extLst>
              </p:cNvPr>
              <p:cNvGrpSpPr/>
              <p:nvPr/>
            </p:nvGrpSpPr>
            <p:grpSpPr>
              <a:xfrm>
                <a:off x="5842951" y="3762240"/>
                <a:ext cx="843054" cy="646808"/>
                <a:chOff x="5815515" y="3761590"/>
                <a:chExt cx="843054" cy="646808"/>
              </a:xfrm>
            </p:grpSpPr>
            <p:cxnSp>
              <p:nvCxnSpPr>
                <p:cNvPr id="218" name="直接箭头连接符 217">
                  <a:extLst>
                    <a:ext uri="{FF2B5EF4-FFF2-40B4-BE49-F238E27FC236}">
                      <a16:creationId xmlns:a16="http://schemas.microsoft.com/office/drawing/2014/main" id="{4565D608-B5FA-43E1-A6F7-B5B1E0A3768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024769" y="3933467"/>
                  <a:ext cx="633800" cy="0"/>
                </a:xfrm>
                <a:prstGeom prst="straightConnector1">
                  <a:avLst/>
                </a:prstGeom>
                <a:ln w="28575">
                  <a:solidFill>
                    <a:schemeClr val="accent1">
                      <a:lumMod val="60000"/>
                      <a:lumOff val="4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9" name="直接箭头连接符 218">
                  <a:extLst>
                    <a:ext uri="{FF2B5EF4-FFF2-40B4-BE49-F238E27FC236}">
                      <a16:creationId xmlns:a16="http://schemas.microsoft.com/office/drawing/2014/main" id="{C6C2C41B-1B8D-4FE2-845E-BA1AEBE6D2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024769" y="4109329"/>
                  <a:ext cx="633800" cy="0"/>
                </a:xfrm>
                <a:prstGeom prst="straightConnector1">
                  <a:avLst/>
                </a:prstGeom>
                <a:ln w="28575">
                  <a:solidFill>
                    <a:schemeClr val="accent1">
                      <a:lumMod val="60000"/>
                      <a:lumOff val="4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直接箭头连接符 219">
                  <a:extLst>
                    <a:ext uri="{FF2B5EF4-FFF2-40B4-BE49-F238E27FC236}">
                      <a16:creationId xmlns:a16="http://schemas.microsoft.com/office/drawing/2014/main" id="{663051AD-6B44-4359-96CD-A979F40B9E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024769" y="4288335"/>
                  <a:ext cx="633800" cy="0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8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33" name="文本框 232">
                  <a:extLst>
                    <a:ext uri="{FF2B5EF4-FFF2-40B4-BE49-F238E27FC236}">
                      <a16:creationId xmlns:a16="http://schemas.microsoft.com/office/drawing/2014/main" id="{62A03336-B7F9-4981-AC3E-B139C7CD47BE}"/>
                    </a:ext>
                  </a:extLst>
                </p:cNvPr>
                <p:cNvSpPr txBox="1"/>
                <p:nvPr/>
              </p:nvSpPr>
              <p:spPr>
                <a:xfrm>
                  <a:off x="5815515" y="3761590"/>
                  <a:ext cx="247629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50" dirty="0">
                      <a:solidFill>
                        <a:schemeClr val="accent1">
                          <a:lumMod val="75000"/>
                        </a:schemeClr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A</a:t>
                  </a:r>
                  <a:endParaRPr lang="zh-CN" altLang="en-US" sz="1050" dirty="0">
                    <a:solidFill>
                      <a:schemeClr val="accent1">
                        <a:lumMod val="75000"/>
                      </a:schemeClr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4" name="文本框 233">
                  <a:extLst>
                    <a:ext uri="{FF2B5EF4-FFF2-40B4-BE49-F238E27FC236}">
                      <a16:creationId xmlns:a16="http://schemas.microsoft.com/office/drawing/2014/main" id="{C649A3BB-5E2E-4BC4-8914-AEBF93BA5F1D}"/>
                    </a:ext>
                  </a:extLst>
                </p:cNvPr>
                <p:cNvSpPr txBox="1"/>
                <p:nvPr/>
              </p:nvSpPr>
              <p:spPr>
                <a:xfrm>
                  <a:off x="5815515" y="3955941"/>
                  <a:ext cx="247629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50" dirty="0">
                      <a:solidFill>
                        <a:schemeClr val="accent1">
                          <a:lumMod val="75000"/>
                        </a:schemeClr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B</a:t>
                  </a:r>
                  <a:endParaRPr lang="zh-CN" altLang="en-US" sz="1050" dirty="0">
                    <a:solidFill>
                      <a:schemeClr val="accent1">
                        <a:lumMod val="75000"/>
                      </a:schemeClr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5" name="文本框 234">
                  <a:extLst>
                    <a:ext uri="{FF2B5EF4-FFF2-40B4-BE49-F238E27FC236}">
                      <a16:creationId xmlns:a16="http://schemas.microsoft.com/office/drawing/2014/main" id="{0DE00EA6-288B-4B51-A45E-A90224148C8D}"/>
                    </a:ext>
                  </a:extLst>
                </p:cNvPr>
                <p:cNvSpPr txBox="1"/>
                <p:nvPr/>
              </p:nvSpPr>
              <p:spPr>
                <a:xfrm>
                  <a:off x="5815515" y="4146788"/>
                  <a:ext cx="247629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50" dirty="0">
                      <a:solidFill>
                        <a:schemeClr val="bg1">
                          <a:lumMod val="65000"/>
                        </a:schemeClr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C</a:t>
                  </a:r>
                  <a:endParaRPr lang="zh-CN" altLang="en-US" sz="1050" dirty="0">
                    <a:solidFill>
                      <a:schemeClr val="bg1">
                        <a:lumMod val="65000"/>
                      </a:schemeClr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14" name="矩形 213">
                <a:extLst>
                  <a:ext uri="{FF2B5EF4-FFF2-40B4-BE49-F238E27FC236}">
                    <a16:creationId xmlns:a16="http://schemas.microsoft.com/office/drawing/2014/main" id="{C7AAA46D-6B50-4C2D-9DCC-3FBBE887C2DE}"/>
                  </a:ext>
                </a:extLst>
              </p:cNvPr>
              <p:cNvSpPr/>
              <p:nvPr/>
            </p:nvSpPr>
            <p:spPr>
              <a:xfrm>
                <a:off x="5840863" y="3629771"/>
                <a:ext cx="1467821" cy="1017420"/>
              </a:xfrm>
              <a:prstGeom prst="rect">
                <a:avLst/>
              </a:prstGeom>
              <a:noFill/>
              <a:ln w="22225">
                <a:solidFill>
                  <a:schemeClr val="accent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EF1D071-15B9-4686-B9EA-F41D06159704}"/>
                </a:ext>
              </a:extLst>
            </p:cNvPr>
            <p:cNvSpPr/>
            <p:nvPr/>
          </p:nvSpPr>
          <p:spPr>
            <a:xfrm>
              <a:off x="6631944" y="3870700"/>
              <a:ext cx="460521" cy="29704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48" name="直接箭头连接符 247">
              <a:extLst>
                <a:ext uri="{FF2B5EF4-FFF2-40B4-BE49-F238E27FC236}">
                  <a16:creationId xmlns:a16="http://schemas.microsoft.com/office/drawing/2014/main" id="{3574A63C-CB93-4AE8-831C-6B7C5252F0C6}"/>
                </a:ext>
              </a:extLst>
            </p:cNvPr>
            <p:cNvCxnSpPr>
              <a:cxnSpLocks/>
            </p:cNvCxnSpPr>
            <p:nvPr/>
          </p:nvCxnSpPr>
          <p:spPr>
            <a:xfrm>
              <a:off x="7097755" y="4001714"/>
              <a:ext cx="14951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9" name="文本框 248">
              <a:extLst>
                <a:ext uri="{FF2B5EF4-FFF2-40B4-BE49-F238E27FC236}">
                  <a16:creationId xmlns:a16="http://schemas.microsoft.com/office/drawing/2014/main" id="{C7F72269-B655-476F-9B6C-A2FEFD4F213B}"/>
                </a:ext>
              </a:extLst>
            </p:cNvPr>
            <p:cNvSpPr txBox="1"/>
            <p:nvPr/>
          </p:nvSpPr>
          <p:spPr>
            <a:xfrm>
              <a:off x="7185435" y="3654515"/>
              <a:ext cx="692035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900" b="1" dirty="0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刺激</a:t>
              </a:r>
              <a:r>
                <a:rPr lang="en-US" altLang="zh-CN" sz="900" b="1" dirty="0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A&amp;B</a:t>
              </a:r>
            </a:p>
            <a:p>
              <a:r>
                <a:rPr lang="zh-CN" altLang="en-US" sz="800" b="1" dirty="0">
                  <a:solidFill>
                    <a:schemeClr val="accent1">
                      <a:lumMod val="75000"/>
                    </a:schemeClr>
                  </a:solidFill>
                  <a:latin typeface="+mn-ea"/>
                </a:rPr>
                <a:t>共同出现</a:t>
              </a:r>
              <a:endParaRPr lang="en-US" altLang="zh-CN" sz="800" b="1" dirty="0">
                <a:solidFill>
                  <a:schemeClr val="accent1">
                    <a:lumMod val="75000"/>
                  </a:schemeClr>
                </a:solidFill>
                <a:latin typeface="+mn-ea"/>
              </a:endParaRPr>
            </a:p>
          </p:txBody>
        </p:sp>
        <p:sp>
          <p:nvSpPr>
            <p:cNvPr id="261" name="文本框 260">
              <a:extLst>
                <a:ext uri="{FF2B5EF4-FFF2-40B4-BE49-F238E27FC236}">
                  <a16:creationId xmlns:a16="http://schemas.microsoft.com/office/drawing/2014/main" id="{84EA032B-CEAB-4877-9CAB-BBACC13E0158}"/>
                </a:ext>
              </a:extLst>
            </p:cNvPr>
            <p:cNvSpPr txBox="1"/>
            <p:nvPr/>
          </p:nvSpPr>
          <p:spPr>
            <a:xfrm>
              <a:off x="7180126" y="3977031"/>
              <a:ext cx="64399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zh-CN" alt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srgbClr val="5B9BD5">
                      <a:lumMod val="75000"/>
                    </a:srgbClr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产生</a:t>
              </a:r>
              <a:r>
                <a:rPr kumimoji="0" lang="zh-CN" alt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5B9BD5">
                      <a:lumMod val="75000"/>
                    </a:srgbClr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关联增强现象</a:t>
              </a:r>
              <a:endParaRPr lang="zh-CN" altLang="en-US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66" name="矩形 265">
              <a:extLst>
                <a:ext uri="{FF2B5EF4-FFF2-40B4-BE49-F238E27FC236}">
                  <a16:creationId xmlns:a16="http://schemas.microsoft.com/office/drawing/2014/main" id="{E868D1A4-C274-474F-B08E-9716025CB57D}"/>
                </a:ext>
              </a:extLst>
            </p:cNvPr>
            <p:cNvSpPr/>
            <p:nvPr/>
          </p:nvSpPr>
          <p:spPr>
            <a:xfrm>
              <a:off x="6338918" y="4339094"/>
              <a:ext cx="555414" cy="30792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22225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8" name="文本框 267">
              <a:extLst>
                <a:ext uri="{FF2B5EF4-FFF2-40B4-BE49-F238E27FC236}">
                  <a16:creationId xmlns:a16="http://schemas.microsoft.com/office/drawing/2014/main" id="{6EB10A6F-695C-4631-99F5-0528A5CE5FFA}"/>
                </a:ext>
              </a:extLst>
            </p:cNvPr>
            <p:cNvSpPr txBox="1"/>
            <p:nvPr/>
          </p:nvSpPr>
          <p:spPr>
            <a:xfrm>
              <a:off x="6847543" y="4309287"/>
              <a:ext cx="124053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600" b="1" dirty="0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增强联想</a:t>
              </a:r>
            </a:p>
          </p:txBody>
        </p:sp>
        <p:sp>
          <p:nvSpPr>
            <p:cNvPr id="269" name="文本框 268">
              <a:extLst>
                <a:ext uri="{FF2B5EF4-FFF2-40B4-BE49-F238E27FC236}">
                  <a16:creationId xmlns:a16="http://schemas.microsoft.com/office/drawing/2014/main" id="{3478B1FA-56D9-4C4B-B1EA-59DC283BAAAC}"/>
                </a:ext>
              </a:extLst>
            </p:cNvPr>
            <p:cNvSpPr txBox="1"/>
            <p:nvPr/>
          </p:nvSpPr>
          <p:spPr>
            <a:xfrm>
              <a:off x="6279446" y="4301870"/>
              <a:ext cx="124053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600" b="1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结果：</a:t>
              </a:r>
            </a:p>
          </p:txBody>
        </p:sp>
      </p:grpSp>
      <p:grpSp>
        <p:nvGrpSpPr>
          <p:cNvPr id="271" name="组合 270">
            <a:extLst>
              <a:ext uri="{FF2B5EF4-FFF2-40B4-BE49-F238E27FC236}">
                <a16:creationId xmlns:a16="http://schemas.microsoft.com/office/drawing/2014/main" id="{7CB29660-1452-4BCD-9CB8-6675FA243D05}"/>
              </a:ext>
            </a:extLst>
          </p:cNvPr>
          <p:cNvGrpSpPr/>
          <p:nvPr/>
        </p:nvGrpSpPr>
        <p:grpSpPr>
          <a:xfrm>
            <a:off x="5108605" y="4687111"/>
            <a:ext cx="1919785" cy="1065643"/>
            <a:chOff x="6279446" y="3592137"/>
            <a:chExt cx="1919785" cy="1065643"/>
          </a:xfrm>
        </p:grpSpPr>
        <p:sp>
          <p:nvSpPr>
            <p:cNvPr id="272" name="矩形 271">
              <a:extLst>
                <a:ext uri="{FF2B5EF4-FFF2-40B4-BE49-F238E27FC236}">
                  <a16:creationId xmlns:a16="http://schemas.microsoft.com/office/drawing/2014/main" id="{74B6AC4C-69FB-4E58-820A-783596D401AC}"/>
                </a:ext>
              </a:extLst>
            </p:cNvPr>
            <p:cNvSpPr/>
            <p:nvPr/>
          </p:nvSpPr>
          <p:spPr>
            <a:xfrm>
              <a:off x="6831945" y="4339559"/>
              <a:ext cx="969215" cy="318221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64000"/>
              </a:schemeClr>
            </a:solidFill>
            <a:ln w="22225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273" name="组合 272">
              <a:extLst>
                <a:ext uri="{FF2B5EF4-FFF2-40B4-BE49-F238E27FC236}">
                  <a16:creationId xmlns:a16="http://schemas.microsoft.com/office/drawing/2014/main" id="{7D84B4A9-DA45-4A3E-9689-5B0B508669B0}"/>
                </a:ext>
              </a:extLst>
            </p:cNvPr>
            <p:cNvGrpSpPr/>
            <p:nvPr/>
          </p:nvGrpSpPr>
          <p:grpSpPr>
            <a:xfrm>
              <a:off x="6295309" y="3592137"/>
              <a:ext cx="1903922" cy="1054878"/>
              <a:chOff x="5797404" y="3592313"/>
              <a:chExt cx="1903922" cy="1054878"/>
            </a:xfrm>
          </p:grpSpPr>
          <p:sp>
            <p:nvSpPr>
              <p:cNvPr id="284" name="文本框 283">
                <a:extLst>
                  <a:ext uri="{FF2B5EF4-FFF2-40B4-BE49-F238E27FC236}">
                    <a16:creationId xmlns:a16="http://schemas.microsoft.com/office/drawing/2014/main" id="{3EF2B82D-EB59-4D4E-BB0E-4C18BE5E939C}"/>
                  </a:ext>
                </a:extLst>
              </p:cNvPr>
              <p:cNvSpPr txBox="1"/>
              <p:nvPr/>
            </p:nvSpPr>
            <p:spPr>
              <a:xfrm>
                <a:off x="5797404" y="3592313"/>
                <a:ext cx="19039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b="1" kern="500" dirty="0">
                    <a:solidFill>
                      <a:schemeClr val="accent1">
                        <a:lumMod val="75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II</a:t>
                </a:r>
                <a:r>
                  <a:rPr lang="en-US" altLang="zh-CN" sz="1200" b="1" dirty="0">
                    <a:solidFill>
                      <a:schemeClr val="accent1">
                        <a:lumMod val="75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.</a:t>
                </a:r>
                <a:r>
                  <a:rPr lang="zh-CN" altLang="en-US" sz="1100" b="1" dirty="0">
                    <a:solidFill>
                      <a:schemeClr val="accent1">
                        <a:lumMod val="75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单独唤起</a:t>
                </a:r>
                <a:endParaRPr lang="zh-CN" altLang="en-US" sz="1200" b="1" dirty="0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grpSp>
            <p:nvGrpSpPr>
              <p:cNvPr id="286" name="组合 285">
                <a:extLst>
                  <a:ext uri="{FF2B5EF4-FFF2-40B4-BE49-F238E27FC236}">
                    <a16:creationId xmlns:a16="http://schemas.microsoft.com/office/drawing/2014/main" id="{7201569E-0FFD-4468-AD91-C9F014EB5F32}"/>
                  </a:ext>
                </a:extLst>
              </p:cNvPr>
              <p:cNvGrpSpPr/>
              <p:nvPr/>
            </p:nvGrpSpPr>
            <p:grpSpPr>
              <a:xfrm>
                <a:off x="5842951" y="3730814"/>
                <a:ext cx="846185" cy="652398"/>
                <a:chOff x="5815515" y="3730164"/>
                <a:chExt cx="846185" cy="652398"/>
              </a:xfrm>
            </p:grpSpPr>
            <p:cxnSp>
              <p:nvCxnSpPr>
                <p:cNvPr id="290" name="直接箭头连接符 289">
                  <a:extLst>
                    <a:ext uri="{FF2B5EF4-FFF2-40B4-BE49-F238E27FC236}">
                      <a16:creationId xmlns:a16="http://schemas.microsoft.com/office/drawing/2014/main" id="{5D3BDFEC-4850-43A8-9C85-14CB3DF3F7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020985" y="3899979"/>
                  <a:ext cx="633800" cy="0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8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1" name="直接箭头连接符 290">
                  <a:extLst>
                    <a:ext uri="{FF2B5EF4-FFF2-40B4-BE49-F238E27FC236}">
                      <a16:creationId xmlns:a16="http://schemas.microsoft.com/office/drawing/2014/main" id="{481DD403-CF7B-41D8-9934-DE34C80527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024769" y="4086746"/>
                  <a:ext cx="633800" cy="0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8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2" name="直接箭头连接符 291">
                  <a:extLst>
                    <a:ext uri="{FF2B5EF4-FFF2-40B4-BE49-F238E27FC236}">
                      <a16:creationId xmlns:a16="http://schemas.microsoft.com/office/drawing/2014/main" id="{A3809136-1D20-4AA7-8571-2357B85D1EB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027900" y="4269285"/>
                  <a:ext cx="633800" cy="0"/>
                </a:xfrm>
                <a:prstGeom prst="straightConnector1">
                  <a:avLst/>
                </a:prstGeom>
                <a:ln w="28575">
                  <a:solidFill>
                    <a:schemeClr val="accent1">
                      <a:lumMod val="60000"/>
                      <a:lumOff val="4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93" name="文本框 292">
                  <a:extLst>
                    <a:ext uri="{FF2B5EF4-FFF2-40B4-BE49-F238E27FC236}">
                      <a16:creationId xmlns:a16="http://schemas.microsoft.com/office/drawing/2014/main" id="{CA42DE80-5149-4569-9008-09732EF12274}"/>
                    </a:ext>
                  </a:extLst>
                </p:cNvPr>
                <p:cNvSpPr txBox="1"/>
                <p:nvPr/>
              </p:nvSpPr>
              <p:spPr>
                <a:xfrm>
                  <a:off x="5815515" y="3730164"/>
                  <a:ext cx="247629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50" dirty="0">
                      <a:solidFill>
                        <a:schemeClr val="bg1">
                          <a:lumMod val="65000"/>
                        </a:schemeClr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A</a:t>
                  </a:r>
                  <a:endParaRPr lang="zh-CN" altLang="en-US" sz="1050" dirty="0">
                    <a:solidFill>
                      <a:schemeClr val="bg1">
                        <a:lumMod val="65000"/>
                      </a:schemeClr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4" name="文本框 293">
                  <a:extLst>
                    <a:ext uri="{FF2B5EF4-FFF2-40B4-BE49-F238E27FC236}">
                      <a16:creationId xmlns:a16="http://schemas.microsoft.com/office/drawing/2014/main" id="{98635947-96DB-4C8F-9BAA-FC55F2F35308}"/>
                    </a:ext>
                  </a:extLst>
                </p:cNvPr>
                <p:cNvSpPr txBox="1"/>
                <p:nvPr/>
              </p:nvSpPr>
              <p:spPr>
                <a:xfrm>
                  <a:off x="5825673" y="3916674"/>
                  <a:ext cx="247629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50" dirty="0">
                      <a:solidFill>
                        <a:schemeClr val="bg1">
                          <a:lumMod val="65000"/>
                        </a:schemeClr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B</a:t>
                  </a:r>
                  <a:endParaRPr lang="zh-CN" altLang="en-US" sz="1050" dirty="0">
                    <a:solidFill>
                      <a:schemeClr val="bg1">
                        <a:lumMod val="65000"/>
                      </a:schemeClr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6" name="文本框 295">
                  <a:extLst>
                    <a:ext uri="{FF2B5EF4-FFF2-40B4-BE49-F238E27FC236}">
                      <a16:creationId xmlns:a16="http://schemas.microsoft.com/office/drawing/2014/main" id="{E13FE9D7-FD83-48A9-9A64-A211ABF8CAAF}"/>
                    </a:ext>
                  </a:extLst>
                </p:cNvPr>
                <p:cNvSpPr txBox="1"/>
                <p:nvPr/>
              </p:nvSpPr>
              <p:spPr>
                <a:xfrm>
                  <a:off x="5825441" y="4120952"/>
                  <a:ext cx="247629" cy="2616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50" dirty="0">
                      <a:solidFill>
                        <a:schemeClr val="accent1">
                          <a:lumMod val="75000"/>
                        </a:schemeClr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C</a:t>
                  </a:r>
                  <a:endParaRPr lang="zh-CN" altLang="en-US" sz="1050" dirty="0">
                    <a:solidFill>
                      <a:schemeClr val="accent1">
                        <a:lumMod val="75000"/>
                      </a:schemeClr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87" name="矩形 286">
                <a:extLst>
                  <a:ext uri="{FF2B5EF4-FFF2-40B4-BE49-F238E27FC236}">
                    <a16:creationId xmlns:a16="http://schemas.microsoft.com/office/drawing/2014/main" id="{AA2F07C8-B1F6-46F7-887B-80CCD0634417}"/>
                  </a:ext>
                </a:extLst>
              </p:cNvPr>
              <p:cNvSpPr/>
              <p:nvPr/>
            </p:nvSpPr>
            <p:spPr>
              <a:xfrm>
                <a:off x="5840863" y="3629771"/>
                <a:ext cx="1467821" cy="1017420"/>
              </a:xfrm>
              <a:prstGeom prst="rect">
                <a:avLst/>
              </a:prstGeom>
              <a:noFill/>
              <a:ln w="22225">
                <a:solidFill>
                  <a:schemeClr val="accent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274" name="矩形 273">
              <a:extLst>
                <a:ext uri="{FF2B5EF4-FFF2-40B4-BE49-F238E27FC236}">
                  <a16:creationId xmlns:a16="http://schemas.microsoft.com/office/drawing/2014/main" id="{57607305-E0DF-42DF-A88E-FF0752082BCE}"/>
                </a:ext>
              </a:extLst>
            </p:cNvPr>
            <p:cNvSpPr/>
            <p:nvPr/>
          </p:nvSpPr>
          <p:spPr>
            <a:xfrm>
              <a:off x="6628104" y="4203736"/>
              <a:ext cx="460521" cy="115862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75" name="直接箭头连接符 274">
              <a:extLst>
                <a:ext uri="{FF2B5EF4-FFF2-40B4-BE49-F238E27FC236}">
                  <a16:creationId xmlns:a16="http://schemas.microsoft.com/office/drawing/2014/main" id="{5467A0C4-C923-41F9-8E61-98C3D8A5C8EC}"/>
                </a:ext>
              </a:extLst>
            </p:cNvPr>
            <p:cNvCxnSpPr>
              <a:cxnSpLocks/>
            </p:cNvCxnSpPr>
            <p:nvPr/>
          </p:nvCxnSpPr>
          <p:spPr>
            <a:xfrm>
              <a:off x="7106107" y="4271000"/>
              <a:ext cx="149515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6" name="文本框 275">
              <a:extLst>
                <a:ext uri="{FF2B5EF4-FFF2-40B4-BE49-F238E27FC236}">
                  <a16:creationId xmlns:a16="http://schemas.microsoft.com/office/drawing/2014/main" id="{82B2A4DC-80F2-43ED-A8E4-AB2FC726F76C}"/>
                </a:ext>
              </a:extLst>
            </p:cNvPr>
            <p:cNvSpPr txBox="1"/>
            <p:nvPr/>
          </p:nvSpPr>
          <p:spPr>
            <a:xfrm>
              <a:off x="7185435" y="3654515"/>
              <a:ext cx="692035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900" b="1" dirty="0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刺激</a:t>
              </a:r>
              <a:r>
                <a:rPr lang="en-US" altLang="zh-CN" sz="900" b="1" dirty="0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</a:p>
            <a:p>
              <a:r>
                <a:rPr lang="zh-CN" altLang="en-US" sz="800" b="1" dirty="0">
                  <a:solidFill>
                    <a:schemeClr val="accent1">
                      <a:lumMod val="75000"/>
                    </a:schemeClr>
                  </a:solidFill>
                  <a:latin typeface="+mn-ea"/>
                </a:rPr>
                <a:t>单独出现</a:t>
              </a:r>
              <a:endParaRPr lang="en-US" altLang="zh-CN" sz="800" b="1" dirty="0">
                <a:solidFill>
                  <a:schemeClr val="accent1">
                    <a:lumMod val="75000"/>
                  </a:schemeClr>
                </a:solidFill>
                <a:latin typeface="+mn-ea"/>
              </a:endParaRPr>
            </a:p>
          </p:txBody>
        </p:sp>
        <p:sp>
          <p:nvSpPr>
            <p:cNvPr id="277" name="文本框 276">
              <a:extLst>
                <a:ext uri="{FF2B5EF4-FFF2-40B4-BE49-F238E27FC236}">
                  <a16:creationId xmlns:a16="http://schemas.microsoft.com/office/drawing/2014/main" id="{1696BC7F-BFF3-4A02-8524-A0CB44820055}"/>
                </a:ext>
              </a:extLst>
            </p:cNvPr>
            <p:cNvSpPr txBox="1"/>
            <p:nvPr/>
          </p:nvSpPr>
          <p:spPr>
            <a:xfrm>
              <a:off x="7180126" y="3977031"/>
              <a:ext cx="64399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zh-CN" alt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srgbClr val="5B9BD5">
                      <a:lumMod val="75000"/>
                    </a:srgbClr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导致</a:t>
              </a:r>
              <a:r>
                <a:rPr kumimoji="0" lang="zh-CN" alt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5B9BD5">
                      <a:lumMod val="75000"/>
                    </a:srgbClr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关联消退现象</a:t>
              </a:r>
              <a:endParaRPr lang="zh-CN" altLang="en-US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78" name="矩形 277">
              <a:extLst>
                <a:ext uri="{FF2B5EF4-FFF2-40B4-BE49-F238E27FC236}">
                  <a16:creationId xmlns:a16="http://schemas.microsoft.com/office/drawing/2014/main" id="{F0BF29B0-D662-4475-8A8F-5C2D62AFBA40}"/>
                </a:ext>
              </a:extLst>
            </p:cNvPr>
            <p:cNvSpPr/>
            <p:nvPr/>
          </p:nvSpPr>
          <p:spPr>
            <a:xfrm>
              <a:off x="6338918" y="4339094"/>
              <a:ext cx="555414" cy="30792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22225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9" name="文本框 278">
              <a:extLst>
                <a:ext uri="{FF2B5EF4-FFF2-40B4-BE49-F238E27FC236}">
                  <a16:creationId xmlns:a16="http://schemas.microsoft.com/office/drawing/2014/main" id="{7279A297-3B79-440A-B503-F2651EB5A746}"/>
                </a:ext>
              </a:extLst>
            </p:cNvPr>
            <p:cNvSpPr txBox="1"/>
            <p:nvPr/>
          </p:nvSpPr>
          <p:spPr>
            <a:xfrm>
              <a:off x="6847543" y="4309287"/>
              <a:ext cx="124053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600" b="1" dirty="0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抑制联想</a:t>
              </a:r>
            </a:p>
          </p:txBody>
        </p:sp>
        <p:sp>
          <p:nvSpPr>
            <p:cNvPr id="282" name="文本框 281">
              <a:extLst>
                <a:ext uri="{FF2B5EF4-FFF2-40B4-BE49-F238E27FC236}">
                  <a16:creationId xmlns:a16="http://schemas.microsoft.com/office/drawing/2014/main" id="{52C80972-77ED-482F-91EB-8CA7487E133F}"/>
                </a:ext>
              </a:extLst>
            </p:cNvPr>
            <p:cNvSpPr txBox="1"/>
            <p:nvPr/>
          </p:nvSpPr>
          <p:spPr>
            <a:xfrm>
              <a:off x="6279446" y="4301870"/>
              <a:ext cx="124053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600" b="1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结果：</a:t>
              </a:r>
            </a:p>
          </p:txBody>
        </p:sp>
      </p:grpSp>
      <p:sp>
        <p:nvSpPr>
          <p:cNvPr id="299" name="矩形 298">
            <a:extLst>
              <a:ext uri="{FF2B5EF4-FFF2-40B4-BE49-F238E27FC236}">
                <a16:creationId xmlns:a16="http://schemas.microsoft.com/office/drawing/2014/main" id="{430E858B-42FF-4787-BF07-7E3068EC80BF}"/>
              </a:ext>
            </a:extLst>
          </p:cNvPr>
          <p:cNvSpPr/>
          <p:nvPr/>
        </p:nvSpPr>
        <p:spPr>
          <a:xfrm>
            <a:off x="4733189" y="3510164"/>
            <a:ext cx="1944880" cy="2271016"/>
          </a:xfrm>
          <a:prstGeom prst="rect">
            <a:avLst/>
          </a:prstGeom>
          <a:noFill/>
          <a:ln w="22225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00" name="矩形 299">
            <a:extLst>
              <a:ext uri="{FF2B5EF4-FFF2-40B4-BE49-F238E27FC236}">
                <a16:creationId xmlns:a16="http://schemas.microsoft.com/office/drawing/2014/main" id="{B9E80BED-699E-4434-80BF-4AC27E1E2FE8}"/>
              </a:ext>
            </a:extLst>
          </p:cNvPr>
          <p:cNvSpPr/>
          <p:nvPr/>
        </p:nvSpPr>
        <p:spPr>
          <a:xfrm>
            <a:off x="4750769" y="3549742"/>
            <a:ext cx="373327" cy="1668036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222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4F1E2AC-38D4-419A-8605-A9E679B9F69F}"/>
              </a:ext>
            </a:extLst>
          </p:cNvPr>
          <p:cNvSpPr txBox="1"/>
          <p:nvPr/>
        </p:nvSpPr>
        <p:spPr>
          <a:xfrm rot="16200000">
            <a:off x="4604856" y="5123331"/>
            <a:ext cx="6644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&gt;&gt;</a:t>
            </a:r>
            <a:endParaRPr lang="zh-CN" altLang="en-US" sz="2400" b="1" dirty="0">
              <a:solidFill>
                <a:schemeClr val="accent1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01" name="文本框 300">
            <a:extLst>
              <a:ext uri="{FF2B5EF4-FFF2-40B4-BE49-F238E27FC236}">
                <a16:creationId xmlns:a16="http://schemas.microsoft.com/office/drawing/2014/main" id="{9DC948A2-A1E6-4DB2-9FF3-BDF9C01CC37E}"/>
              </a:ext>
            </a:extLst>
          </p:cNvPr>
          <p:cNvSpPr txBox="1"/>
          <p:nvPr/>
        </p:nvSpPr>
        <p:spPr>
          <a:xfrm rot="16200000">
            <a:off x="4050565" y="4097497"/>
            <a:ext cx="174237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b="1" dirty="0">
                <a:solidFill>
                  <a:schemeClr val="bg1"/>
                </a:solidFill>
                <a:latin typeface="+mn-ea"/>
              </a:rPr>
              <a:t>跨模态联想</a:t>
            </a:r>
          </a:p>
        </p:txBody>
      </p:sp>
      <p:sp>
        <p:nvSpPr>
          <p:cNvPr id="302" name="矩形 301">
            <a:extLst>
              <a:ext uri="{FF2B5EF4-FFF2-40B4-BE49-F238E27FC236}">
                <a16:creationId xmlns:a16="http://schemas.microsoft.com/office/drawing/2014/main" id="{0C88F293-47DF-44EF-8704-27A85D700D27}"/>
              </a:ext>
            </a:extLst>
          </p:cNvPr>
          <p:cNvSpPr/>
          <p:nvPr/>
        </p:nvSpPr>
        <p:spPr>
          <a:xfrm>
            <a:off x="6858606" y="3510163"/>
            <a:ext cx="3140396" cy="1904409"/>
          </a:xfrm>
          <a:prstGeom prst="rect">
            <a:avLst/>
          </a:prstGeom>
          <a:noFill/>
          <a:ln w="22225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303" name="直接箭头连接符 302">
            <a:extLst>
              <a:ext uri="{FF2B5EF4-FFF2-40B4-BE49-F238E27FC236}">
                <a16:creationId xmlns:a16="http://schemas.microsoft.com/office/drawing/2014/main" id="{D6286107-46E4-4B8D-8E47-B74D70CC9237}"/>
              </a:ext>
            </a:extLst>
          </p:cNvPr>
          <p:cNvCxnSpPr>
            <a:cxnSpLocks/>
            <a:stCxn id="33" idx="3"/>
          </p:cNvCxnSpPr>
          <p:nvPr/>
        </p:nvCxnSpPr>
        <p:spPr>
          <a:xfrm flipV="1">
            <a:off x="7341740" y="3951084"/>
            <a:ext cx="444467" cy="665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4" name="文本框 303">
            <a:extLst>
              <a:ext uri="{FF2B5EF4-FFF2-40B4-BE49-F238E27FC236}">
                <a16:creationId xmlns:a16="http://schemas.microsoft.com/office/drawing/2014/main" id="{CB3166E9-6E3D-4C6E-9F86-729E29789C19}"/>
              </a:ext>
            </a:extLst>
          </p:cNvPr>
          <p:cNvSpPr txBox="1"/>
          <p:nvPr/>
        </p:nvSpPr>
        <p:spPr>
          <a:xfrm>
            <a:off x="6834246" y="3500585"/>
            <a:ext cx="19039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输入信号</a:t>
            </a:r>
          </a:p>
        </p:txBody>
      </p:sp>
      <p:cxnSp>
        <p:nvCxnSpPr>
          <p:cNvPr id="308" name="直接箭头连接符 307">
            <a:extLst>
              <a:ext uri="{FF2B5EF4-FFF2-40B4-BE49-F238E27FC236}">
                <a16:creationId xmlns:a16="http://schemas.microsoft.com/office/drawing/2014/main" id="{25AA60F3-1672-47CF-9850-3D47AFED596E}"/>
              </a:ext>
            </a:extLst>
          </p:cNvPr>
          <p:cNvCxnSpPr>
            <a:cxnSpLocks/>
          </p:cNvCxnSpPr>
          <p:nvPr/>
        </p:nvCxnSpPr>
        <p:spPr>
          <a:xfrm>
            <a:off x="7481897" y="4973515"/>
            <a:ext cx="293253" cy="0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片 32">
            <a:extLst>
              <a:ext uri="{FF2B5EF4-FFF2-40B4-BE49-F238E27FC236}">
                <a16:creationId xmlns:a16="http://schemas.microsoft.com/office/drawing/2014/main" id="{34E86E89-195F-46DE-B0AC-803FF8CE423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231" y="3779494"/>
            <a:ext cx="344509" cy="344509"/>
          </a:xfrm>
          <a:prstGeom prst="rect">
            <a:avLst/>
          </a:prstGeom>
        </p:spPr>
      </p:pic>
      <p:grpSp>
        <p:nvGrpSpPr>
          <p:cNvPr id="55" name="组合 54">
            <a:extLst>
              <a:ext uri="{FF2B5EF4-FFF2-40B4-BE49-F238E27FC236}">
                <a16:creationId xmlns:a16="http://schemas.microsoft.com/office/drawing/2014/main" id="{81E675DB-E853-43C7-AFD2-107EE92D2493}"/>
              </a:ext>
            </a:extLst>
          </p:cNvPr>
          <p:cNvGrpSpPr/>
          <p:nvPr/>
        </p:nvGrpSpPr>
        <p:grpSpPr>
          <a:xfrm>
            <a:off x="7798662" y="3562976"/>
            <a:ext cx="2577127" cy="821655"/>
            <a:chOff x="7801702" y="3793864"/>
            <a:chExt cx="2577127" cy="821655"/>
          </a:xfrm>
        </p:grpSpPr>
        <p:pic>
          <p:nvPicPr>
            <p:cNvPr id="52" name="图片 51">
              <a:extLst>
                <a:ext uri="{FF2B5EF4-FFF2-40B4-BE49-F238E27FC236}">
                  <a16:creationId xmlns:a16="http://schemas.microsoft.com/office/drawing/2014/main" id="{F8DEFF69-16AD-4103-B53A-B5155B74048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990414" y="3960225"/>
              <a:ext cx="477168" cy="655294"/>
            </a:xfrm>
            <a:prstGeom prst="rect">
              <a:avLst/>
            </a:prstGeom>
          </p:spPr>
        </p:pic>
        <p:sp>
          <p:nvSpPr>
            <p:cNvPr id="314" name="矩形 313">
              <a:extLst>
                <a:ext uri="{FF2B5EF4-FFF2-40B4-BE49-F238E27FC236}">
                  <a16:creationId xmlns:a16="http://schemas.microsoft.com/office/drawing/2014/main" id="{AB7CCF39-776F-4E78-B5C3-CD7131319D9B}"/>
                </a:ext>
              </a:extLst>
            </p:cNvPr>
            <p:cNvSpPr/>
            <p:nvPr/>
          </p:nvSpPr>
          <p:spPr>
            <a:xfrm>
              <a:off x="7801702" y="3805843"/>
              <a:ext cx="2140492" cy="805855"/>
            </a:xfrm>
            <a:prstGeom prst="rect">
              <a:avLst/>
            </a:prstGeom>
            <a:noFill/>
            <a:ln w="22225">
              <a:solidFill>
                <a:schemeClr val="accent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4831FF0A-3239-4666-A6BE-ED9CF7A2E71E}"/>
                </a:ext>
              </a:extLst>
            </p:cNvPr>
            <p:cNvGrpSpPr/>
            <p:nvPr/>
          </p:nvGrpSpPr>
          <p:grpSpPr>
            <a:xfrm>
              <a:off x="7874157" y="3793864"/>
              <a:ext cx="1919565" cy="261610"/>
              <a:chOff x="7874157" y="3793864"/>
              <a:chExt cx="1919565" cy="261610"/>
            </a:xfrm>
          </p:grpSpPr>
          <p:sp>
            <p:nvSpPr>
              <p:cNvPr id="316" name="文本框 315">
                <a:extLst>
                  <a:ext uri="{FF2B5EF4-FFF2-40B4-BE49-F238E27FC236}">
                    <a16:creationId xmlns:a16="http://schemas.microsoft.com/office/drawing/2014/main" id="{62712D6D-5C53-4515-B59F-56F74FB54BEC}"/>
                  </a:ext>
                </a:extLst>
              </p:cNvPr>
              <p:cNvSpPr txBox="1"/>
              <p:nvPr/>
            </p:nvSpPr>
            <p:spPr>
              <a:xfrm>
                <a:off x="7889800" y="3793864"/>
                <a:ext cx="190392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050" b="1" dirty="0">
                    <a:solidFill>
                      <a:schemeClr val="accent1">
                        <a:lumMod val="75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作用于联想忆阻阵列</a:t>
                </a:r>
              </a:p>
            </p:txBody>
          </p: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050A5757-96D1-42C4-AF12-636F909AA351}"/>
                  </a:ext>
                </a:extLst>
              </p:cNvPr>
              <p:cNvCxnSpPr/>
              <p:nvPr/>
            </p:nvCxnSpPr>
            <p:spPr>
              <a:xfrm>
                <a:off x="7874157" y="3923871"/>
                <a:ext cx="66675" cy="0"/>
              </a:xfrm>
              <a:prstGeom prst="line">
                <a:avLst/>
              </a:prstGeom>
              <a:ln w="22225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1A2D1DB6-44CF-4471-9316-AAA23290A7FA}"/>
                </a:ext>
              </a:extLst>
            </p:cNvPr>
            <p:cNvGrpSpPr/>
            <p:nvPr/>
          </p:nvGrpSpPr>
          <p:grpSpPr>
            <a:xfrm>
              <a:off x="8371629" y="3999681"/>
              <a:ext cx="2007200" cy="411040"/>
              <a:chOff x="8371629" y="3999681"/>
              <a:chExt cx="2007200" cy="411040"/>
            </a:xfrm>
          </p:grpSpPr>
          <p:sp>
            <p:nvSpPr>
              <p:cNvPr id="319" name="文本框 318">
                <a:extLst>
                  <a:ext uri="{FF2B5EF4-FFF2-40B4-BE49-F238E27FC236}">
                    <a16:creationId xmlns:a16="http://schemas.microsoft.com/office/drawing/2014/main" id="{BE0839A8-19D3-4802-8967-945288E5CFB8}"/>
                  </a:ext>
                </a:extLst>
              </p:cNvPr>
              <p:cNvSpPr txBox="1"/>
              <p:nvPr/>
            </p:nvSpPr>
            <p:spPr>
              <a:xfrm>
                <a:off x="8371629" y="3999681"/>
                <a:ext cx="190392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72000">
                  <a:buFont typeface="Arial" panose="020B0604020202020204" pitchFamily="34" charset="0"/>
                  <a:buChar char="•"/>
                </a:pPr>
                <a:r>
                  <a:rPr lang="zh-CN" altLang="en-US" sz="900" b="1" dirty="0">
                    <a:solidFill>
                      <a:schemeClr val="accent1">
                        <a:lumMod val="75000"/>
                      </a:schemeClr>
                    </a:solidFill>
                    <a:latin typeface="+mn-ea"/>
                  </a:rPr>
                  <a:t>控制忆阻阻值变化</a:t>
                </a:r>
              </a:p>
            </p:txBody>
          </p:sp>
          <p:sp>
            <p:nvSpPr>
              <p:cNvPr id="323" name="文本框 322">
                <a:extLst>
                  <a:ext uri="{FF2B5EF4-FFF2-40B4-BE49-F238E27FC236}">
                    <a16:creationId xmlns:a16="http://schemas.microsoft.com/office/drawing/2014/main" id="{162C20F0-9602-4AFE-952C-AECAA403BE12}"/>
                  </a:ext>
                </a:extLst>
              </p:cNvPr>
              <p:cNvSpPr txBox="1"/>
              <p:nvPr/>
            </p:nvSpPr>
            <p:spPr>
              <a:xfrm>
                <a:off x="8474907" y="4179889"/>
                <a:ext cx="190392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-72000">
                  <a:buFont typeface="Arial" panose="020B0604020202020204" pitchFamily="34" charset="0"/>
                  <a:buChar char="•"/>
                </a:pPr>
                <a:r>
                  <a:rPr lang="zh-CN" altLang="en-US" sz="900" b="1" dirty="0">
                    <a:solidFill>
                      <a:schemeClr val="accent1">
                        <a:lumMod val="75000"/>
                      </a:schemeClr>
                    </a:solidFill>
                    <a:latin typeface="+mn-ea"/>
                  </a:rPr>
                  <a:t>作门控条件，判断联想</a:t>
                </a:r>
              </a:p>
            </p:txBody>
          </p:sp>
        </p:grpSp>
      </p:grpSp>
      <p:grpSp>
        <p:nvGrpSpPr>
          <p:cNvPr id="324" name="组合 323">
            <a:extLst>
              <a:ext uri="{FF2B5EF4-FFF2-40B4-BE49-F238E27FC236}">
                <a16:creationId xmlns:a16="http://schemas.microsoft.com/office/drawing/2014/main" id="{D80D4918-6179-402C-BF17-FF7E6A06023A}"/>
              </a:ext>
            </a:extLst>
          </p:cNvPr>
          <p:cNvGrpSpPr/>
          <p:nvPr/>
        </p:nvGrpSpPr>
        <p:grpSpPr>
          <a:xfrm>
            <a:off x="7804827" y="4552194"/>
            <a:ext cx="2589508" cy="817834"/>
            <a:chOff x="7801702" y="3793864"/>
            <a:chExt cx="2589508" cy="817834"/>
          </a:xfrm>
        </p:grpSpPr>
        <p:sp>
          <p:nvSpPr>
            <p:cNvPr id="326" name="矩形 325">
              <a:extLst>
                <a:ext uri="{FF2B5EF4-FFF2-40B4-BE49-F238E27FC236}">
                  <a16:creationId xmlns:a16="http://schemas.microsoft.com/office/drawing/2014/main" id="{58AE18B0-17BC-41B1-B7CC-58D9CB5C4402}"/>
                </a:ext>
              </a:extLst>
            </p:cNvPr>
            <p:cNvSpPr/>
            <p:nvPr/>
          </p:nvSpPr>
          <p:spPr>
            <a:xfrm>
              <a:off x="7801702" y="3805843"/>
              <a:ext cx="2134327" cy="805855"/>
            </a:xfrm>
            <a:prstGeom prst="rect">
              <a:avLst/>
            </a:prstGeom>
            <a:noFill/>
            <a:ln w="22225">
              <a:solidFill>
                <a:schemeClr val="accent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334" name="组合 333">
              <a:extLst>
                <a:ext uri="{FF2B5EF4-FFF2-40B4-BE49-F238E27FC236}">
                  <a16:creationId xmlns:a16="http://schemas.microsoft.com/office/drawing/2014/main" id="{1193C489-095C-4350-B146-438A8BB08E54}"/>
                </a:ext>
              </a:extLst>
            </p:cNvPr>
            <p:cNvGrpSpPr/>
            <p:nvPr/>
          </p:nvGrpSpPr>
          <p:grpSpPr>
            <a:xfrm>
              <a:off x="7874157" y="3793864"/>
              <a:ext cx="1919565" cy="253916"/>
              <a:chOff x="7874157" y="3793864"/>
              <a:chExt cx="1919565" cy="253916"/>
            </a:xfrm>
          </p:grpSpPr>
          <p:sp>
            <p:nvSpPr>
              <p:cNvPr id="338" name="文本框 337">
                <a:extLst>
                  <a:ext uri="{FF2B5EF4-FFF2-40B4-BE49-F238E27FC236}">
                    <a16:creationId xmlns:a16="http://schemas.microsoft.com/office/drawing/2014/main" id="{36367BB7-E748-4D75-80D2-1FCDDF267D1F}"/>
                  </a:ext>
                </a:extLst>
              </p:cNvPr>
              <p:cNvSpPr txBox="1"/>
              <p:nvPr/>
            </p:nvSpPr>
            <p:spPr>
              <a:xfrm>
                <a:off x="7889800" y="3793864"/>
                <a:ext cx="1903922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050" b="1" dirty="0">
                    <a:solidFill>
                      <a:schemeClr val="accent1">
                        <a:lumMod val="75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引起特定感官对应反馈</a:t>
                </a:r>
              </a:p>
            </p:txBody>
          </p:sp>
          <p:cxnSp>
            <p:nvCxnSpPr>
              <p:cNvPr id="339" name="直接连接符 338">
                <a:extLst>
                  <a:ext uri="{FF2B5EF4-FFF2-40B4-BE49-F238E27FC236}">
                    <a16:creationId xmlns:a16="http://schemas.microsoft.com/office/drawing/2014/main" id="{D959A210-EEA6-47DE-9AD7-24BBF20B796D}"/>
                  </a:ext>
                </a:extLst>
              </p:cNvPr>
              <p:cNvCxnSpPr/>
              <p:nvPr/>
            </p:nvCxnSpPr>
            <p:spPr>
              <a:xfrm>
                <a:off x="7874157" y="3923871"/>
                <a:ext cx="66675" cy="0"/>
              </a:xfrm>
              <a:prstGeom prst="line">
                <a:avLst/>
              </a:prstGeom>
              <a:ln w="22225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35" name="组合 334">
              <a:extLst>
                <a:ext uri="{FF2B5EF4-FFF2-40B4-BE49-F238E27FC236}">
                  <a16:creationId xmlns:a16="http://schemas.microsoft.com/office/drawing/2014/main" id="{F1353D05-4779-4FFA-9D41-0EFEFE69ABED}"/>
                </a:ext>
              </a:extLst>
            </p:cNvPr>
            <p:cNvGrpSpPr/>
            <p:nvPr/>
          </p:nvGrpSpPr>
          <p:grpSpPr>
            <a:xfrm>
              <a:off x="8372273" y="3970078"/>
              <a:ext cx="2018937" cy="597513"/>
              <a:chOff x="8372273" y="3970078"/>
              <a:chExt cx="2018937" cy="597513"/>
            </a:xfrm>
          </p:grpSpPr>
          <p:sp>
            <p:nvSpPr>
              <p:cNvPr id="336" name="文本框 335">
                <a:extLst>
                  <a:ext uri="{FF2B5EF4-FFF2-40B4-BE49-F238E27FC236}">
                    <a16:creationId xmlns:a16="http://schemas.microsoft.com/office/drawing/2014/main" id="{0EECF3D3-577C-4CF7-9EDE-EE413262372E}"/>
                  </a:ext>
                </a:extLst>
              </p:cNvPr>
              <p:cNvSpPr txBox="1"/>
              <p:nvPr/>
            </p:nvSpPr>
            <p:spPr>
              <a:xfrm>
                <a:off x="8372273" y="3970078"/>
                <a:ext cx="190392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72000">
                  <a:buFont typeface="Arial" panose="020B0604020202020204" pitchFamily="34" charset="0"/>
                  <a:buChar char="•"/>
                </a:pPr>
                <a:r>
                  <a:rPr lang="zh-CN" altLang="en-US" sz="900" b="1" dirty="0">
                    <a:solidFill>
                      <a:schemeClr val="accent1">
                        <a:lumMod val="75000"/>
                      </a:schemeClr>
                    </a:solidFill>
                    <a:latin typeface="+mn-ea"/>
                  </a:rPr>
                  <a:t>本感官通道直接刺激</a:t>
                </a:r>
              </a:p>
            </p:txBody>
          </p:sp>
          <p:sp>
            <p:nvSpPr>
              <p:cNvPr id="337" name="文本框 336">
                <a:extLst>
                  <a:ext uri="{FF2B5EF4-FFF2-40B4-BE49-F238E27FC236}">
                    <a16:creationId xmlns:a16="http://schemas.microsoft.com/office/drawing/2014/main" id="{00A1F106-55E8-4DA5-ADFE-DE3F23AFEB56}"/>
                  </a:ext>
                </a:extLst>
              </p:cNvPr>
              <p:cNvSpPr txBox="1"/>
              <p:nvPr/>
            </p:nvSpPr>
            <p:spPr>
              <a:xfrm>
                <a:off x="8487288" y="4313675"/>
                <a:ext cx="1903922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-72000">
                  <a:buFont typeface="Arial" panose="020B0604020202020204" pitchFamily="34" charset="0"/>
                  <a:buChar char="•"/>
                </a:pPr>
                <a:r>
                  <a:rPr lang="zh-CN" altLang="en-US" sz="1050" b="1" dirty="0">
                    <a:solidFill>
                      <a:schemeClr val="accent1">
                        <a:lumMod val="75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最终输出反馈</a:t>
                </a:r>
              </a:p>
            </p:txBody>
          </p:sp>
        </p:grpSp>
      </p:grpSp>
      <p:cxnSp>
        <p:nvCxnSpPr>
          <p:cNvPr id="341" name="直接箭头连接符 340">
            <a:extLst>
              <a:ext uri="{FF2B5EF4-FFF2-40B4-BE49-F238E27FC236}">
                <a16:creationId xmlns:a16="http://schemas.microsoft.com/office/drawing/2014/main" id="{91F69547-996F-4232-B35A-BE4F5C088B0D}"/>
              </a:ext>
            </a:extLst>
          </p:cNvPr>
          <p:cNvCxnSpPr>
            <a:cxnSpLocks/>
          </p:cNvCxnSpPr>
          <p:nvPr/>
        </p:nvCxnSpPr>
        <p:spPr>
          <a:xfrm>
            <a:off x="9224896" y="4337373"/>
            <a:ext cx="6165" cy="218880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直接箭头连接符 342">
            <a:extLst>
              <a:ext uri="{FF2B5EF4-FFF2-40B4-BE49-F238E27FC236}">
                <a16:creationId xmlns:a16="http://schemas.microsoft.com/office/drawing/2014/main" id="{AA431363-4FC1-4AA1-93E9-DA13A0F5D889}"/>
              </a:ext>
            </a:extLst>
          </p:cNvPr>
          <p:cNvCxnSpPr>
            <a:cxnSpLocks/>
          </p:cNvCxnSpPr>
          <p:nvPr/>
        </p:nvCxnSpPr>
        <p:spPr>
          <a:xfrm>
            <a:off x="7871117" y="4956417"/>
            <a:ext cx="209393" cy="0"/>
          </a:xfrm>
          <a:prstGeom prst="straightConnector1">
            <a:avLst/>
          </a:prstGeom>
          <a:ln w="12700">
            <a:solidFill>
              <a:schemeClr val="accent1">
                <a:lumMod val="75000"/>
              </a:schemeClr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直接箭头连接符 344">
            <a:extLst>
              <a:ext uri="{FF2B5EF4-FFF2-40B4-BE49-F238E27FC236}">
                <a16:creationId xmlns:a16="http://schemas.microsoft.com/office/drawing/2014/main" id="{5C114116-ED29-455B-9EBF-3C5BD73B57B1}"/>
              </a:ext>
            </a:extLst>
          </p:cNvPr>
          <p:cNvCxnSpPr>
            <a:cxnSpLocks/>
          </p:cNvCxnSpPr>
          <p:nvPr/>
        </p:nvCxnSpPr>
        <p:spPr>
          <a:xfrm>
            <a:off x="7871117" y="5089909"/>
            <a:ext cx="209393" cy="0"/>
          </a:xfrm>
          <a:prstGeom prst="straightConnector1">
            <a:avLst/>
          </a:prstGeom>
          <a:ln w="15875">
            <a:solidFill>
              <a:schemeClr val="accent1">
                <a:lumMod val="75000"/>
              </a:schemeClr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直接箭头连接符 346">
            <a:extLst>
              <a:ext uri="{FF2B5EF4-FFF2-40B4-BE49-F238E27FC236}">
                <a16:creationId xmlns:a16="http://schemas.microsoft.com/office/drawing/2014/main" id="{50C6075C-8467-4658-A22C-9F46B363266B}"/>
              </a:ext>
            </a:extLst>
          </p:cNvPr>
          <p:cNvCxnSpPr>
            <a:cxnSpLocks/>
          </p:cNvCxnSpPr>
          <p:nvPr/>
        </p:nvCxnSpPr>
        <p:spPr>
          <a:xfrm>
            <a:off x="8362673" y="5012122"/>
            <a:ext cx="137855" cy="0"/>
          </a:xfrm>
          <a:prstGeom prst="straightConnector1">
            <a:avLst/>
          </a:prstGeom>
          <a:ln w="15875">
            <a:solidFill>
              <a:schemeClr val="accent1">
                <a:lumMod val="75000"/>
              </a:schemeClr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7" name="文本框 506">
            <a:extLst>
              <a:ext uri="{FF2B5EF4-FFF2-40B4-BE49-F238E27FC236}">
                <a16:creationId xmlns:a16="http://schemas.microsoft.com/office/drawing/2014/main" id="{369E8647-DBE5-46D6-AA21-80E29AE14436}"/>
              </a:ext>
            </a:extLst>
          </p:cNvPr>
          <p:cNvSpPr txBox="1"/>
          <p:nvPr/>
        </p:nvSpPr>
        <p:spPr>
          <a:xfrm>
            <a:off x="7775150" y="4741524"/>
            <a:ext cx="3362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00" b="1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本源信号</a:t>
            </a:r>
          </a:p>
        </p:txBody>
      </p:sp>
      <p:sp>
        <p:nvSpPr>
          <p:cNvPr id="348" name="文本框 347">
            <a:extLst>
              <a:ext uri="{FF2B5EF4-FFF2-40B4-BE49-F238E27FC236}">
                <a16:creationId xmlns:a16="http://schemas.microsoft.com/office/drawing/2014/main" id="{4C3768AD-E544-4546-B9F5-8DCF64D1AD32}"/>
              </a:ext>
            </a:extLst>
          </p:cNvPr>
          <p:cNvSpPr txBox="1"/>
          <p:nvPr/>
        </p:nvSpPr>
        <p:spPr>
          <a:xfrm>
            <a:off x="7783159" y="5073761"/>
            <a:ext cx="3362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00" b="1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唤起信号</a:t>
            </a:r>
          </a:p>
        </p:txBody>
      </p:sp>
      <p:sp>
        <p:nvSpPr>
          <p:cNvPr id="349" name="文本框 348">
            <a:extLst>
              <a:ext uri="{FF2B5EF4-FFF2-40B4-BE49-F238E27FC236}">
                <a16:creationId xmlns:a16="http://schemas.microsoft.com/office/drawing/2014/main" id="{8316BA9F-5F3A-4233-B717-3E0C0FAA8C30}"/>
              </a:ext>
            </a:extLst>
          </p:cNvPr>
          <p:cNvSpPr txBox="1"/>
          <p:nvPr/>
        </p:nvSpPr>
        <p:spPr>
          <a:xfrm>
            <a:off x="8279454" y="4861053"/>
            <a:ext cx="33620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00" b="1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响应</a:t>
            </a:r>
          </a:p>
        </p:txBody>
      </p:sp>
      <p:cxnSp>
        <p:nvCxnSpPr>
          <p:cNvPr id="509" name="直接连接符 508">
            <a:extLst>
              <a:ext uri="{FF2B5EF4-FFF2-40B4-BE49-F238E27FC236}">
                <a16:creationId xmlns:a16="http://schemas.microsoft.com/office/drawing/2014/main" id="{CDCEE43D-6839-4FFC-BCD9-8A32F2031333}"/>
              </a:ext>
            </a:extLst>
          </p:cNvPr>
          <p:cNvCxnSpPr/>
          <p:nvPr/>
        </p:nvCxnSpPr>
        <p:spPr>
          <a:xfrm>
            <a:off x="7481897" y="3949001"/>
            <a:ext cx="0" cy="1024514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6" name="矩形 495">
            <a:extLst>
              <a:ext uri="{FF2B5EF4-FFF2-40B4-BE49-F238E27FC236}">
                <a16:creationId xmlns:a16="http://schemas.microsoft.com/office/drawing/2014/main" id="{BC20E87F-42A2-4028-87A4-D1AA59F18452}"/>
              </a:ext>
            </a:extLst>
          </p:cNvPr>
          <p:cNvSpPr/>
          <p:nvPr/>
        </p:nvSpPr>
        <p:spPr>
          <a:xfrm>
            <a:off x="4646731" y="3458725"/>
            <a:ext cx="5872994" cy="2506544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68" name="图片 67">
            <a:extLst>
              <a:ext uri="{FF2B5EF4-FFF2-40B4-BE49-F238E27FC236}">
                <a16:creationId xmlns:a16="http://schemas.microsoft.com/office/drawing/2014/main" id="{46626238-F613-4E16-80B9-1199A450657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29291" y="4834521"/>
            <a:ext cx="350429" cy="350429"/>
          </a:xfrm>
          <a:prstGeom prst="rect">
            <a:avLst/>
          </a:prstGeom>
        </p:spPr>
      </p:pic>
      <p:grpSp>
        <p:nvGrpSpPr>
          <p:cNvPr id="25" name="组合 24">
            <a:extLst>
              <a:ext uri="{FF2B5EF4-FFF2-40B4-BE49-F238E27FC236}">
                <a16:creationId xmlns:a16="http://schemas.microsoft.com/office/drawing/2014/main" id="{A71F7A19-0F8E-4B97-89F3-D8D0246C3D91}"/>
              </a:ext>
            </a:extLst>
          </p:cNvPr>
          <p:cNvGrpSpPr/>
          <p:nvPr/>
        </p:nvGrpSpPr>
        <p:grpSpPr>
          <a:xfrm>
            <a:off x="10031472" y="3533005"/>
            <a:ext cx="502077" cy="3547958"/>
            <a:chOff x="9999688" y="3767593"/>
            <a:chExt cx="502077" cy="3547958"/>
          </a:xfrm>
        </p:grpSpPr>
        <p:sp>
          <p:nvSpPr>
            <p:cNvPr id="374" name="文本框 373">
              <a:extLst>
                <a:ext uri="{FF2B5EF4-FFF2-40B4-BE49-F238E27FC236}">
                  <a16:creationId xmlns:a16="http://schemas.microsoft.com/office/drawing/2014/main" id="{ADD3A1AB-526F-4A48-8B69-C5691DF54B43}"/>
                </a:ext>
              </a:extLst>
            </p:cNvPr>
            <p:cNvSpPr txBox="1"/>
            <p:nvPr/>
          </p:nvSpPr>
          <p:spPr>
            <a:xfrm>
              <a:off x="10004827" y="4262289"/>
              <a:ext cx="316437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0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整合</a:t>
              </a:r>
              <a:endParaRPr lang="zh-CN" altLang="en-US" sz="2000" dirty="0"/>
            </a:p>
          </p:txBody>
        </p:sp>
        <p:cxnSp>
          <p:nvCxnSpPr>
            <p:cNvPr id="312" name="直接箭头连接符 311">
              <a:extLst>
                <a:ext uri="{FF2B5EF4-FFF2-40B4-BE49-F238E27FC236}">
                  <a16:creationId xmlns:a16="http://schemas.microsoft.com/office/drawing/2014/main" id="{96D05F9B-B74A-41FD-AF8E-7A514CE7EE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03091" y="3899380"/>
              <a:ext cx="265636" cy="1636"/>
            </a:xfrm>
            <a:prstGeom prst="straightConnector1">
              <a:avLst/>
            </a:prstGeom>
            <a:ln w="349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4" name="矩形 343">
              <a:extLst>
                <a:ext uri="{FF2B5EF4-FFF2-40B4-BE49-F238E27FC236}">
                  <a16:creationId xmlns:a16="http://schemas.microsoft.com/office/drawing/2014/main" id="{E8B8EB97-6FA6-45CE-B1C2-28548A3FA348}"/>
                </a:ext>
              </a:extLst>
            </p:cNvPr>
            <p:cNvSpPr/>
            <p:nvPr/>
          </p:nvSpPr>
          <p:spPr>
            <a:xfrm>
              <a:off x="10113150" y="4157506"/>
              <a:ext cx="313350" cy="153791"/>
            </a:xfrm>
            <a:prstGeom prst="rect">
              <a:avLst/>
            </a:prstGeom>
            <a:solidFill>
              <a:srgbClr val="1E8EDE"/>
            </a:solidFill>
            <a:ln w="22225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2" name="矩形 351">
              <a:extLst>
                <a:ext uri="{FF2B5EF4-FFF2-40B4-BE49-F238E27FC236}">
                  <a16:creationId xmlns:a16="http://schemas.microsoft.com/office/drawing/2014/main" id="{FE36EB18-39D8-419A-8825-4456E2C05A5C}"/>
                </a:ext>
              </a:extLst>
            </p:cNvPr>
            <p:cNvSpPr/>
            <p:nvPr/>
          </p:nvSpPr>
          <p:spPr>
            <a:xfrm>
              <a:off x="10050438" y="3767593"/>
              <a:ext cx="366778" cy="2330541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6" name="文本框 345">
              <a:extLst>
                <a:ext uri="{FF2B5EF4-FFF2-40B4-BE49-F238E27FC236}">
                  <a16:creationId xmlns:a16="http://schemas.microsoft.com/office/drawing/2014/main" id="{AE2AD5A5-4FA8-4AC1-851B-4AE9F502735D}"/>
                </a:ext>
              </a:extLst>
            </p:cNvPr>
            <p:cNvSpPr txBox="1"/>
            <p:nvPr/>
          </p:nvSpPr>
          <p:spPr>
            <a:xfrm flipH="1">
              <a:off x="9999688" y="4983066"/>
              <a:ext cx="167322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400" dirty="0">
                  <a:latin typeface="黑体" panose="02010609060101010101" pitchFamily="49" charset="-122"/>
                  <a:ea typeface="黑体" panose="02010609060101010101" pitchFamily="49" charset="-122"/>
                </a:rPr>
                <a:t>多感官组</a:t>
              </a:r>
            </a:p>
          </p:txBody>
        </p:sp>
        <p:cxnSp>
          <p:nvCxnSpPr>
            <p:cNvPr id="350" name="直接箭头连接符 349">
              <a:extLst>
                <a:ext uri="{FF2B5EF4-FFF2-40B4-BE49-F238E27FC236}">
                  <a16:creationId xmlns:a16="http://schemas.microsoft.com/office/drawing/2014/main" id="{A27BF357-409C-492C-9A5B-7722706CF6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03091" y="4024148"/>
              <a:ext cx="265636" cy="1636"/>
            </a:xfrm>
            <a:prstGeom prst="straightConnector1">
              <a:avLst/>
            </a:prstGeom>
            <a:ln w="349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1" name="文本框 350">
              <a:extLst>
                <a:ext uri="{FF2B5EF4-FFF2-40B4-BE49-F238E27FC236}">
                  <a16:creationId xmlns:a16="http://schemas.microsoft.com/office/drawing/2014/main" id="{136BB426-90D5-4518-AE8F-78C1C3149079}"/>
                </a:ext>
              </a:extLst>
            </p:cNvPr>
            <p:cNvSpPr txBox="1"/>
            <p:nvPr/>
          </p:nvSpPr>
          <p:spPr>
            <a:xfrm flipH="1">
              <a:off x="10155516" y="4853338"/>
              <a:ext cx="346249" cy="2462213"/>
            </a:xfrm>
            <a:prstGeom prst="rect">
              <a:avLst/>
            </a:prstGeom>
            <a:noFill/>
          </p:spPr>
          <p:txBody>
            <a:bodyPr vert="eaVert" wrap="square">
              <a:spAutoFit/>
            </a:bodyPr>
            <a:lstStyle/>
            <a:p>
              <a:r>
                <a:rPr lang="en-US" altLang="zh-CN" sz="105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Multisensory</a:t>
              </a:r>
              <a:endParaRPr lang="zh-CN" altLang="en-US" sz="1050" dirty="0"/>
            </a:p>
          </p:txBody>
        </p:sp>
      </p:grpSp>
      <p:sp>
        <p:nvSpPr>
          <p:cNvPr id="368" name="文本框 367">
            <a:extLst>
              <a:ext uri="{FF2B5EF4-FFF2-40B4-BE49-F238E27FC236}">
                <a16:creationId xmlns:a16="http://schemas.microsoft.com/office/drawing/2014/main" id="{EC69E6AB-6DB2-4EB6-BC6B-37B51F1C26F7}"/>
              </a:ext>
            </a:extLst>
          </p:cNvPr>
          <p:cNvSpPr txBox="1"/>
          <p:nvPr/>
        </p:nvSpPr>
        <p:spPr>
          <a:xfrm>
            <a:off x="8372348" y="4898767"/>
            <a:ext cx="171264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72000">
              <a:buFont typeface="Arial" panose="020B0604020202020204" pitchFamily="34" charset="0"/>
              <a:buChar char="•"/>
            </a:pPr>
            <a:r>
              <a:rPr lang="zh-CN" altLang="en-US" sz="9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其他感官，联想寻回</a:t>
            </a:r>
          </a:p>
        </p:txBody>
      </p:sp>
      <p:sp>
        <p:nvSpPr>
          <p:cNvPr id="371" name="文本框 370">
            <a:extLst>
              <a:ext uri="{FF2B5EF4-FFF2-40B4-BE49-F238E27FC236}">
                <a16:creationId xmlns:a16="http://schemas.microsoft.com/office/drawing/2014/main" id="{8FF7AE65-F7B3-4A4B-8C61-7051A954B117}"/>
              </a:ext>
            </a:extLst>
          </p:cNvPr>
          <p:cNvSpPr txBox="1"/>
          <p:nvPr/>
        </p:nvSpPr>
        <p:spPr>
          <a:xfrm>
            <a:off x="10174533" y="5455105"/>
            <a:ext cx="346249" cy="588649"/>
          </a:xfrm>
          <a:prstGeom prst="rect">
            <a:avLst/>
          </a:prstGeom>
          <a:noFill/>
        </p:spPr>
        <p:txBody>
          <a:bodyPr vert="eaVert" wrap="square">
            <a:spAutoFit/>
          </a:bodyPr>
          <a:lstStyle/>
          <a:p>
            <a:r>
              <a:rPr kumimoji="0" lang="en-US" altLang="zh-CN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Bunch </a:t>
            </a:r>
            <a:endParaRPr lang="zh-CN" altLang="en-US" dirty="0"/>
          </a:p>
        </p:txBody>
      </p:sp>
      <p:grpSp>
        <p:nvGrpSpPr>
          <p:cNvPr id="377" name="组合 376">
            <a:extLst>
              <a:ext uri="{FF2B5EF4-FFF2-40B4-BE49-F238E27FC236}">
                <a16:creationId xmlns:a16="http://schemas.microsoft.com/office/drawing/2014/main" id="{8781CCCA-86F0-48D5-8B2A-4F31D5B5F448}"/>
              </a:ext>
            </a:extLst>
          </p:cNvPr>
          <p:cNvGrpSpPr/>
          <p:nvPr/>
        </p:nvGrpSpPr>
        <p:grpSpPr>
          <a:xfrm>
            <a:off x="9978892" y="821627"/>
            <a:ext cx="505963" cy="2499539"/>
            <a:chOff x="10004633" y="3751435"/>
            <a:chExt cx="505963" cy="2499539"/>
          </a:xfrm>
        </p:grpSpPr>
        <p:sp>
          <p:nvSpPr>
            <p:cNvPr id="378" name="文本框 377">
              <a:extLst>
                <a:ext uri="{FF2B5EF4-FFF2-40B4-BE49-F238E27FC236}">
                  <a16:creationId xmlns:a16="http://schemas.microsoft.com/office/drawing/2014/main" id="{7196B50F-B6E9-4D3E-AB55-30C963C70DB8}"/>
                </a:ext>
              </a:extLst>
            </p:cNvPr>
            <p:cNvSpPr txBox="1"/>
            <p:nvPr/>
          </p:nvSpPr>
          <p:spPr>
            <a:xfrm>
              <a:off x="10019394" y="4230583"/>
              <a:ext cx="316437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0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输出</a:t>
              </a:r>
              <a:endParaRPr lang="zh-CN" altLang="en-US" sz="2000" dirty="0"/>
            </a:p>
          </p:txBody>
        </p:sp>
        <p:sp>
          <p:nvSpPr>
            <p:cNvPr id="380" name="矩形 379">
              <a:extLst>
                <a:ext uri="{FF2B5EF4-FFF2-40B4-BE49-F238E27FC236}">
                  <a16:creationId xmlns:a16="http://schemas.microsoft.com/office/drawing/2014/main" id="{78CA122F-40F1-4767-835B-29579A08CE4D}"/>
                </a:ext>
              </a:extLst>
            </p:cNvPr>
            <p:cNvSpPr/>
            <p:nvPr/>
          </p:nvSpPr>
          <p:spPr>
            <a:xfrm>
              <a:off x="10110729" y="4069796"/>
              <a:ext cx="313350" cy="153791"/>
            </a:xfrm>
            <a:prstGeom prst="rect">
              <a:avLst/>
            </a:prstGeom>
            <a:solidFill>
              <a:srgbClr val="3CBA64"/>
            </a:solidFill>
            <a:ln w="22225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1" name="矩形 380">
              <a:extLst>
                <a:ext uri="{FF2B5EF4-FFF2-40B4-BE49-F238E27FC236}">
                  <a16:creationId xmlns:a16="http://schemas.microsoft.com/office/drawing/2014/main" id="{8E297EA2-3B79-4D9B-A7D3-D97DFF4A77CD}"/>
                </a:ext>
              </a:extLst>
            </p:cNvPr>
            <p:cNvSpPr/>
            <p:nvPr/>
          </p:nvSpPr>
          <p:spPr>
            <a:xfrm>
              <a:off x="10050438" y="3751435"/>
              <a:ext cx="366778" cy="2278251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2" name="文本框 381">
              <a:extLst>
                <a:ext uri="{FF2B5EF4-FFF2-40B4-BE49-F238E27FC236}">
                  <a16:creationId xmlns:a16="http://schemas.microsoft.com/office/drawing/2014/main" id="{AC2BE661-2292-49A6-B294-B73B2FFDBA3A}"/>
                </a:ext>
              </a:extLst>
            </p:cNvPr>
            <p:cNvSpPr txBox="1"/>
            <p:nvPr/>
          </p:nvSpPr>
          <p:spPr>
            <a:xfrm flipH="1">
              <a:off x="10004633" y="4903003"/>
              <a:ext cx="167322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400" dirty="0">
                  <a:latin typeface="黑体" panose="02010609060101010101" pitchFamily="49" charset="-122"/>
                  <a:ea typeface="黑体" panose="02010609060101010101" pitchFamily="49" charset="-122"/>
                </a:rPr>
                <a:t>感官通道</a:t>
              </a:r>
            </a:p>
          </p:txBody>
        </p:sp>
        <p:cxnSp>
          <p:nvCxnSpPr>
            <p:cNvPr id="383" name="直接箭头连接符 382">
              <a:extLst>
                <a:ext uri="{FF2B5EF4-FFF2-40B4-BE49-F238E27FC236}">
                  <a16:creationId xmlns:a16="http://schemas.microsoft.com/office/drawing/2014/main" id="{719F8C1C-EDCB-4470-8B0E-64BABC12B6E8}"/>
                </a:ext>
              </a:extLst>
            </p:cNvPr>
            <p:cNvCxnSpPr>
              <a:cxnSpLocks/>
            </p:cNvCxnSpPr>
            <p:nvPr/>
          </p:nvCxnSpPr>
          <p:spPr>
            <a:xfrm>
              <a:off x="10110729" y="3912893"/>
              <a:ext cx="290799" cy="0"/>
            </a:xfrm>
            <a:prstGeom prst="straightConnector1">
              <a:avLst/>
            </a:prstGeom>
            <a:ln w="349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4" name="文本框 383">
              <a:extLst>
                <a:ext uri="{FF2B5EF4-FFF2-40B4-BE49-F238E27FC236}">
                  <a16:creationId xmlns:a16="http://schemas.microsoft.com/office/drawing/2014/main" id="{C3748CCD-53F8-4472-B21F-C5DCFA094CC8}"/>
                </a:ext>
              </a:extLst>
            </p:cNvPr>
            <p:cNvSpPr txBox="1"/>
            <p:nvPr/>
          </p:nvSpPr>
          <p:spPr>
            <a:xfrm flipH="1">
              <a:off x="10156653" y="4887062"/>
              <a:ext cx="353943" cy="1363912"/>
            </a:xfrm>
            <a:prstGeom prst="rect">
              <a:avLst/>
            </a:prstGeom>
            <a:noFill/>
          </p:spPr>
          <p:txBody>
            <a:bodyPr vert="eaVert" wrap="square">
              <a:spAutoFit/>
            </a:bodyPr>
            <a:lstStyle/>
            <a:p>
              <a:r>
                <a:rPr lang="en-US" altLang="zh-CN" sz="11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Sensory Channel</a:t>
              </a:r>
              <a:endParaRPr lang="zh-CN" altLang="en-US" sz="1100" dirty="0"/>
            </a:p>
          </p:txBody>
        </p:sp>
      </p:grpSp>
      <p:sp>
        <p:nvSpPr>
          <p:cNvPr id="356" name="直角三角形 355">
            <a:extLst>
              <a:ext uri="{FF2B5EF4-FFF2-40B4-BE49-F238E27FC236}">
                <a16:creationId xmlns:a16="http://schemas.microsoft.com/office/drawing/2014/main" id="{CAEAEF67-0823-48C4-87F3-0DE75E5C6ECB}"/>
              </a:ext>
            </a:extLst>
          </p:cNvPr>
          <p:cNvSpPr/>
          <p:nvPr/>
        </p:nvSpPr>
        <p:spPr>
          <a:xfrm rot="13500000">
            <a:off x="3330452" y="4671227"/>
            <a:ext cx="54000" cy="54000"/>
          </a:xfrm>
          <a:prstGeom prst="rt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7" name="矩形 366">
            <a:extLst>
              <a:ext uri="{FF2B5EF4-FFF2-40B4-BE49-F238E27FC236}">
                <a16:creationId xmlns:a16="http://schemas.microsoft.com/office/drawing/2014/main" id="{A74A6492-DAB5-464A-988E-060FA598411F}"/>
              </a:ext>
            </a:extLst>
          </p:cNvPr>
          <p:cNvSpPr/>
          <p:nvPr/>
        </p:nvSpPr>
        <p:spPr>
          <a:xfrm>
            <a:off x="8587909" y="1473764"/>
            <a:ext cx="143982" cy="290627"/>
          </a:xfrm>
          <a:prstGeom prst="rect">
            <a:avLst/>
          </a:prstGeom>
          <a:solidFill>
            <a:srgbClr val="D9EF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725241F-D1C4-4D11-B6B9-B9F2B5045D61}"/>
              </a:ext>
            </a:extLst>
          </p:cNvPr>
          <p:cNvSpPr/>
          <p:nvPr/>
        </p:nvSpPr>
        <p:spPr>
          <a:xfrm>
            <a:off x="2823210" y="1022615"/>
            <a:ext cx="1295890" cy="307777"/>
          </a:xfrm>
          <a:prstGeom prst="rect">
            <a:avLst/>
          </a:prstGeom>
          <a:solidFill>
            <a:srgbClr val="F9C4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5" name="文本框 324">
            <a:extLst>
              <a:ext uri="{FF2B5EF4-FFF2-40B4-BE49-F238E27FC236}">
                <a16:creationId xmlns:a16="http://schemas.microsoft.com/office/drawing/2014/main" id="{DB0FB4FD-ED80-429D-9C7D-25DFF7BFFF96}"/>
              </a:ext>
            </a:extLst>
          </p:cNvPr>
          <p:cNvSpPr txBox="1"/>
          <p:nvPr/>
        </p:nvSpPr>
        <p:spPr>
          <a:xfrm>
            <a:off x="2877567" y="1015883"/>
            <a:ext cx="1045012" cy="307777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pPr marL="135450" algn="ctr"/>
            <a:r>
              <a:rPr lang="zh-CN" altLang="en-US" sz="1400" b="1" dirty="0">
                <a:latin typeface="黑体" panose="02010609060101010101" pitchFamily="49" charset="-122"/>
                <a:ea typeface="黑体" panose="02010609060101010101" pitchFamily="49" charset="-122"/>
                <a:cs typeface="Calibri Light" panose="020F0302020204030204" pitchFamily="34" charset="0"/>
              </a:rPr>
              <a:t>仿生原理</a:t>
            </a:r>
            <a:endParaRPr lang="zh-CN" altLang="en-US" sz="14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4030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组合 116"/>
          <p:cNvGrpSpPr/>
          <p:nvPr/>
        </p:nvGrpSpPr>
        <p:grpSpPr>
          <a:xfrm>
            <a:off x="1695450" y="651785"/>
            <a:ext cx="5886870" cy="5061995"/>
            <a:chOff x="3160183" y="795718"/>
            <a:chExt cx="5886870" cy="5061995"/>
          </a:xfrm>
        </p:grpSpPr>
        <p:sp>
          <p:nvSpPr>
            <p:cNvPr id="99" name="矩形 98"/>
            <p:cNvSpPr/>
            <p:nvPr/>
          </p:nvSpPr>
          <p:spPr>
            <a:xfrm>
              <a:off x="7389156" y="1624158"/>
              <a:ext cx="1480509" cy="1584835"/>
            </a:xfrm>
            <a:prstGeom prst="rect">
              <a:avLst/>
            </a:prstGeom>
            <a:solidFill>
              <a:schemeClr val="accent2">
                <a:lumMod val="40000"/>
                <a:lumOff val="60000"/>
                <a:alpha val="50000"/>
              </a:schemeClr>
            </a:solidFill>
            <a:ln w="15875">
              <a:solidFill>
                <a:schemeClr val="accent2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116" name="组合 115"/>
            <p:cNvGrpSpPr/>
            <p:nvPr/>
          </p:nvGrpSpPr>
          <p:grpSpPr>
            <a:xfrm>
              <a:off x="3160183" y="795718"/>
              <a:ext cx="5886870" cy="5061995"/>
              <a:chOff x="3160183" y="795718"/>
              <a:chExt cx="5886870" cy="5061995"/>
            </a:xfrm>
          </p:grpSpPr>
          <p:grpSp>
            <p:nvGrpSpPr>
              <p:cNvPr id="92" name="组合 91"/>
              <p:cNvGrpSpPr/>
              <p:nvPr/>
            </p:nvGrpSpPr>
            <p:grpSpPr>
              <a:xfrm>
                <a:off x="6963747" y="1074122"/>
                <a:ext cx="2045753" cy="557088"/>
                <a:chOff x="6963747" y="1638500"/>
                <a:chExt cx="2045753" cy="557088"/>
              </a:xfrm>
            </p:grpSpPr>
            <p:sp>
              <p:nvSpPr>
                <p:cNvPr id="85" name="矩形 84"/>
                <p:cNvSpPr/>
                <p:nvPr/>
              </p:nvSpPr>
              <p:spPr>
                <a:xfrm>
                  <a:off x="7029616" y="1668053"/>
                  <a:ext cx="1910761" cy="483444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  <a:alpha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7" name="文本框 86"/>
                <p:cNvSpPr txBox="1"/>
                <p:nvPr/>
              </p:nvSpPr>
              <p:spPr>
                <a:xfrm>
                  <a:off x="7029616" y="1857034"/>
                  <a:ext cx="146304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6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MMAM unit</a:t>
                  </a:r>
                </a:p>
              </p:txBody>
            </p:sp>
            <p:sp>
              <p:nvSpPr>
                <p:cNvPr id="88" name="矩形 87"/>
                <p:cNvSpPr/>
                <p:nvPr/>
              </p:nvSpPr>
              <p:spPr>
                <a:xfrm>
                  <a:off x="6963747" y="1638500"/>
                  <a:ext cx="2045753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zh-CN" altLang="en-US" sz="1600" b="1" dirty="0"/>
                    <a:t>多感觉联想记忆单元</a:t>
                  </a:r>
                  <a:endParaRPr lang="zh-CN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0" name="组合 9"/>
              <p:cNvGrpSpPr/>
              <p:nvPr/>
            </p:nvGrpSpPr>
            <p:grpSpPr>
              <a:xfrm>
                <a:off x="3373967" y="1714720"/>
                <a:ext cx="2064975" cy="3242776"/>
                <a:chOff x="1498600" y="782114"/>
                <a:chExt cx="2417999" cy="4270305"/>
              </a:xfrm>
              <a:solidFill>
                <a:schemeClr val="accent2">
                  <a:lumMod val="40000"/>
                  <a:lumOff val="60000"/>
                  <a:alpha val="85000"/>
                </a:schemeClr>
              </a:solidFill>
            </p:grpSpPr>
            <p:sp>
              <p:nvSpPr>
                <p:cNvPr id="5" name="矩形 4"/>
                <p:cNvSpPr/>
                <p:nvPr/>
              </p:nvSpPr>
              <p:spPr>
                <a:xfrm>
                  <a:off x="1509949" y="782114"/>
                  <a:ext cx="2406650" cy="692151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" name="矩形 5"/>
                <p:cNvSpPr/>
                <p:nvPr/>
              </p:nvSpPr>
              <p:spPr>
                <a:xfrm>
                  <a:off x="1498600" y="1680572"/>
                  <a:ext cx="2406650" cy="692151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>
                    <a:solidFill>
                      <a:schemeClr val="accent6">
                        <a:lumMod val="40000"/>
                        <a:lumOff val="60000"/>
                      </a:schemeClr>
                    </a:solidFill>
                  </a:endParaRPr>
                </a:p>
              </p:txBody>
            </p:sp>
            <p:sp>
              <p:nvSpPr>
                <p:cNvPr id="7" name="矩形 6"/>
                <p:cNvSpPr/>
                <p:nvPr/>
              </p:nvSpPr>
              <p:spPr>
                <a:xfrm>
                  <a:off x="1498600" y="2573804"/>
                  <a:ext cx="2406650" cy="692151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" name="矩形 7"/>
                <p:cNvSpPr/>
                <p:nvPr/>
              </p:nvSpPr>
              <p:spPr>
                <a:xfrm>
                  <a:off x="1498600" y="3467036"/>
                  <a:ext cx="2406650" cy="692151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" name="矩形 8"/>
                <p:cNvSpPr/>
                <p:nvPr/>
              </p:nvSpPr>
              <p:spPr>
                <a:xfrm>
                  <a:off x="1498600" y="4360268"/>
                  <a:ext cx="2406650" cy="692151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12" name="矩形 11"/>
              <p:cNvSpPr/>
              <p:nvPr/>
            </p:nvSpPr>
            <p:spPr>
              <a:xfrm>
                <a:off x="3257550" y="1634066"/>
                <a:ext cx="2241550" cy="3390901"/>
              </a:xfrm>
              <a:prstGeom prst="rect">
                <a:avLst/>
              </a:prstGeom>
              <a:noFill/>
              <a:ln w="22225">
                <a:solidFill>
                  <a:schemeClr val="accent2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6" name="组合 15"/>
              <p:cNvGrpSpPr/>
              <p:nvPr/>
            </p:nvGrpSpPr>
            <p:grpSpPr>
              <a:xfrm>
                <a:off x="3160183" y="795718"/>
                <a:ext cx="2482850" cy="762000"/>
                <a:chOff x="3257550" y="792924"/>
                <a:chExt cx="2482850" cy="762000"/>
              </a:xfrm>
            </p:grpSpPr>
            <p:sp>
              <p:nvSpPr>
                <p:cNvPr id="14" name="矩形 13"/>
                <p:cNvSpPr/>
                <p:nvPr/>
              </p:nvSpPr>
              <p:spPr>
                <a:xfrm>
                  <a:off x="3257550" y="792924"/>
                  <a:ext cx="2482850" cy="762000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  <a:alpha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3" name="矩形 12"/>
                <p:cNvSpPr/>
                <p:nvPr/>
              </p:nvSpPr>
              <p:spPr>
                <a:xfrm>
                  <a:off x="3257550" y="792924"/>
                  <a:ext cx="2482850" cy="762000"/>
                </a:xfrm>
                <a:prstGeom prst="rect">
                  <a:avLst/>
                </a:prstGeom>
                <a:noFill/>
                <a:ln w="22225">
                  <a:solidFill>
                    <a:schemeClr val="accent2">
                      <a:lumMod val="75000"/>
                    </a:schemeClr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68" name="组合 67"/>
              <p:cNvGrpSpPr/>
              <p:nvPr/>
            </p:nvGrpSpPr>
            <p:grpSpPr>
              <a:xfrm>
                <a:off x="3257550" y="853550"/>
                <a:ext cx="774700" cy="646331"/>
                <a:chOff x="3257550" y="853550"/>
                <a:chExt cx="774700" cy="646331"/>
              </a:xfrm>
            </p:grpSpPr>
            <p:sp>
              <p:nvSpPr>
                <p:cNvPr id="18" name="圆角矩形 17"/>
                <p:cNvSpPr/>
                <p:nvPr/>
              </p:nvSpPr>
              <p:spPr>
                <a:xfrm>
                  <a:off x="3257550" y="884330"/>
                  <a:ext cx="677333" cy="592656"/>
                </a:xfrm>
                <a:prstGeom prst="roundRect">
                  <a:avLst/>
                </a:prstGeom>
                <a:solidFill>
                  <a:schemeClr val="accent2">
                    <a:lumMod val="75000"/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9" name="文本框 18"/>
                <p:cNvSpPr txBox="1"/>
                <p:nvPr/>
              </p:nvSpPr>
              <p:spPr>
                <a:xfrm>
                  <a:off x="3257550" y="853550"/>
                  <a:ext cx="774700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b="1" dirty="0"/>
                    <a:t>生物原理</a:t>
                  </a:r>
                </a:p>
              </p:txBody>
            </p:sp>
          </p:grpSp>
          <p:sp>
            <p:nvSpPr>
              <p:cNvPr id="20" name="文本框 19"/>
              <p:cNvSpPr txBox="1"/>
              <p:nvPr/>
            </p:nvSpPr>
            <p:spPr>
              <a:xfrm>
                <a:off x="3966633" y="879660"/>
                <a:ext cx="2258484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/>
                  <a:t>Sensory modality</a:t>
                </a:r>
              </a:p>
              <a:p>
                <a:r>
                  <a:rPr lang="zh-CN" altLang="en-US" sz="1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信息感知模态</a:t>
                </a:r>
              </a:p>
            </p:txBody>
          </p:sp>
          <p:grpSp>
            <p:nvGrpSpPr>
              <p:cNvPr id="31" name="组合 30"/>
              <p:cNvGrpSpPr/>
              <p:nvPr/>
            </p:nvGrpSpPr>
            <p:grpSpPr>
              <a:xfrm>
                <a:off x="4425950" y="1690484"/>
                <a:ext cx="1507150" cy="600630"/>
                <a:chOff x="4499351" y="1685015"/>
                <a:chExt cx="1507150" cy="600630"/>
              </a:xfrm>
            </p:grpSpPr>
            <p:sp>
              <p:nvSpPr>
                <p:cNvPr id="24" name="文本框 23"/>
                <p:cNvSpPr txBox="1"/>
                <p:nvPr/>
              </p:nvSpPr>
              <p:spPr>
                <a:xfrm>
                  <a:off x="4670884" y="1685015"/>
                  <a:ext cx="133561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600" b="1" dirty="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视觉</a:t>
                  </a:r>
                  <a:endPara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0" name="矩形 29"/>
                <p:cNvSpPr/>
                <p:nvPr/>
              </p:nvSpPr>
              <p:spPr>
                <a:xfrm>
                  <a:off x="4499351" y="1916313"/>
                  <a:ext cx="761747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vision</a:t>
                  </a:r>
                  <a:endPara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2" name="组合 31"/>
              <p:cNvGrpSpPr/>
              <p:nvPr/>
            </p:nvGrpSpPr>
            <p:grpSpPr>
              <a:xfrm>
                <a:off x="4201040" y="2375348"/>
                <a:ext cx="1732060" cy="589710"/>
                <a:chOff x="4274440" y="1690719"/>
                <a:chExt cx="1732060" cy="589710"/>
              </a:xfrm>
            </p:grpSpPr>
            <p:sp>
              <p:nvSpPr>
                <p:cNvPr id="33" name="文本框 32"/>
                <p:cNvSpPr txBox="1"/>
                <p:nvPr/>
              </p:nvSpPr>
              <p:spPr>
                <a:xfrm>
                  <a:off x="4670883" y="1690719"/>
                  <a:ext cx="133561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600" b="1" dirty="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听觉</a:t>
                  </a:r>
                </a:p>
              </p:txBody>
            </p:sp>
            <p:sp>
              <p:nvSpPr>
                <p:cNvPr id="34" name="矩形 33"/>
                <p:cNvSpPr/>
                <p:nvPr/>
              </p:nvSpPr>
              <p:spPr>
                <a:xfrm>
                  <a:off x="4274440" y="1911097"/>
                  <a:ext cx="1005403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audition</a:t>
                  </a:r>
                </a:p>
              </p:txBody>
            </p:sp>
          </p:grpSp>
          <p:grpSp>
            <p:nvGrpSpPr>
              <p:cNvPr id="35" name="组合 34"/>
              <p:cNvGrpSpPr/>
              <p:nvPr/>
            </p:nvGrpSpPr>
            <p:grpSpPr>
              <a:xfrm>
                <a:off x="4162567" y="4397617"/>
                <a:ext cx="1770533" cy="591275"/>
                <a:chOff x="4100873" y="1694074"/>
                <a:chExt cx="1770533" cy="591275"/>
              </a:xfrm>
            </p:grpSpPr>
            <p:sp>
              <p:nvSpPr>
                <p:cNvPr id="36" name="文本框 35"/>
                <p:cNvSpPr txBox="1"/>
                <p:nvPr/>
              </p:nvSpPr>
              <p:spPr>
                <a:xfrm>
                  <a:off x="4535789" y="1694074"/>
                  <a:ext cx="133561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600" b="1" dirty="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味觉</a:t>
                  </a:r>
                </a:p>
              </p:txBody>
            </p:sp>
            <p:sp>
              <p:nvSpPr>
                <p:cNvPr id="37" name="矩形 36"/>
                <p:cNvSpPr/>
                <p:nvPr/>
              </p:nvSpPr>
              <p:spPr>
                <a:xfrm>
                  <a:off x="4100873" y="1916017"/>
                  <a:ext cx="109517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gustation</a:t>
                  </a:r>
                </a:p>
              </p:txBody>
            </p:sp>
          </p:grpSp>
          <p:grpSp>
            <p:nvGrpSpPr>
              <p:cNvPr id="38" name="组合 37"/>
              <p:cNvGrpSpPr/>
              <p:nvPr/>
            </p:nvGrpSpPr>
            <p:grpSpPr>
              <a:xfrm>
                <a:off x="4162567" y="3719316"/>
                <a:ext cx="1755716" cy="594154"/>
                <a:chOff x="4163541" y="1686275"/>
                <a:chExt cx="1755716" cy="594154"/>
              </a:xfrm>
            </p:grpSpPr>
            <p:sp>
              <p:nvSpPr>
                <p:cNvPr id="39" name="文本框 38"/>
                <p:cNvSpPr txBox="1"/>
                <p:nvPr/>
              </p:nvSpPr>
              <p:spPr>
                <a:xfrm>
                  <a:off x="4583640" y="1686275"/>
                  <a:ext cx="133561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600" b="1" dirty="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嗅觉</a:t>
                  </a:r>
                </a:p>
              </p:txBody>
            </p:sp>
            <p:sp>
              <p:nvSpPr>
                <p:cNvPr id="40" name="矩形 39"/>
                <p:cNvSpPr/>
                <p:nvPr/>
              </p:nvSpPr>
              <p:spPr>
                <a:xfrm>
                  <a:off x="4163541" y="1911097"/>
                  <a:ext cx="104387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olfaction</a:t>
                  </a:r>
                </a:p>
              </p:txBody>
            </p:sp>
          </p:grpSp>
          <p:grpSp>
            <p:nvGrpSpPr>
              <p:cNvPr id="41" name="组合 40"/>
              <p:cNvGrpSpPr/>
              <p:nvPr/>
            </p:nvGrpSpPr>
            <p:grpSpPr>
              <a:xfrm>
                <a:off x="4258649" y="3010394"/>
                <a:ext cx="1674451" cy="613092"/>
                <a:chOff x="4274440" y="1667337"/>
                <a:chExt cx="1674451" cy="613092"/>
              </a:xfrm>
            </p:grpSpPr>
            <p:sp>
              <p:nvSpPr>
                <p:cNvPr id="42" name="文本框 41"/>
                <p:cNvSpPr txBox="1"/>
                <p:nvPr/>
              </p:nvSpPr>
              <p:spPr>
                <a:xfrm>
                  <a:off x="4613274" y="1667337"/>
                  <a:ext cx="133561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600" b="1" dirty="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触觉</a:t>
                  </a:r>
                </a:p>
              </p:txBody>
            </p:sp>
            <p:sp>
              <p:nvSpPr>
                <p:cNvPr id="43" name="矩形 42"/>
                <p:cNvSpPr/>
                <p:nvPr/>
              </p:nvSpPr>
              <p:spPr>
                <a:xfrm>
                  <a:off x="4274440" y="1911097"/>
                  <a:ext cx="941283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tactility</a:t>
                  </a:r>
                </a:p>
              </p:txBody>
            </p:sp>
          </p:grpSp>
          <p:pic>
            <p:nvPicPr>
              <p:cNvPr id="44" name="图片 43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14756" y="1773060"/>
                <a:ext cx="416952" cy="416952"/>
              </a:xfrm>
              <a:prstGeom prst="rect">
                <a:avLst/>
              </a:prstGeom>
            </p:spPr>
          </p:pic>
          <p:sp>
            <p:nvSpPr>
              <p:cNvPr id="45" name="椭圆 44"/>
              <p:cNvSpPr/>
              <p:nvPr/>
            </p:nvSpPr>
            <p:spPr>
              <a:xfrm>
                <a:off x="3441656" y="1921038"/>
                <a:ext cx="108000" cy="108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accent2">
                    <a:lumMod val="50000"/>
                    <a:alpha val="7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6" name="椭圆 45"/>
              <p:cNvSpPr/>
              <p:nvPr/>
            </p:nvSpPr>
            <p:spPr>
              <a:xfrm>
                <a:off x="3444215" y="2605902"/>
                <a:ext cx="108000" cy="108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accent2">
                    <a:lumMod val="50000"/>
                    <a:alpha val="7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3441656" y="3294948"/>
                <a:ext cx="108000" cy="108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accent2">
                    <a:lumMod val="50000"/>
                    <a:alpha val="7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3441656" y="3962393"/>
                <a:ext cx="108000" cy="108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accent2">
                    <a:lumMod val="50000"/>
                    <a:alpha val="7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椭圆 48"/>
              <p:cNvSpPr/>
              <p:nvPr/>
            </p:nvSpPr>
            <p:spPr>
              <a:xfrm>
                <a:off x="3441656" y="4640694"/>
                <a:ext cx="108000" cy="108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accent2">
                    <a:lumMod val="50000"/>
                    <a:alpha val="7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pic>
            <p:nvPicPr>
              <p:cNvPr id="50" name="图片 49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08774" y="2503816"/>
                <a:ext cx="417600" cy="369558"/>
              </a:xfrm>
              <a:prstGeom prst="rect">
                <a:avLst/>
              </a:prstGeom>
            </p:spPr>
          </p:pic>
          <p:pic>
            <p:nvPicPr>
              <p:cNvPr id="51" name="图片 50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08774" y="3129292"/>
                <a:ext cx="417600" cy="417600"/>
              </a:xfrm>
              <a:prstGeom prst="rect">
                <a:avLst/>
              </a:prstGeom>
            </p:spPr>
          </p:pic>
          <p:pic>
            <p:nvPicPr>
              <p:cNvPr id="53" name="图片 52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08774" y="3807593"/>
                <a:ext cx="417600" cy="417600"/>
              </a:xfrm>
              <a:prstGeom prst="rect">
                <a:avLst/>
              </a:prstGeom>
            </p:spPr>
          </p:pic>
          <p:pic>
            <p:nvPicPr>
              <p:cNvPr id="54" name="图片 53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59574" y="4560862"/>
                <a:ext cx="350617" cy="350617"/>
              </a:xfrm>
              <a:prstGeom prst="rect">
                <a:avLst/>
              </a:prstGeom>
            </p:spPr>
          </p:pic>
          <p:grpSp>
            <p:nvGrpSpPr>
              <p:cNvPr id="60" name="组合 59"/>
              <p:cNvGrpSpPr/>
              <p:nvPr/>
            </p:nvGrpSpPr>
            <p:grpSpPr>
              <a:xfrm>
                <a:off x="5332208" y="1925584"/>
                <a:ext cx="1697408" cy="2810586"/>
                <a:chOff x="5332206" y="1925584"/>
                <a:chExt cx="3745359" cy="2810586"/>
              </a:xfrm>
            </p:grpSpPr>
            <p:sp>
              <p:nvSpPr>
                <p:cNvPr id="55" name="右箭头 54"/>
                <p:cNvSpPr/>
                <p:nvPr/>
              </p:nvSpPr>
              <p:spPr>
                <a:xfrm>
                  <a:off x="5332206" y="1925584"/>
                  <a:ext cx="3745359" cy="92849"/>
                </a:xfrm>
                <a:prstGeom prst="rightArrow">
                  <a:avLst>
                    <a:gd name="adj1" fmla="val 60639"/>
                    <a:gd name="adj2" fmla="val 130551"/>
                  </a:avLst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6" name="右箭头 55"/>
                <p:cNvSpPr/>
                <p:nvPr/>
              </p:nvSpPr>
              <p:spPr>
                <a:xfrm>
                  <a:off x="5332206" y="2603209"/>
                  <a:ext cx="3745359" cy="92849"/>
                </a:xfrm>
                <a:prstGeom prst="rightArrow">
                  <a:avLst>
                    <a:gd name="adj1" fmla="val 60639"/>
                    <a:gd name="adj2" fmla="val 130551"/>
                  </a:avLst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57" name="右箭头 56"/>
                <p:cNvSpPr/>
                <p:nvPr/>
              </p:nvSpPr>
              <p:spPr>
                <a:xfrm>
                  <a:off x="5332206" y="3297747"/>
                  <a:ext cx="3745359" cy="92849"/>
                </a:xfrm>
                <a:prstGeom prst="rightArrow">
                  <a:avLst>
                    <a:gd name="adj1" fmla="val 60639"/>
                    <a:gd name="adj2" fmla="val 130551"/>
                  </a:avLst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8" name="右箭头 57"/>
                <p:cNvSpPr/>
                <p:nvPr/>
              </p:nvSpPr>
              <p:spPr>
                <a:xfrm>
                  <a:off x="5332206" y="3967494"/>
                  <a:ext cx="3745359" cy="92849"/>
                </a:xfrm>
                <a:prstGeom prst="rightArrow">
                  <a:avLst>
                    <a:gd name="adj1" fmla="val 60639"/>
                    <a:gd name="adj2" fmla="val 130551"/>
                  </a:avLst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9" name="右箭头 58"/>
                <p:cNvSpPr/>
                <p:nvPr/>
              </p:nvSpPr>
              <p:spPr>
                <a:xfrm>
                  <a:off x="5332206" y="4643321"/>
                  <a:ext cx="3745359" cy="92849"/>
                </a:xfrm>
                <a:prstGeom prst="rightArrow">
                  <a:avLst>
                    <a:gd name="adj1" fmla="val 60639"/>
                    <a:gd name="adj2" fmla="val 130551"/>
                  </a:avLst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61" name="矩形 60"/>
              <p:cNvSpPr/>
              <p:nvPr/>
            </p:nvSpPr>
            <p:spPr>
              <a:xfrm>
                <a:off x="5730166" y="1849119"/>
                <a:ext cx="907783" cy="3002281"/>
              </a:xfrm>
              <a:prstGeom prst="rect">
                <a:avLst/>
              </a:prstGeom>
              <a:noFill/>
              <a:ln w="22225">
                <a:solidFill>
                  <a:schemeClr val="accent2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右箭头 61"/>
              <p:cNvSpPr/>
              <p:nvPr/>
            </p:nvSpPr>
            <p:spPr>
              <a:xfrm rot="5400000">
                <a:off x="6269972" y="4964257"/>
                <a:ext cx="327706" cy="110983"/>
              </a:xfrm>
              <a:prstGeom prst="rightArrow">
                <a:avLst>
                  <a:gd name="adj1" fmla="val 60639"/>
                  <a:gd name="adj2" fmla="val 130551"/>
                </a:avLst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64" name="右箭头 63"/>
              <p:cNvSpPr/>
              <p:nvPr/>
            </p:nvSpPr>
            <p:spPr>
              <a:xfrm rot="5400000">
                <a:off x="5821320" y="4972694"/>
                <a:ext cx="335385" cy="114650"/>
              </a:xfrm>
              <a:prstGeom prst="rightArrow">
                <a:avLst>
                  <a:gd name="adj1" fmla="val 60639"/>
                  <a:gd name="adj2" fmla="val 130551"/>
                </a:avLst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6" name="组合 75"/>
              <p:cNvGrpSpPr/>
              <p:nvPr/>
            </p:nvGrpSpPr>
            <p:grpSpPr>
              <a:xfrm>
                <a:off x="4647142" y="5163910"/>
                <a:ext cx="3073988" cy="670227"/>
                <a:chOff x="4091517" y="5155070"/>
                <a:chExt cx="3073988" cy="749793"/>
              </a:xfrm>
            </p:grpSpPr>
            <p:sp>
              <p:nvSpPr>
                <p:cNvPr id="63" name="矩形 62"/>
                <p:cNvSpPr/>
                <p:nvPr/>
              </p:nvSpPr>
              <p:spPr>
                <a:xfrm>
                  <a:off x="4091517" y="5181888"/>
                  <a:ext cx="2596258" cy="706908"/>
                </a:xfrm>
                <a:prstGeom prst="rect">
                  <a:avLst/>
                </a:prstGeom>
                <a:noFill/>
                <a:ln w="22225">
                  <a:solidFill>
                    <a:schemeClr val="accent2">
                      <a:lumMod val="75000"/>
                    </a:schemeClr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69" name="组合 68"/>
                <p:cNvGrpSpPr/>
                <p:nvPr/>
              </p:nvGrpSpPr>
              <p:grpSpPr>
                <a:xfrm>
                  <a:off x="4108617" y="5181803"/>
                  <a:ext cx="774700" cy="723060"/>
                  <a:chOff x="3249753" y="857391"/>
                  <a:chExt cx="774700" cy="723060"/>
                </a:xfrm>
              </p:grpSpPr>
              <p:sp>
                <p:nvSpPr>
                  <p:cNvPr id="70" name="圆角矩形 69"/>
                  <p:cNvSpPr/>
                  <p:nvPr/>
                </p:nvSpPr>
                <p:spPr>
                  <a:xfrm>
                    <a:off x="3257550" y="884330"/>
                    <a:ext cx="677333" cy="651639"/>
                  </a:xfrm>
                  <a:prstGeom prst="roundRect">
                    <a:avLst/>
                  </a:prstGeom>
                  <a:solidFill>
                    <a:srgbClr val="E69C6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1" name="文本框 70"/>
                  <p:cNvSpPr txBox="1"/>
                  <p:nvPr/>
                </p:nvSpPr>
                <p:spPr>
                  <a:xfrm>
                    <a:off x="3249753" y="857391"/>
                    <a:ext cx="774700" cy="72306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zh-CN" altLang="en-US" b="1" dirty="0"/>
                      <a:t>仿生概念</a:t>
                    </a:r>
                  </a:p>
                </p:txBody>
              </p:sp>
            </p:grpSp>
            <p:sp>
              <p:nvSpPr>
                <p:cNvPr id="72" name="文本框 71"/>
                <p:cNvSpPr txBox="1"/>
                <p:nvPr/>
              </p:nvSpPr>
              <p:spPr>
                <a:xfrm>
                  <a:off x="4973697" y="5324690"/>
                  <a:ext cx="2191808" cy="3077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sensory channels</a:t>
                  </a:r>
                </a:p>
              </p:txBody>
            </p:sp>
            <p:sp>
              <p:nvSpPr>
                <p:cNvPr id="75" name="矩形 74"/>
                <p:cNvSpPr/>
                <p:nvPr/>
              </p:nvSpPr>
              <p:spPr>
                <a:xfrm>
                  <a:off x="5269382" y="5155070"/>
                  <a:ext cx="800219" cy="27699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zh-CN" altLang="en-US" sz="12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感官通道</a:t>
                  </a:r>
                </a:p>
              </p:txBody>
            </p:sp>
          </p:grpSp>
          <p:sp>
            <p:nvSpPr>
              <p:cNvPr id="77" name="文本框 76"/>
              <p:cNvSpPr txBox="1"/>
              <p:nvPr/>
            </p:nvSpPr>
            <p:spPr>
              <a:xfrm>
                <a:off x="5257739" y="5534194"/>
                <a:ext cx="2191808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00" b="1" dirty="0">
                    <a:solidFill>
                      <a:srgbClr val="C00000"/>
                    </a:solidFill>
                    <a:latin typeface="+mn-ea"/>
                    <a:cs typeface="Times New Roman" panose="02020603050405020304" pitchFamily="18" charset="0"/>
                  </a:rPr>
                  <a:t>·</a:t>
                </a:r>
                <a:r>
                  <a:rPr lang="zh-CN" altLang="en-US" sz="1100" b="1" dirty="0">
                    <a:solidFill>
                      <a:srgbClr val="C00000"/>
                    </a:solidFill>
                    <a:latin typeface="+mn-ea"/>
                    <a:cs typeface="Times New Roman" panose="02020603050405020304" pitchFamily="18" charset="0"/>
                  </a:rPr>
                  <a:t>存在非关联学习</a:t>
                </a:r>
                <a:r>
                  <a:rPr lang="en-US" altLang="zh-CN" sz="11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(NAL)</a:t>
                </a:r>
                <a:r>
                  <a:rPr lang="zh-CN" altLang="en-US" sz="1100" b="1" dirty="0">
                    <a:solidFill>
                      <a:srgbClr val="C00000"/>
                    </a:solidFill>
                    <a:latin typeface="+mn-ea"/>
                    <a:cs typeface="Times New Roman" panose="02020603050405020304" pitchFamily="18" charset="0"/>
                  </a:rPr>
                  <a:t>效应</a:t>
                </a:r>
                <a:endParaRPr lang="en-US" altLang="zh-CN" sz="1100" b="1" dirty="0">
                  <a:solidFill>
                    <a:srgbClr val="C00000"/>
                  </a:solidFill>
                  <a:latin typeface="+mn-ea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78" name="组合 77"/>
              <p:cNvGrpSpPr/>
              <p:nvPr/>
            </p:nvGrpSpPr>
            <p:grpSpPr>
              <a:xfrm>
                <a:off x="7029616" y="1103675"/>
                <a:ext cx="1910761" cy="3912315"/>
                <a:chOff x="3257550" y="792924"/>
                <a:chExt cx="2482850" cy="762000"/>
              </a:xfrm>
            </p:grpSpPr>
            <p:sp>
              <p:nvSpPr>
                <p:cNvPr id="79" name="矩形 78"/>
                <p:cNvSpPr/>
                <p:nvPr/>
              </p:nvSpPr>
              <p:spPr>
                <a:xfrm>
                  <a:off x="3257550" y="792924"/>
                  <a:ext cx="2482850" cy="76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0" name="矩形 79"/>
                <p:cNvSpPr/>
                <p:nvPr/>
              </p:nvSpPr>
              <p:spPr>
                <a:xfrm>
                  <a:off x="3257550" y="792924"/>
                  <a:ext cx="2482850" cy="762000"/>
                </a:xfrm>
                <a:prstGeom prst="rect">
                  <a:avLst/>
                </a:prstGeom>
                <a:noFill/>
                <a:ln w="22225">
                  <a:solidFill>
                    <a:schemeClr val="accent2">
                      <a:lumMod val="75000"/>
                    </a:schemeClr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91" name="组合 90"/>
              <p:cNvGrpSpPr/>
              <p:nvPr/>
            </p:nvGrpSpPr>
            <p:grpSpPr>
              <a:xfrm>
                <a:off x="7018857" y="1977522"/>
                <a:ext cx="320292" cy="2711318"/>
                <a:chOff x="6999572" y="2525736"/>
                <a:chExt cx="403842" cy="2711318"/>
              </a:xfrm>
            </p:grpSpPr>
            <p:sp>
              <p:nvSpPr>
                <p:cNvPr id="89" name="矩形 88"/>
                <p:cNvSpPr/>
                <p:nvPr/>
              </p:nvSpPr>
              <p:spPr>
                <a:xfrm>
                  <a:off x="7045596" y="2525736"/>
                  <a:ext cx="255773" cy="2711318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  <a:alpha val="85000"/>
                  </a:schemeClr>
                </a:solidFill>
                <a:ln>
                  <a:noFill/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0" name="文本框 89"/>
                <p:cNvSpPr txBox="1"/>
                <p:nvPr/>
              </p:nvSpPr>
              <p:spPr>
                <a:xfrm>
                  <a:off x="6999572" y="2566647"/>
                  <a:ext cx="403842" cy="258532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b="1" dirty="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输入形式</a:t>
                  </a:r>
                  <a:endParaRPr lang="en-US" altLang="zh-CN" b="1" dirty="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  <a:p>
                  <a:r>
                    <a:rPr lang="zh-CN" altLang="en-US" b="1" dirty="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：</a:t>
                  </a:r>
                  <a:endParaRPr lang="en-US" altLang="zh-CN" b="1" dirty="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  <a:p>
                  <a:r>
                    <a:rPr lang="zh-CN" altLang="en-US" b="1" dirty="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脉冲信号</a:t>
                  </a:r>
                </a:p>
              </p:txBody>
            </p:sp>
          </p:grpSp>
          <p:grpSp>
            <p:nvGrpSpPr>
              <p:cNvPr id="97" name="组合 96"/>
              <p:cNvGrpSpPr/>
              <p:nvPr/>
            </p:nvGrpSpPr>
            <p:grpSpPr>
              <a:xfrm>
                <a:off x="7364892" y="1909135"/>
                <a:ext cx="1494551" cy="1299858"/>
                <a:chOff x="7385598" y="1819019"/>
                <a:chExt cx="1494551" cy="1299858"/>
              </a:xfrm>
            </p:grpSpPr>
            <p:sp>
              <p:nvSpPr>
                <p:cNvPr id="93" name="矩形 92"/>
                <p:cNvSpPr/>
                <p:nvPr/>
              </p:nvSpPr>
              <p:spPr>
                <a:xfrm>
                  <a:off x="7421283" y="1980596"/>
                  <a:ext cx="1034257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Association</a:t>
                  </a:r>
                </a:p>
                <a:p>
                  <a:r>
                    <a:rPr lang="en-US" altLang="zh-CN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Memory</a:t>
                  </a:r>
                </a:p>
              </p:txBody>
            </p:sp>
            <p:sp>
              <p:nvSpPr>
                <p:cNvPr id="94" name="矩形 93"/>
                <p:cNvSpPr/>
                <p:nvPr/>
              </p:nvSpPr>
              <p:spPr>
                <a:xfrm>
                  <a:off x="7425905" y="2595657"/>
                  <a:ext cx="1454244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MultiSensory </a:t>
                  </a:r>
                </a:p>
                <a:p>
                  <a:r>
                    <a:rPr lang="en-US" altLang="zh-CN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Integration(MSI).</a:t>
                  </a:r>
                  <a:endPara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5" name="文本框 94"/>
                <p:cNvSpPr txBox="1"/>
                <p:nvPr/>
              </p:nvSpPr>
              <p:spPr>
                <a:xfrm>
                  <a:off x="7385598" y="1819019"/>
                  <a:ext cx="142739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400" b="1" dirty="0"/>
                    <a:t>·</a:t>
                  </a:r>
                  <a:r>
                    <a:rPr lang="zh-CN" altLang="en-US" sz="1400" b="1" dirty="0"/>
                    <a:t>关联学习</a:t>
                  </a:r>
                </a:p>
              </p:txBody>
            </p:sp>
            <p:sp>
              <p:nvSpPr>
                <p:cNvPr id="96" name="文本框 95"/>
                <p:cNvSpPr txBox="1"/>
                <p:nvPr/>
              </p:nvSpPr>
              <p:spPr>
                <a:xfrm>
                  <a:off x="7406304" y="2416412"/>
                  <a:ext cx="142739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400" b="1" dirty="0"/>
                    <a:t>·</a:t>
                  </a:r>
                  <a:r>
                    <a:rPr lang="zh-CN" altLang="en-US" sz="1400" b="1" dirty="0"/>
                    <a:t>多感官整合</a:t>
                  </a:r>
                </a:p>
              </p:txBody>
            </p:sp>
          </p:grpSp>
          <p:sp>
            <p:nvSpPr>
              <p:cNvPr id="101" name="文本框 100"/>
              <p:cNvSpPr txBox="1"/>
              <p:nvPr/>
            </p:nvSpPr>
            <p:spPr>
              <a:xfrm>
                <a:off x="7356279" y="1609120"/>
                <a:ext cx="142739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b="1" dirty="0">
                    <a:solidFill>
                      <a:srgbClr val="C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实现功能</a:t>
                </a:r>
              </a:p>
            </p:txBody>
          </p:sp>
          <p:sp>
            <p:nvSpPr>
              <p:cNvPr id="102" name="矩形 101"/>
              <p:cNvSpPr/>
              <p:nvPr/>
            </p:nvSpPr>
            <p:spPr>
              <a:xfrm>
                <a:off x="7364892" y="4159820"/>
                <a:ext cx="1575485" cy="83708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58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03" name="文本框 102"/>
              <p:cNvSpPr txBox="1"/>
              <p:nvPr/>
            </p:nvSpPr>
            <p:spPr>
              <a:xfrm>
                <a:off x="7349908" y="4148175"/>
                <a:ext cx="164643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b="1" dirty="0"/>
                  <a:t>出现单</a:t>
                </a:r>
                <a:r>
                  <a:rPr lang="en-US" altLang="zh-CN" sz="1200" b="1" dirty="0"/>
                  <a:t>/</a:t>
                </a:r>
                <a:r>
                  <a:rPr lang="zh-CN" altLang="en-US" sz="1200" b="1" dirty="0"/>
                  <a:t>复数感官刺激</a:t>
                </a:r>
                <a:endParaRPr lang="zh-CN" altLang="en-US" sz="12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4" name="文本框 103"/>
              <p:cNvSpPr txBox="1"/>
              <p:nvPr/>
            </p:nvSpPr>
            <p:spPr>
              <a:xfrm>
                <a:off x="7373649" y="4645474"/>
                <a:ext cx="16150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 dirty="0">
                    <a:solidFill>
                      <a:srgbClr val="C00000"/>
                    </a:solidFill>
                  </a:rPr>
                  <a:t>检索脉冲信号</a:t>
                </a:r>
              </a:p>
            </p:txBody>
          </p:sp>
          <p:sp>
            <p:nvSpPr>
              <p:cNvPr id="105" name="文本框 104"/>
              <p:cNvSpPr txBox="1"/>
              <p:nvPr/>
            </p:nvSpPr>
            <p:spPr>
              <a:xfrm>
                <a:off x="7619657" y="4353801"/>
                <a:ext cx="142739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允许激活</a:t>
                </a:r>
              </a:p>
            </p:txBody>
          </p:sp>
          <p:sp>
            <p:nvSpPr>
              <p:cNvPr id="106" name="右箭头 105"/>
              <p:cNvSpPr/>
              <p:nvPr/>
            </p:nvSpPr>
            <p:spPr>
              <a:xfrm rot="5400000">
                <a:off x="8013470" y="3251689"/>
                <a:ext cx="193955" cy="86502"/>
              </a:xfrm>
              <a:prstGeom prst="rightArrow">
                <a:avLst>
                  <a:gd name="adj1" fmla="val 60639"/>
                  <a:gd name="adj2" fmla="val 108746"/>
                </a:avLst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07" name="矩形 106"/>
              <p:cNvSpPr/>
              <p:nvPr/>
            </p:nvSpPr>
            <p:spPr>
              <a:xfrm>
                <a:off x="7389156" y="3406420"/>
                <a:ext cx="1480509" cy="555973"/>
              </a:xfrm>
              <a:prstGeom prst="rect">
                <a:avLst/>
              </a:prstGeom>
              <a:noFill/>
              <a:ln w="15875">
                <a:solidFill>
                  <a:schemeClr val="accent2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08" name="文本框 107"/>
              <p:cNvSpPr txBox="1"/>
              <p:nvPr/>
            </p:nvSpPr>
            <p:spPr>
              <a:xfrm>
                <a:off x="7378397" y="3421471"/>
                <a:ext cx="142739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b="1" dirty="0">
                    <a:solidFill>
                      <a:srgbClr val="3333FF"/>
                    </a:solidFill>
                  </a:rPr>
                  <a:t>·</a:t>
                </a:r>
                <a:r>
                  <a:rPr lang="zh-CN" altLang="en-US" sz="1400" b="1" dirty="0">
                    <a:solidFill>
                      <a:srgbClr val="3333FF"/>
                    </a:solidFill>
                  </a:rPr>
                  <a:t>关联增强</a:t>
                </a:r>
                <a:r>
                  <a:rPr lang="en-US" altLang="zh-CN" sz="1400" b="1" dirty="0">
                    <a:solidFill>
                      <a:srgbClr val="3333FF"/>
                    </a:solidFill>
                  </a:rPr>
                  <a:t>/</a:t>
                </a:r>
                <a:r>
                  <a:rPr lang="zh-CN" altLang="en-US" sz="1400" b="1" dirty="0">
                    <a:solidFill>
                      <a:srgbClr val="3333FF"/>
                    </a:solidFill>
                  </a:rPr>
                  <a:t>抑制</a:t>
                </a:r>
              </a:p>
            </p:txBody>
          </p:sp>
          <p:sp>
            <p:nvSpPr>
              <p:cNvPr id="109" name="文本框 108"/>
              <p:cNvSpPr txBox="1"/>
              <p:nvPr/>
            </p:nvSpPr>
            <p:spPr>
              <a:xfrm>
                <a:off x="7360879" y="3674799"/>
                <a:ext cx="156553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b="1" dirty="0">
                    <a:solidFill>
                      <a:srgbClr val="3333FF"/>
                    </a:solidFill>
                  </a:rPr>
                  <a:t>·</a:t>
                </a:r>
                <a:r>
                  <a:rPr lang="zh-CN" altLang="en-US" sz="1400" b="1" dirty="0">
                    <a:solidFill>
                      <a:srgbClr val="3333FF"/>
                    </a:solidFill>
                  </a:rPr>
                  <a:t>多感官增强</a:t>
                </a:r>
                <a:r>
                  <a:rPr lang="en-US" altLang="zh-CN" sz="1400" b="1" dirty="0">
                    <a:solidFill>
                      <a:srgbClr val="3333FF"/>
                    </a:solidFill>
                  </a:rPr>
                  <a:t>/</a:t>
                </a:r>
                <a:r>
                  <a:rPr lang="zh-CN" altLang="en-US" sz="1400" b="1" dirty="0">
                    <a:solidFill>
                      <a:srgbClr val="3333FF"/>
                    </a:solidFill>
                  </a:rPr>
                  <a:t>抑制</a:t>
                </a:r>
              </a:p>
            </p:txBody>
          </p:sp>
          <p:sp>
            <p:nvSpPr>
              <p:cNvPr id="111" name="右箭头 110"/>
              <p:cNvSpPr/>
              <p:nvPr/>
            </p:nvSpPr>
            <p:spPr>
              <a:xfrm>
                <a:off x="7223144" y="5459626"/>
                <a:ext cx="177433" cy="111584"/>
              </a:xfrm>
              <a:prstGeom prst="rightArrow">
                <a:avLst>
                  <a:gd name="adj1" fmla="val 60639"/>
                  <a:gd name="adj2" fmla="val 63945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12" name="右箭头 111"/>
              <p:cNvSpPr/>
              <p:nvPr/>
            </p:nvSpPr>
            <p:spPr>
              <a:xfrm rot="5400000">
                <a:off x="8000787" y="5032011"/>
                <a:ext cx="159174" cy="86784"/>
              </a:xfrm>
              <a:prstGeom prst="rightArrow">
                <a:avLst>
                  <a:gd name="adj1" fmla="val 60639"/>
                  <a:gd name="adj2" fmla="val 63945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13" name="矩形 112"/>
              <p:cNvSpPr/>
              <p:nvPr/>
            </p:nvSpPr>
            <p:spPr>
              <a:xfrm>
                <a:off x="7313083" y="5107831"/>
                <a:ext cx="1683262" cy="729936"/>
              </a:xfrm>
              <a:prstGeom prst="rect">
                <a:avLst/>
              </a:prstGeom>
              <a:noFill/>
              <a:ln w="22225">
                <a:solidFill>
                  <a:srgbClr val="FF000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14" name="文本框 113"/>
              <p:cNvSpPr txBox="1"/>
              <p:nvPr/>
            </p:nvSpPr>
            <p:spPr>
              <a:xfrm>
                <a:off x="7311860" y="5272938"/>
                <a:ext cx="164643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600" b="1" dirty="0"/>
                  <a:t>单感官</a:t>
                </a:r>
                <a:r>
                  <a:rPr lang="en-US" altLang="zh-CN" sz="1600" b="1" dirty="0"/>
                  <a:t>&amp;</a:t>
                </a:r>
                <a:r>
                  <a:rPr lang="zh-CN" altLang="en-US" sz="1600" b="1" dirty="0"/>
                  <a:t>多感官</a:t>
                </a:r>
                <a:endParaRPr lang="en-US" altLang="zh-CN" sz="1600" b="1" dirty="0"/>
              </a:p>
              <a:p>
                <a:pPr algn="ctr"/>
                <a:r>
                  <a:rPr lang="zh-CN" altLang="en-US" sz="1600" b="1" dirty="0"/>
                  <a:t>信息处理</a:t>
                </a:r>
                <a:endPara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15" name="文本框 114"/>
              <p:cNvSpPr txBox="1"/>
              <p:nvPr/>
            </p:nvSpPr>
            <p:spPr>
              <a:xfrm>
                <a:off x="7251197" y="5071492"/>
                <a:ext cx="164643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共同作用：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97473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>
            <a:extLst>
              <a:ext uri="{FF2B5EF4-FFF2-40B4-BE49-F238E27FC236}">
                <a16:creationId xmlns:a16="http://schemas.microsoft.com/office/drawing/2014/main" id="{87164E44-B1B0-4E0E-9F8B-B361FBDA350D}"/>
              </a:ext>
            </a:extLst>
          </p:cNvPr>
          <p:cNvSpPr/>
          <p:nvPr/>
        </p:nvSpPr>
        <p:spPr>
          <a:xfrm>
            <a:off x="1597830" y="4665807"/>
            <a:ext cx="739777" cy="779008"/>
          </a:xfrm>
          <a:prstGeom prst="rect">
            <a:avLst/>
          </a:prstGeom>
          <a:solidFill>
            <a:srgbClr val="ECF5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6002D975-39B5-44BA-BE39-A62369522F89}"/>
              </a:ext>
            </a:extLst>
          </p:cNvPr>
          <p:cNvSpPr txBox="1"/>
          <p:nvPr/>
        </p:nvSpPr>
        <p:spPr>
          <a:xfrm>
            <a:off x="7962647" y="2471509"/>
            <a:ext cx="677108" cy="235401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  <a:endParaRPr lang="zh-CN" altLang="en-US" sz="32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CDC1739-7B0E-432B-B515-C8AEBB3E61D6}"/>
              </a:ext>
            </a:extLst>
          </p:cNvPr>
          <p:cNvSpPr txBox="1"/>
          <p:nvPr/>
        </p:nvSpPr>
        <p:spPr>
          <a:xfrm>
            <a:off x="5321669" y="3731406"/>
            <a:ext cx="18849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0" dirty="0">
                <a:solidFill>
                  <a:schemeClr val="accent6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sensory modality</a:t>
            </a:r>
            <a:endParaRPr lang="zh-CN" altLang="en-US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90E500C-32D6-42C5-BE14-105BB0F332EF}"/>
              </a:ext>
            </a:extLst>
          </p:cNvPr>
          <p:cNvGrpSpPr/>
          <p:nvPr/>
        </p:nvGrpSpPr>
        <p:grpSpPr>
          <a:xfrm>
            <a:off x="2623664" y="952376"/>
            <a:ext cx="6014424" cy="3139046"/>
            <a:chOff x="2623664" y="952376"/>
            <a:chExt cx="6014424" cy="3139046"/>
          </a:xfrm>
        </p:grpSpPr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48624D13-DB07-4EBC-8C3D-10D1AE483487}"/>
                </a:ext>
              </a:extLst>
            </p:cNvPr>
            <p:cNvSpPr/>
            <p:nvPr/>
          </p:nvSpPr>
          <p:spPr>
            <a:xfrm>
              <a:off x="6833707" y="2036487"/>
              <a:ext cx="900670" cy="601560"/>
            </a:xfrm>
            <a:prstGeom prst="rect">
              <a:avLst/>
            </a:prstGeom>
            <a:solidFill>
              <a:srgbClr val="ECF5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矩形 73">
              <a:extLst>
                <a:ext uri="{FF2B5EF4-FFF2-40B4-BE49-F238E27FC236}">
                  <a16:creationId xmlns:a16="http://schemas.microsoft.com/office/drawing/2014/main" id="{E2F1EEBA-54E1-4CDB-AD67-6D33250D5CEA}"/>
                </a:ext>
              </a:extLst>
            </p:cNvPr>
            <p:cNvSpPr/>
            <p:nvPr/>
          </p:nvSpPr>
          <p:spPr>
            <a:xfrm>
              <a:off x="5884754" y="2027915"/>
              <a:ext cx="806698" cy="290627"/>
            </a:xfrm>
            <a:prstGeom prst="rect">
              <a:avLst/>
            </a:prstGeom>
            <a:solidFill>
              <a:srgbClr val="ECF5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76E520E1-40B1-48EE-AF40-59DBA29655F5}"/>
                </a:ext>
              </a:extLst>
            </p:cNvPr>
            <p:cNvSpPr/>
            <p:nvPr/>
          </p:nvSpPr>
          <p:spPr>
            <a:xfrm>
              <a:off x="3349385" y="2023030"/>
              <a:ext cx="900670" cy="601560"/>
            </a:xfrm>
            <a:prstGeom prst="rect">
              <a:avLst/>
            </a:prstGeom>
            <a:solidFill>
              <a:srgbClr val="ECF5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3EFA1D91-0521-4202-9986-6FC01F0DC767}"/>
                </a:ext>
              </a:extLst>
            </p:cNvPr>
            <p:cNvSpPr/>
            <p:nvPr/>
          </p:nvSpPr>
          <p:spPr>
            <a:xfrm>
              <a:off x="4351673" y="2023030"/>
              <a:ext cx="430887" cy="1565455"/>
            </a:xfrm>
            <a:prstGeom prst="rect">
              <a:avLst/>
            </a:prstGeom>
            <a:solidFill>
              <a:srgbClr val="ECF5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C365002E-AEF4-465A-82D8-E9C0D7C3999F}"/>
                </a:ext>
              </a:extLst>
            </p:cNvPr>
            <p:cNvSpPr/>
            <p:nvPr/>
          </p:nvSpPr>
          <p:spPr>
            <a:xfrm>
              <a:off x="4338320" y="2011022"/>
              <a:ext cx="2378710" cy="1588617"/>
            </a:xfrm>
            <a:prstGeom prst="rect">
              <a:avLst/>
            </a:prstGeom>
            <a:noFill/>
            <a:ln w="28575">
              <a:solidFill>
                <a:srgbClr val="92D05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1810D5A1-528B-4EFE-B728-6644534413AA}"/>
                </a:ext>
              </a:extLst>
            </p:cNvPr>
            <p:cNvSpPr txBox="1"/>
            <p:nvPr/>
          </p:nvSpPr>
          <p:spPr>
            <a:xfrm>
              <a:off x="3479909" y="1985256"/>
              <a:ext cx="60263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solidFill>
                    <a:schemeClr val="accent6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树突</a:t>
              </a: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A0534D34-B830-4C63-9393-D40996F1A79B}"/>
                </a:ext>
              </a:extLst>
            </p:cNvPr>
            <p:cNvSpPr txBox="1"/>
            <p:nvPr/>
          </p:nvSpPr>
          <p:spPr>
            <a:xfrm>
              <a:off x="4772733" y="1987687"/>
              <a:ext cx="13710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神经元编码</a:t>
              </a: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E1922B9A-9A33-4F66-BDEB-74129585594F}"/>
                </a:ext>
              </a:extLst>
            </p:cNvPr>
            <p:cNvSpPr/>
            <p:nvPr/>
          </p:nvSpPr>
          <p:spPr>
            <a:xfrm>
              <a:off x="3326072" y="2013745"/>
              <a:ext cx="947272" cy="632935"/>
            </a:xfrm>
            <a:prstGeom prst="rect">
              <a:avLst/>
            </a:prstGeom>
            <a:noFill/>
            <a:ln w="28575">
              <a:solidFill>
                <a:srgbClr val="92D05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4FB3D974-51D4-46AA-A2A4-F4282BC16D2F}"/>
                </a:ext>
              </a:extLst>
            </p:cNvPr>
            <p:cNvGrpSpPr/>
            <p:nvPr/>
          </p:nvGrpSpPr>
          <p:grpSpPr>
            <a:xfrm>
              <a:off x="2676990" y="952376"/>
              <a:ext cx="620288" cy="2636109"/>
              <a:chOff x="2707978" y="967906"/>
              <a:chExt cx="620288" cy="2636109"/>
            </a:xfrm>
          </p:grpSpPr>
          <p:grpSp>
            <p:nvGrpSpPr>
              <p:cNvPr id="23" name="组合 22">
                <a:extLst>
                  <a:ext uri="{FF2B5EF4-FFF2-40B4-BE49-F238E27FC236}">
                    <a16:creationId xmlns:a16="http://schemas.microsoft.com/office/drawing/2014/main" id="{6A57AF4A-BB3D-4D3A-9FCE-96359065DBE9}"/>
                  </a:ext>
                </a:extLst>
              </p:cNvPr>
              <p:cNvGrpSpPr/>
              <p:nvPr/>
            </p:nvGrpSpPr>
            <p:grpSpPr>
              <a:xfrm>
                <a:off x="2707978" y="2034355"/>
                <a:ext cx="565313" cy="1569660"/>
                <a:chOff x="2804385" y="2034355"/>
                <a:chExt cx="468901" cy="1434548"/>
              </a:xfrm>
            </p:grpSpPr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11021818-8956-49C9-BCB3-CCB39F071CE8}"/>
                    </a:ext>
                  </a:extLst>
                </p:cNvPr>
                <p:cNvSpPr/>
                <p:nvPr/>
              </p:nvSpPr>
              <p:spPr>
                <a:xfrm>
                  <a:off x="2839275" y="2034355"/>
                  <a:ext cx="434011" cy="1434548"/>
                </a:xfrm>
                <a:prstGeom prst="rect">
                  <a:avLst/>
                </a:prstGeom>
                <a:solidFill>
                  <a:srgbClr val="ECF5E7"/>
                </a:solidFill>
                <a:ln w="28575">
                  <a:solidFill>
                    <a:srgbClr val="92D050"/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7918AF0E-0DFF-428F-AD50-AACC1D6619E7}"/>
                    </a:ext>
                  </a:extLst>
                </p:cNvPr>
                <p:cNvSpPr txBox="1"/>
                <p:nvPr/>
              </p:nvSpPr>
              <p:spPr>
                <a:xfrm>
                  <a:off x="2804385" y="2313088"/>
                  <a:ext cx="378213" cy="923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b="1" dirty="0">
                      <a:solidFill>
                        <a:schemeClr val="accent6">
                          <a:lumMod val="75000"/>
                        </a:schemeClr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rPr>
                    <a:t>感受器</a:t>
                  </a:r>
                  <a:endParaRPr lang="zh-CN" altLang="en-US" sz="2800" b="1" dirty="0">
                    <a:solidFill>
                      <a:schemeClr val="accent6">
                        <a:lumMod val="75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</p:grpSp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0C060F1B-0CBA-4125-97E1-8E03E1AFE73F}"/>
                  </a:ext>
                </a:extLst>
              </p:cNvPr>
              <p:cNvSpPr txBox="1"/>
              <p:nvPr/>
            </p:nvSpPr>
            <p:spPr>
              <a:xfrm rot="10800000">
                <a:off x="2897379" y="967906"/>
                <a:ext cx="430887" cy="2605049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r>
                  <a:rPr lang="en-US" altLang="zh-CN" sz="1600" b="1" i="0" dirty="0">
                    <a:solidFill>
                      <a:schemeClr val="accent6">
                        <a:lumMod val="75000"/>
                      </a:schemeClr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sensory receptor</a:t>
                </a:r>
                <a:endParaRPr lang="zh-CN" altLang="en-US" sz="1600" b="1" dirty="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B4C9B652-B432-4629-AE1F-166E66968227}"/>
                </a:ext>
              </a:extLst>
            </p:cNvPr>
            <p:cNvCxnSpPr>
              <a:cxnSpLocks/>
            </p:cNvCxnSpPr>
            <p:nvPr/>
          </p:nvCxnSpPr>
          <p:spPr>
            <a:xfrm>
              <a:off x="3190335" y="2512646"/>
              <a:ext cx="1267600" cy="1020"/>
            </a:xfrm>
            <a:prstGeom prst="straightConnector1">
              <a:avLst/>
            </a:prstGeom>
            <a:ln w="38100">
              <a:solidFill>
                <a:srgbClr val="92D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48B5B363-C2D8-480B-AF19-8AD00773FDE3}"/>
                </a:ext>
              </a:extLst>
            </p:cNvPr>
            <p:cNvSpPr txBox="1"/>
            <p:nvPr/>
          </p:nvSpPr>
          <p:spPr>
            <a:xfrm>
              <a:off x="3344305" y="2205889"/>
              <a:ext cx="165995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dendrites</a:t>
              </a:r>
              <a:endParaRPr lang="zh-CN" altLang="en-US" sz="1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3E1D6EE1-2A88-44CC-A7E6-4B639CE6B04E}"/>
                </a:ext>
              </a:extLst>
            </p:cNvPr>
            <p:cNvSpPr txBox="1"/>
            <p:nvPr/>
          </p:nvSpPr>
          <p:spPr>
            <a:xfrm rot="10800000">
              <a:off x="4430414" y="2467499"/>
              <a:ext cx="461665" cy="635192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b="1" i="0" dirty="0">
                  <a:solidFill>
                    <a:schemeClr val="accent6">
                      <a:lumMod val="75000"/>
                    </a:schemeClr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soma</a:t>
              </a:r>
              <a:endParaRPr lang="zh-CN" altLang="en-US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C8232D3B-8872-4912-85D0-D8D9605C2A2C}"/>
                </a:ext>
              </a:extLst>
            </p:cNvPr>
            <p:cNvCxnSpPr>
              <a:cxnSpLocks/>
            </p:cNvCxnSpPr>
            <p:nvPr/>
          </p:nvCxnSpPr>
          <p:spPr>
            <a:xfrm>
              <a:off x="4793370" y="2018825"/>
              <a:ext cx="0" cy="1580814"/>
            </a:xfrm>
            <a:prstGeom prst="line">
              <a:avLst/>
            </a:prstGeom>
            <a:ln w="28575">
              <a:solidFill>
                <a:srgbClr val="92D05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EECECCED-4349-4E73-8C4A-B16F7D44ADCE}"/>
                </a:ext>
              </a:extLst>
            </p:cNvPr>
            <p:cNvSpPr txBox="1"/>
            <p:nvPr/>
          </p:nvSpPr>
          <p:spPr>
            <a:xfrm>
              <a:off x="4770446" y="2183531"/>
              <a:ext cx="165995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neural coding</a:t>
              </a:r>
              <a:endParaRPr lang="zh-CN" altLang="en-US" sz="1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55" name="组合 54">
              <a:extLst>
                <a:ext uri="{FF2B5EF4-FFF2-40B4-BE49-F238E27FC236}">
                  <a16:creationId xmlns:a16="http://schemas.microsoft.com/office/drawing/2014/main" id="{966350A5-F019-4205-B6F7-283C7825C5D2}"/>
                </a:ext>
              </a:extLst>
            </p:cNvPr>
            <p:cNvGrpSpPr/>
            <p:nvPr/>
          </p:nvGrpSpPr>
          <p:grpSpPr>
            <a:xfrm>
              <a:off x="4874878" y="2390044"/>
              <a:ext cx="1371043" cy="494668"/>
              <a:chOff x="4835181" y="2358341"/>
              <a:chExt cx="1371043" cy="494668"/>
            </a:xfrm>
          </p:grpSpPr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E0B5429A-6E0B-4CFB-B6CB-10B15C0FC146}"/>
                  </a:ext>
                </a:extLst>
              </p:cNvPr>
              <p:cNvSpPr txBox="1"/>
              <p:nvPr/>
            </p:nvSpPr>
            <p:spPr>
              <a:xfrm>
                <a:off x="4835181" y="2358341"/>
                <a:ext cx="137104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静息</a:t>
                </a:r>
              </a:p>
            </p:txBody>
          </p:sp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B79F5634-248A-4F8C-AE36-F553A71DBEEE}"/>
                  </a:ext>
                </a:extLst>
              </p:cNvPr>
              <p:cNvSpPr txBox="1"/>
              <p:nvPr/>
            </p:nvSpPr>
            <p:spPr>
              <a:xfrm>
                <a:off x="4835181" y="2545232"/>
                <a:ext cx="137104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Resting</a:t>
                </a:r>
                <a:endParaRPr lang="zh-CN" altLang="en-US" sz="14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4" name="椭圆 53">
                <a:extLst>
                  <a:ext uri="{FF2B5EF4-FFF2-40B4-BE49-F238E27FC236}">
                    <a16:creationId xmlns:a16="http://schemas.microsoft.com/office/drawing/2014/main" id="{1D1842F2-6065-4FD4-9118-EF4977B103ED}"/>
                  </a:ext>
                </a:extLst>
              </p:cNvPr>
              <p:cNvSpPr/>
              <p:nvPr/>
            </p:nvSpPr>
            <p:spPr>
              <a:xfrm>
                <a:off x="4840667" y="2554206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C144B08D-0867-4914-A88F-7E57063B718E}"/>
                </a:ext>
              </a:extLst>
            </p:cNvPr>
            <p:cNvGrpSpPr/>
            <p:nvPr/>
          </p:nvGrpSpPr>
          <p:grpSpPr>
            <a:xfrm>
              <a:off x="5594995" y="2386278"/>
              <a:ext cx="1463134" cy="483963"/>
              <a:chOff x="4644339" y="2349915"/>
              <a:chExt cx="1463134" cy="483963"/>
            </a:xfrm>
          </p:grpSpPr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04C226EB-7215-4123-B9C4-2AEBC772713F}"/>
                  </a:ext>
                </a:extLst>
              </p:cNvPr>
              <p:cNvSpPr txBox="1"/>
              <p:nvPr/>
            </p:nvSpPr>
            <p:spPr>
              <a:xfrm>
                <a:off x="4736430" y="2349915"/>
                <a:ext cx="137104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去极化</a:t>
                </a:r>
              </a:p>
            </p:txBody>
          </p:sp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0A76FC24-DCE3-4690-B26C-34910CCA25E7}"/>
                  </a:ext>
                </a:extLst>
              </p:cNvPr>
              <p:cNvSpPr txBox="1"/>
              <p:nvPr/>
            </p:nvSpPr>
            <p:spPr>
              <a:xfrm>
                <a:off x="4644339" y="2556879"/>
                <a:ext cx="137104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Depolarization</a:t>
                </a:r>
                <a:endParaRPr lang="zh-CN" altLang="en-US" sz="12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9" name="椭圆 58">
                <a:extLst>
                  <a:ext uri="{FF2B5EF4-FFF2-40B4-BE49-F238E27FC236}">
                    <a16:creationId xmlns:a16="http://schemas.microsoft.com/office/drawing/2014/main" id="{20D5CA24-E20B-43B2-B149-46E1BC11644F}"/>
                  </a:ext>
                </a:extLst>
              </p:cNvPr>
              <p:cNvSpPr/>
              <p:nvPr/>
            </p:nvSpPr>
            <p:spPr>
              <a:xfrm>
                <a:off x="4725354" y="2540993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8E3663FC-B8C8-40CB-B5A2-F2FCC6C76F53}"/>
                </a:ext>
              </a:extLst>
            </p:cNvPr>
            <p:cNvGrpSpPr/>
            <p:nvPr/>
          </p:nvGrpSpPr>
          <p:grpSpPr>
            <a:xfrm>
              <a:off x="5773097" y="2805126"/>
              <a:ext cx="1381438" cy="639014"/>
              <a:chOff x="4822441" y="2360757"/>
              <a:chExt cx="1381438" cy="639014"/>
            </a:xfrm>
          </p:grpSpPr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D992E64A-21D6-4481-AE79-34CCD624100D}"/>
                  </a:ext>
                </a:extLst>
              </p:cNvPr>
              <p:cNvSpPr txBox="1"/>
              <p:nvPr/>
            </p:nvSpPr>
            <p:spPr>
              <a:xfrm>
                <a:off x="4832836" y="2360757"/>
                <a:ext cx="137104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超极化</a:t>
                </a:r>
              </a:p>
            </p:txBody>
          </p:sp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B2E30179-02E0-41B8-A45C-B8DBB4A7C610}"/>
                  </a:ext>
                </a:extLst>
              </p:cNvPr>
              <p:cNvSpPr txBox="1"/>
              <p:nvPr/>
            </p:nvSpPr>
            <p:spPr>
              <a:xfrm>
                <a:off x="4823050" y="2538106"/>
                <a:ext cx="13710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Hyper-</a:t>
                </a:r>
              </a:p>
              <a:p>
                <a:r>
                  <a:rPr lang="en-US" altLang="zh-CN" sz="12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polarization</a:t>
                </a:r>
                <a:endParaRPr lang="zh-CN" altLang="en-US" sz="12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" name="椭圆 62">
                <a:extLst>
                  <a:ext uri="{FF2B5EF4-FFF2-40B4-BE49-F238E27FC236}">
                    <a16:creationId xmlns:a16="http://schemas.microsoft.com/office/drawing/2014/main" id="{B0A2D6F0-FD73-4B66-9CBC-7894FBFEBC87}"/>
                  </a:ext>
                </a:extLst>
              </p:cNvPr>
              <p:cNvSpPr/>
              <p:nvPr/>
            </p:nvSpPr>
            <p:spPr>
              <a:xfrm>
                <a:off x="4822441" y="2508275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4" name="组合 63">
              <a:extLst>
                <a:ext uri="{FF2B5EF4-FFF2-40B4-BE49-F238E27FC236}">
                  <a16:creationId xmlns:a16="http://schemas.microsoft.com/office/drawing/2014/main" id="{8F1A6B38-4C1A-4C21-9B6B-5E9FFB12B416}"/>
                </a:ext>
              </a:extLst>
            </p:cNvPr>
            <p:cNvGrpSpPr/>
            <p:nvPr/>
          </p:nvGrpSpPr>
          <p:grpSpPr>
            <a:xfrm>
              <a:off x="4780906" y="2835947"/>
              <a:ext cx="1371043" cy="505973"/>
              <a:chOff x="4745328" y="2377482"/>
              <a:chExt cx="1371043" cy="505973"/>
            </a:xfrm>
          </p:grpSpPr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4A94D339-5B1B-4302-95F3-889FBC22AA92}"/>
                  </a:ext>
                </a:extLst>
              </p:cNvPr>
              <p:cNvSpPr txBox="1"/>
              <p:nvPr/>
            </p:nvSpPr>
            <p:spPr>
              <a:xfrm>
                <a:off x="4833298" y="2377482"/>
                <a:ext cx="85285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复极化</a:t>
                </a:r>
                <a:endParaRPr lang="zh-CN" altLang="en-US" sz="12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6C38A1B0-86C4-43DC-AC90-2065AEC59426}"/>
                  </a:ext>
                </a:extLst>
              </p:cNvPr>
              <p:cNvSpPr txBox="1"/>
              <p:nvPr/>
            </p:nvSpPr>
            <p:spPr>
              <a:xfrm>
                <a:off x="4745328" y="2606456"/>
                <a:ext cx="137104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Repolarization</a:t>
                </a:r>
                <a:endParaRPr lang="zh-CN" altLang="en-US" sz="12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7" name="椭圆 66">
                <a:extLst>
                  <a:ext uri="{FF2B5EF4-FFF2-40B4-BE49-F238E27FC236}">
                    <a16:creationId xmlns:a16="http://schemas.microsoft.com/office/drawing/2014/main" id="{3999D726-380E-4104-BCFC-8BF8DD3D0717}"/>
                  </a:ext>
                </a:extLst>
              </p:cNvPr>
              <p:cNvSpPr/>
              <p:nvPr/>
            </p:nvSpPr>
            <p:spPr>
              <a:xfrm>
                <a:off x="4840667" y="2554206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2" name="组合 71">
              <a:extLst>
                <a:ext uri="{FF2B5EF4-FFF2-40B4-BE49-F238E27FC236}">
                  <a16:creationId xmlns:a16="http://schemas.microsoft.com/office/drawing/2014/main" id="{ACB48E16-ADEF-4EB2-A230-285BE848156B}"/>
                </a:ext>
              </a:extLst>
            </p:cNvPr>
            <p:cNvGrpSpPr/>
            <p:nvPr/>
          </p:nvGrpSpPr>
          <p:grpSpPr>
            <a:xfrm>
              <a:off x="4793368" y="3310544"/>
              <a:ext cx="1982452" cy="329139"/>
              <a:chOff x="4784440" y="3209384"/>
              <a:chExt cx="1807109" cy="329139"/>
            </a:xfrm>
          </p:grpSpPr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029ADA32-8A18-4533-B17B-6F886823FCF5}"/>
                  </a:ext>
                </a:extLst>
              </p:cNvPr>
              <p:cNvSpPr txBox="1"/>
              <p:nvPr/>
            </p:nvSpPr>
            <p:spPr>
              <a:xfrm>
                <a:off x="4784440" y="3209384"/>
                <a:ext cx="98335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b="1" dirty="0">
                    <a:solidFill>
                      <a:srgbClr val="00206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阈值机制</a:t>
                </a:r>
              </a:p>
            </p:txBody>
          </p:sp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B9133B47-C9D1-4EE2-BBE5-29D20349CF2E}"/>
                  </a:ext>
                </a:extLst>
              </p:cNvPr>
              <p:cNvSpPr txBox="1"/>
              <p:nvPr/>
            </p:nvSpPr>
            <p:spPr>
              <a:xfrm>
                <a:off x="5540312" y="3230746"/>
                <a:ext cx="105123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400" b="1" dirty="0">
                    <a:solidFill>
                      <a:srgbClr val="00206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Threshold</a:t>
                </a:r>
                <a:endParaRPr lang="zh-CN" altLang="en-US" sz="1400" b="1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DF5194CA-5C5F-4D77-AA7F-545361ABB9F9}"/>
                </a:ext>
              </a:extLst>
            </p:cNvPr>
            <p:cNvSpPr txBox="1"/>
            <p:nvPr/>
          </p:nvSpPr>
          <p:spPr>
            <a:xfrm>
              <a:off x="5835581" y="2004847"/>
              <a:ext cx="13710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accent6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动作电位</a:t>
              </a:r>
            </a:p>
          </p:txBody>
        </p:sp>
        <p:cxnSp>
          <p:nvCxnSpPr>
            <p:cNvPr id="76" name="直接箭头连接符 75">
              <a:extLst>
                <a:ext uri="{FF2B5EF4-FFF2-40B4-BE49-F238E27FC236}">
                  <a16:creationId xmlns:a16="http://schemas.microsoft.com/office/drawing/2014/main" id="{F6E10AA4-A214-4F67-8112-7B6D4BBFCBE4}"/>
                </a:ext>
              </a:extLst>
            </p:cNvPr>
            <p:cNvCxnSpPr>
              <a:cxnSpLocks/>
            </p:cNvCxnSpPr>
            <p:nvPr/>
          </p:nvCxnSpPr>
          <p:spPr>
            <a:xfrm>
              <a:off x="6667089" y="2516738"/>
              <a:ext cx="1267600" cy="1020"/>
            </a:xfrm>
            <a:prstGeom prst="straightConnector1">
              <a:avLst/>
            </a:prstGeom>
            <a:ln w="38100">
              <a:solidFill>
                <a:srgbClr val="92D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9CA63E28-33E2-444A-8C08-C8B700DC501A}"/>
                </a:ext>
              </a:extLst>
            </p:cNvPr>
            <p:cNvSpPr/>
            <p:nvPr/>
          </p:nvSpPr>
          <p:spPr>
            <a:xfrm>
              <a:off x="6807874" y="2016485"/>
              <a:ext cx="947272" cy="632935"/>
            </a:xfrm>
            <a:prstGeom prst="rect">
              <a:avLst/>
            </a:prstGeom>
            <a:noFill/>
            <a:ln w="28575">
              <a:solidFill>
                <a:srgbClr val="92D05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6294666E-3E38-4743-8614-677D07C6E1A6}"/>
                </a:ext>
              </a:extLst>
            </p:cNvPr>
            <p:cNvSpPr txBox="1"/>
            <p:nvPr/>
          </p:nvSpPr>
          <p:spPr>
            <a:xfrm>
              <a:off x="6969311" y="2013882"/>
              <a:ext cx="60263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solidFill>
                    <a:schemeClr val="accent6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轴突</a:t>
              </a:r>
            </a:p>
          </p:txBody>
        </p: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0A1B2262-451C-435A-AD45-B1DABD0DF9CA}"/>
                </a:ext>
              </a:extLst>
            </p:cNvPr>
            <p:cNvSpPr txBox="1"/>
            <p:nvPr/>
          </p:nvSpPr>
          <p:spPr>
            <a:xfrm>
              <a:off x="6978131" y="2245656"/>
              <a:ext cx="165995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Axon</a:t>
              </a:r>
              <a:endParaRPr lang="zh-CN" altLang="en-US" sz="1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34E584CC-63B2-4A4A-A520-FD7109B29DA4}"/>
                </a:ext>
              </a:extLst>
            </p:cNvPr>
            <p:cNvSpPr txBox="1"/>
            <p:nvPr/>
          </p:nvSpPr>
          <p:spPr>
            <a:xfrm>
              <a:off x="4290405" y="2027915"/>
              <a:ext cx="335059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solidFill>
                    <a:schemeClr val="accent6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神经元</a:t>
              </a:r>
              <a:endParaRPr lang="en-US" altLang="zh-CN" sz="1600" b="1" dirty="0">
                <a:solidFill>
                  <a:schemeClr val="accent6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r>
                <a:rPr lang="zh-CN" altLang="en-US" sz="1600" b="1" dirty="0">
                  <a:solidFill>
                    <a:schemeClr val="accent6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细胞体</a:t>
              </a:r>
            </a:p>
          </p:txBody>
        </p:sp>
        <p:sp>
          <p:nvSpPr>
            <p:cNvPr id="81" name="矩形 80">
              <a:extLst>
                <a:ext uri="{FF2B5EF4-FFF2-40B4-BE49-F238E27FC236}">
                  <a16:creationId xmlns:a16="http://schemas.microsoft.com/office/drawing/2014/main" id="{7A5C643F-ECC1-4B3B-981D-9BCB78D9F355}"/>
                </a:ext>
              </a:extLst>
            </p:cNvPr>
            <p:cNvSpPr/>
            <p:nvPr/>
          </p:nvSpPr>
          <p:spPr>
            <a:xfrm>
              <a:off x="2623664" y="1918527"/>
              <a:ext cx="5849775" cy="2165793"/>
            </a:xfrm>
            <a:prstGeom prst="rect">
              <a:avLst/>
            </a:prstGeom>
            <a:noFill/>
            <a:ln w="28575">
              <a:solidFill>
                <a:srgbClr val="92D05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5" name="组合 84">
              <a:extLst>
                <a:ext uri="{FF2B5EF4-FFF2-40B4-BE49-F238E27FC236}">
                  <a16:creationId xmlns:a16="http://schemas.microsoft.com/office/drawing/2014/main" id="{152344FC-BA39-468E-8A90-46833516E88A}"/>
                </a:ext>
              </a:extLst>
            </p:cNvPr>
            <p:cNvGrpSpPr/>
            <p:nvPr/>
          </p:nvGrpSpPr>
          <p:grpSpPr>
            <a:xfrm>
              <a:off x="6757628" y="1333062"/>
              <a:ext cx="1579082" cy="2446436"/>
              <a:chOff x="2676436" y="1536729"/>
              <a:chExt cx="1579082" cy="2198671"/>
            </a:xfrm>
          </p:grpSpPr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56581E66-2BCB-474C-AB90-0B8932363B8B}"/>
                  </a:ext>
                </a:extLst>
              </p:cNvPr>
              <p:cNvSpPr txBox="1"/>
              <p:nvPr/>
            </p:nvSpPr>
            <p:spPr>
              <a:xfrm>
                <a:off x="2945768" y="1542307"/>
                <a:ext cx="1244421" cy="3042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数字信号</a:t>
                </a:r>
              </a:p>
            </p:txBody>
          </p:sp>
          <p:sp>
            <p:nvSpPr>
              <p:cNvPr id="87" name="矩形 86">
                <a:extLst>
                  <a:ext uri="{FF2B5EF4-FFF2-40B4-BE49-F238E27FC236}">
                    <a16:creationId xmlns:a16="http://schemas.microsoft.com/office/drawing/2014/main" id="{467DAAA6-611E-4D46-8AF5-B056EC43A2AF}"/>
                  </a:ext>
                </a:extLst>
              </p:cNvPr>
              <p:cNvSpPr/>
              <p:nvPr/>
            </p:nvSpPr>
            <p:spPr>
              <a:xfrm>
                <a:off x="2676436" y="1536729"/>
                <a:ext cx="1579082" cy="2198671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99" name="组合 98">
              <a:extLst>
                <a:ext uri="{FF2B5EF4-FFF2-40B4-BE49-F238E27FC236}">
                  <a16:creationId xmlns:a16="http://schemas.microsoft.com/office/drawing/2014/main" id="{4A61577C-58A2-4209-954A-1540D7B4D06A}"/>
                </a:ext>
              </a:extLst>
            </p:cNvPr>
            <p:cNvGrpSpPr/>
            <p:nvPr/>
          </p:nvGrpSpPr>
          <p:grpSpPr>
            <a:xfrm>
              <a:off x="2676436" y="1333063"/>
              <a:ext cx="1623739" cy="2402337"/>
              <a:chOff x="2676436" y="1333063"/>
              <a:chExt cx="1623739" cy="2402337"/>
            </a:xfrm>
          </p:grpSpPr>
          <p:grpSp>
            <p:nvGrpSpPr>
              <p:cNvPr id="84" name="组合 83">
                <a:extLst>
                  <a:ext uri="{FF2B5EF4-FFF2-40B4-BE49-F238E27FC236}">
                    <a16:creationId xmlns:a16="http://schemas.microsoft.com/office/drawing/2014/main" id="{10800469-E9A6-482C-896F-DB8883D6E116}"/>
                  </a:ext>
                </a:extLst>
              </p:cNvPr>
              <p:cNvGrpSpPr/>
              <p:nvPr/>
            </p:nvGrpSpPr>
            <p:grpSpPr>
              <a:xfrm>
                <a:off x="2676436" y="1333063"/>
                <a:ext cx="1623739" cy="2402337"/>
                <a:chOff x="2676436" y="1538665"/>
                <a:chExt cx="1654334" cy="2196735"/>
              </a:xfrm>
            </p:grpSpPr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75651F19-FC89-4E5D-BFF8-AFD75078B052}"/>
                    </a:ext>
                  </a:extLst>
                </p:cNvPr>
                <p:cNvSpPr txBox="1"/>
                <p:nvPr/>
              </p:nvSpPr>
              <p:spPr>
                <a:xfrm>
                  <a:off x="2972897" y="1538665"/>
                  <a:ext cx="1244421" cy="30957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600" b="1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rPr>
                    <a:t>模拟信号</a:t>
                  </a:r>
                </a:p>
              </p:txBody>
            </p:sp>
            <p:sp>
              <p:nvSpPr>
                <p:cNvPr id="30" name="矩形 29">
                  <a:extLst>
                    <a:ext uri="{FF2B5EF4-FFF2-40B4-BE49-F238E27FC236}">
                      <a16:creationId xmlns:a16="http://schemas.microsoft.com/office/drawing/2014/main" id="{85681971-0EBB-4C59-9BCA-00E557B0B681}"/>
                    </a:ext>
                  </a:extLst>
                </p:cNvPr>
                <p:cNvSpPr/>
                <p:nvPr/>
              </p:nvSpPr>
              <p:spPr>
                <a:xfrm>
                  <a:off x="2676436" y="1538665"/>
                  <a:ext cx="1654334" cy="2196735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E6C38727-649F-4277-A9BE-5D0B3EA7B3A3}"/>
                  </a:ext>
                </a:extLst>
              </p:cNvPr>
              <p:cNvSpPr txBox="1"/>
              <p:nvPr/>
            </p:nvSpPr>
            <p:spPr>
              <a:xfrm>
                <a:off x="3005559" y="1572490"/>
                <a:ext cx="124442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（电压）</a:t>
                </a:r>
              </a:p>
            </p:txBody>
          </p:sp>
        </p:grp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10E1DEB8-B368-4DFB-B296-9F16944D0862}"/>
                </a:ext>
              </a:extLst>
            </p:cNvPr>
            <p:cNvSpPr txBox="1"/>
            <p:nvPr/>
          </p:nvSpPr>
          <p:spPr>
            <a:xfrm>
              <a:off x="7057698" y="1568332"/>
              <a:ext cx="12444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（脉冲）</a:t>
              </a:r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675B6F54-BA5F-45AF-AF60-27F4D531AE6E}"/>
                </a:ext>
              </a:extLst>
            </p:cNvPr>
            <p:cNvSpPr txBox="1"/>
            <p:nvPr/>
          </p:nvSpPr>
          <p:spPr>
            <a:xfrm>
              <a:off x="4217952" y="3691312"/>
              <a:ext cx="137104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accent6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感官通道</a:t>
              </a:r>
            </a:p>
          </p:txBody>
        </p:sp>
        <p:sp>
          <p:nvSpPr>
            <p:cNvPr id="93" name="文本框 92">
              <a:extLst>
                <a:ext uri="{FF2B5EF4-FFF2-40B4-BE49-F238E27FC236}">
                  <a16:creationId xmlns:a16="http://schemas.microsoft.com/office/drawing/2014/main" id="{B9E19E8C-F8AC-41BA-8468-34F1C506D595}"/>
                </a:ext>
              </a:extLst>
            </p:cNvPr>
            <p:cNvSpPr txBox="1"/>
            <p:nvPr/>
          </p:nvSpPr>
          <p:spPr>
            <a:xfrm>
              <a:off x="3312537" y="2600271"/>
              <a:ext cx="86285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chemeClr val="accent4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发生器电位</a:t>
              </a:r>
            </a:p>
          </p:txBody>
        </p:sp>
        <p:sp>
          <p:nvSpPr>
            <p:cNvPr id="94" name="文本框 93">
              <a:extLst>
                <a:ext uri="{FF2B5EF4-FFF2-40B4-BE49-F238E27FC236}">
                  <a16:creationId xmlns:a16="http://schemas.microsoft.com/office/drawing/2014/main" id="{9395E5B2-72F2-49F1-9746-CB2A7F18C1A5}"/>
                </a:ext>
              </a:extLst>
            </p:cNvPr>
            <p:cNvSpPr txBox="1"/>
            <p:nvPr/>
          </p:nvSpPr>
          <p:spPr>
            <a:xfrm>
              <a:off x="6795804" y="2627047"/>
              <a:ext cx="92381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rgbClr val="BF9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脉冲频率编码</a:t>
              </a:r>
            </a:p>
          </p:txBody>
        </p:sp>
        <p:pic>
          <p:nvPicPr>
            <p:cNvPr id="96" name="图片 95">
              <a:extLst>
                <a:ext uri="{FF2B5EF4-FFF2-40B4-BE49-F238E27FC236}">
                  <a16:creationId xmlns:a16="http://schemas.microsoft.com/office/drawing/2014/main" id="{584D3DBF-88E7-469D-AC4D-BC7B47AD29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39877" y="3098999"/>
              <a:ext cx="827699" cy="649145"/>
            </a:xfrm>
            <a:prstGeom prst="rect">
              <a:avLst/>
            </a:prstGeom>
          </p:spPr>
        </p:pic>
        <p:pic>
          <p:nvPicPr>
            <p:cNvPr id="98" name="图片 97">
              <a:extLst>
                <a:ext uri="{FF2B5EF4-FFF2-40B4-BE49-F238E27FC236}">
                  <a16:creationId xmlns:a16="http://schemas.microsoft.com/office/drawing/2014/main" id="{481C8C02-6FF1-4840-9FC9-17BFAB09EB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57335" y="3086891"/>
              <a:ext cx="599995" cy="5637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35565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4266DA6F-BFFA-4C9A-BE22-8453FB1B446D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033154" y="500513"/>
            <a:ext cx="3600000" cy="2520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98887EE-82E2-4118-B68A-0E7CC96B9784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433025" y="3429000"/>
            <a:ext cx="3600000" cy="25200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CA89D596-563E-4D55-96EC-155B993D7C8E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2033154" y="3429000"/>
            <a:ext cx="3600000" cy="252000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5588D60D-198A-4087-85FF-A58F1A3B69A3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6433025" y="500513"/>
            <a:ext cx="3600000" cy="2520000"/>
          </a:xfrm>
          <a:prstGeom prst="rect">
            <a:avLst/>
          </a:prstGeom>
        </p:spPr>
      </p:pic>
      <p:grpSp>
        <p:nvGrpSpPr>
          <p:cNvPr id="23" name="组合 22">
            <a:extLst>
              <a:ext uri="{FF2B5EF4-FFF2-40B4-BE49-F238E27FC236}">
                <a16:creationId xmlns:a16="http://schemas.microsoft.com/office/drawing/2014/main" id="{DCEA248F-66A1-4829-9DCB-81C22261D27F}"/>
              </a:ext>
            </a:extLst>
          </p:cNvPr>
          <p:cNvGrpSpPr/>
          <p:nvPr/>
        </p:nvGrpSpPr>
        <p:grpSpPr>
          <a:xfrm>
            <a:off x="4209428" y="57214"/>
            <a:ext cx="911040" cy="369332"/>
            <a:chOff x="6355967" y="579383"/>
            <a:chExt cx="911040" cy="369332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1AE7E6E9-639C-438E-8159-E9B67A717F70}"/>
                </a:ext>
              </a:extLst>
            </p:cNvPr>
            <p:cNvSpPr/>
            <p:nvPr/>
          </p:nvSpPr>
          <p:spPr>
            <a:xfrm>
              <a:off x="6355967" y="728956"/>
              <a:ext cx="324000" cy="72000"/>
            </a:xfrm>
            <a:prstGeom prst="rect">
              <a:avLst/>
            </a:prstGeom>
            <a:solidFill>
              <a:srgbClr val="FF2D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87A00473-32D0-4A10-8DA3-58AEF2E73C94}"/>
                </a:ext>
              </a:extLst>
            </p:cNvPr>
            <p:cNvSpPr txBox="1"/>
            <p:nvPr/>
          </p:nvSpPr>
          <p:spPr>
            <a:xfrm>
              <a:off x="6603123" y="579383"/>
              <a:ext cx="6638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1.0V</a:t>
              </a:r>
              <a:endParaRPr lang="zh-CN" altLang="en-US" dirty="0"/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30611B7B-198C-4E8D-BD45-C054ED460142}"/>
              </a:ext>
            </a:extLst>
          </p:cNvPr>
          <p:cNvGrpSpPr/>
          <p:nvPr/>
        </p:nvGrpSpPr>
        <p:grpSpPr>
          <a:xfrm>
            <a:off x="5634035" y="57214"/>
            <a:ext cx="918982" cy="369332"/>
            <a:chOff x="6355967" y="352579"/>
            <a:chExt cx="918982" cy="369332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07A02C4C-9F0B-4B46-B7E2-5847FFB5C5D8}"/>
                </a:ext>
              </a:extLst>
            </p:cNvPr>
            <p:cNvSpPr/>
            <p:nvPr/>
          </p:nvSpPr>
          <p:spPr>
            <a:xfrm>
              <a:off x="6355967" y="499716"/>
              <a:ext cx="324000" cy="72000"/>
            </a:xfrm>
            <a:prstGeom prst="rect">
              <a:avLst/>
            </a:prstGeom>
            <a:solidFill>
              <a:srgbClr val="FFB5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EAD4B8D5-2AE3-463A-93A9-18355D91556F}"/>
                </a:ext>
              </a:extLst>
            </p:cNvPr>
            <p:cNvSpPr txBox="1"/>
            <p:nvPr/>
          </p:nvSpPr>
          <p:spPr>
            <a:xfrm>
              <a:off x="6611065" y="352579"/>
              <a:ext cx="6638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2.5V</a:t>
              </a:r>
              <a:endParaRPr lang="zh-CN" altLang="en-US" dirty="0"/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A299CB10-485C-4B4E-972F-D75ABF1EDBB9}"/>
              </a:ext>
            </a:extLst>
          </p:cNvPr>
          <p:cNvGrpSpPr/>
          <p:nvPr/>
        </p:nvGrpSpPr>
        <p:grpSpPr>
          <a:xfrm>
            <a:off x="7066585" y="57214"/>
            <a:ext cx="926924" cy="369332"/>
            <a:chOff x="6355967" y="109447"/>
            <a:chExt cx="926924" cy="369332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18FF2DB9-8D8D-4E6C-A572-76B71FE42B37}"/>
                </a:ext>
              </a:extLst>
            </p:cNvPr>
            <p:cNvSpPr/>
            <p:nvPr/>
          </p:nvSpPr>
          <p:spPr>
            <a:xfrm>
              <a:off x="6355967" y="271644"/>
              <a:ext cx="324000" cy="72000"/>
            </a:xfrm>
            <a:prstGeom prst="rect">
              <a:avLst/>
            </a:prstGeom>
            <a:solidFill>
              <a:srgbClr val="64F4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B6FF520A-EAC2-4678-BE80-15AC572487AC}"/>
                </a:ext>
              </a:extLst>
            </p:cNvPr>
            <p:cNvSpPr txBox="1"/>
            <p:nvPr/>
          </p:nvSpPr>
          <p:spPr>
            <a:xfrm>
              <a:off x="6619007" y="109447"/>
              <a:ext cx="6638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3.0V</a:t>
              </a:r>
              <a:endParaRPr lang="zh-CN" alt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765A7ECB-5731-410B-B072-19B703FFD30B}"/>
                  </a:ext>
                </a:extLst>
              </p:cNvPr>
              <p:cNvSpPr txBox="1"/>
              <p:nvPr/>
            </p:nvSpPr>
            <p:spPr>
              <a:xfrm>
                <a:off x="2840121" y="3020513"/>
                <a:ext cx="20997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dirty="0"/>
                  <a:t>a. </a:t>
                </a:r>
                <a:r>
                  <a:rPr lang="zh-CN" altLang="en-US" sz="1600" dirty="0"/>
                  <a:t>输入刺激强度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600" i="1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</m:oMath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765A7ECB-5731-410B-B072-19B703FFD3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0121" y="3020513"/>
                <a:ext cx="2099734" cy="338554"/>
              </a:xfrm>
              <a:prstGeom prst="rect">
                <a:avLst/>
              </a:prstGeom>
              <a:blipFill>
                <a:blip r:embed="rId7"/>
                <a:stretch>
                  <a:fillRect t="-8929" b="-232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971EDAA1-3C6D-4AA4-AF1D-A4643769FAB4}"/>
                  </a:ext>
                </a:extLst>
              </p:cNvPr>
              <p:cNvSpPr txBox="1"/>
              <p:nvPr/>
            </p:nvSpPr>
            <p:spPr>
              <a:xfrm>
                <a:off x="7114171" y="3020513"/>
                <a:ext cx="223770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/>
                  <a:t>b. NAL</a:t>
                </a:r>
                <a:r>
                  <a:rPr lang="zh-CN" altLang="en-US" sz="1600" dirty="0"/>
                  <a:t>单元输出强度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600" i="1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971EDAA1-3C6D-4AA4-AF1D-A4643769FA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4171" y="3020513"/>
                <a:ext cx="2237708" cy="338554"/>
              </a:xfrm>
              <a:prstGeom prst="rect">
                <a:avLst/>
              </a:prstGeom>
              <a:blipFill>
                <a:blip r:embed="rId8"/>
                <a:stretch>
                  <a:fillRect l="-1362" t="-8929" b="-232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E570FB6D-5D85-4165-B0D8-0D3C888D84CD}"/>
                  </a:ext>
                </a:extLst>
              </p:cNvPr>
              <p:cNvSpPr txBox="1"/>
              <p:nvPr/>
            </p:nvSpPr>
            <p:spPr>
              <a:xfrm>
                <a:off x="2840121" y="5879067"/>
                <a:ext cx="20997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dirty="0"/>
                  <a:t>c. </a:t>
                </a:r>
                <a:r>
                  <a:rPr lang="zh-CN" altLang="en-US" sz="1600" dirty="0"/>
                  <a:t>忆阻器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600" i="1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</m:oMath>
                </a14:m>
                <a:r>
                  <a:rPr lang="zh-CN" altLang="en-US" sz="1600" dirty="0"/>
                  <a:t>阻值</a:t>
                </a: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E570FB6D-5D85-4165-B0D8-0D3C888D84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0121" y="5879067"/>
                <a:ext cx="2099734" cy="338554"/>
              </a:xfrm>
              <a:prstGeom prst="rect">
                <a:avLst/>
              </a:prstGeom>
              <a:blipFill>
                <a:blip r:embed="rId9"/>
                <a:stretch>
                  <a:fillRect t="-8929" b="-232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20854C7D-1F53-43CA-8DC5-DAA26B2A187D}"/>
                  </a:ext>
                </a:extLst>
              </p:cNvPr>
              <p:cNvSpPr txBox="1"/>
              <p:nvPr/>
            </p:nvSpPr>
            <p:spPr>
              <a:xfrm>
                <a:off x="7148086" y="5879067"/>
                <a:ext cx="20997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dirty="0"/>
                  <a:t>d. </a:t>
                </a:r>
                <a:r>
                  <a:rPr lang="zh-CN" altLang="en-US" sz="1600" dirty="0"/>
                  <a:t>忆阻器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600" i="1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zh-CN" altLang="en-US" sz="1600" dirty="0"/>
                  <a:t>阻值</a:t>
                </a: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20854C7D-1F53-43CA-8DC5-DAA26B2A18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8086" y="5879067"/>
                <a:ext cx="2099734" cy="338554"/>
              </a:xfrm>
              <a:prstGeom prst="rect">
                <a:avLst/>
              </a:prstGeom>
              <a:blipFill>
                <a:blip r:embed="rId10"/>
                <a:stretch>
                  <a:fillRect t="-8929" b="-232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3974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2570109-8718-4AA5-A761-2BFCED547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541113" y="-397449"/>
            <a:ext cx="4650241" cy="295084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266DA6F-BFFA-4C9A-BE22-8453FB1B446D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09988" y="567324"/>
            <a:ext cx="3960000" cy="2520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98887EE-82E2-4118-B68A-0E7CC96B9784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76399" y="3359067"/>
            <a:ext cx="3960000" cy="25200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CA89D596-563E-4D55-96EC-155B993D7C8E}"/>
              </a:ext>
            </a:extLst>
          </p:cNvPr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89734" y="3359067"/>
            <a:ext cx="3960000" cy="252000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5588D60D-198A-4087-85FF-A58F1A3B69A3}"/>
              </a:ext>
            </a:extLst>
          </p:cNvPr>
          <p:cNvPicPr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76399" y="567324"/>
            <a:ext cx="3960000" cy="2520000"/>
          </a:xfrm>
          <a:prstGeom prst="rect">
            <a:avLst/>
          </a:prstGeom>
        </p:spPr>
      </p:pic>
      <p:grpSp>
        <p:nvGrpSpPr>
          <p:cNvPr id="23" name="组合 22">
            <a:extLst>
              <a:ext uri="{FF2B5EF4-FFF2-40B4-BE49-F238E27FC236}">
                <a16:creationId xmlns:a16="http://schemas.microsoft.com/office/drawing/2014/main" id="{DCEA248F-66A1-4829-9DCB-81C22261D27F}"/>
              </a:ext>
            </a:extLst>
          </p:cNvPr>
          <p:cNvGrpSpPr/>
          <p:nvPr/>
        </p:nvGrpSpPr>
        <p:grpSpPr>
          <a:xfrm>
            <a:off x="4209428" y="57214"/>
            <a:ext cx="911040" cy="369332"/>
            <a:chOff x="6355967" y="579383"/>
            <a:chExt cx="911040" cy="369332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1AE7E6E9-639C-438E-8159-E9B67A717F70}"/>
                </a:ext>
              </a:extLst>
            </p:cNvPr>
            <p:cNvSpPr/>
            <p:nvPr/>
          </p:nvSpPr>
          <p:spPr>
            <a:xfrm>
              <a:off x="6355967" y="728956"/>
              <a:ext cx="324000" cy="72000"/>
            </a:xfrm>
            <a:prstGeom prst="rect">
              <a:avLst/>
            </a:prstGeom>
            <a:solidFill>
              <a:srgbClr val="FF2D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87A00473-32D0-4A10-8DA3-58AEF2E73C94}"/>
                </a:ext>
              </a:extLst>
            </p:cNvPr>
            <p:cNvSpPr txBox="1"/>
            <p:nvPr/>
          </p:nvSpPr>
          <p:spPr>
            <a:xfrm>
              <a:off x="6603123" y="579383"/>
              <a:ext cx="6638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1.0V</a:t>
              </a:r>
              <a:endParaRPr lang="zh-CN" altLang="en-US" dirty="0"/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30611B7B-198C-4E8D-BD45-C054ED460142}"/>
              </a:ext>
            </a:extLst>
          </p:cNvPr>
          <p:cNvGrpSpPr/>
          <p:nvPr/>
        </p:nvGrpSpPr>
        <p:grpSpPr>
          <a:xfrm>
            <a:off x="5634035" y="57214"/>
            <a:ext cx="918982" cy="369332"/>
            <a:chOff x="6355967" y="352579"/>
            <a:chExt cx="918982" cy="369332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07A02C4C-9F0B-4B46-B7E2-5847FFB5C5D8}"/>
                </a:ext>
              </a:extLst>
            </p:cNvPr>
            <p:cNvSpPr/>
            <p:nvPr/>
          </p:nvSpPr>
          <p:spPr>
            <a:xfrm>
              <a:off x="6355967" y="499716"/>
              <a:ext cx="324000" cy="72000"/>
            </a:xfrm>
            <a:prstGeom prst="rect">
              <a:avLst/>
            </a:prstGeom>
            <a:solidFill>
              <a:srgbClr val="FFB5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EAD4B8D5-2AE3-463A-93A9-18355D91556F}"/>
                </a:ext>
              </a:extLst>
            </p:cNvPr>
            <p:cNvSpPr txBox="1"/>
            <p:nvPr/>
          </p:nvSpPr>
          <p:spPr>
            <a:xfrm>
              <a:off x="6611065" y="352579"/>
              <a:ext cx="6638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0.7V</a:t>
              </a:r>
              <a:endParaRPr lang="zh-CN" altLang="en-US" dirty="0"/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A299CB10-485C-4B4E-972F-D75ABF1EDBB9}"/>
              </a:ext>
            </a:extLst>
          </p:cNvPr>
          <p:cNvGrpSpPr/>
          <p:nvPr/>
        </p:nvGrpSpPr>
        <p:grpSpPr>
          <a:xfrm>
            <a:off x="7066585" y="57214"/>
            <a:ext cx="926924" cy="369332"/>
            <a:chOff x="6355967" y="109447"/>
            <a:chExt cx="926924" cy="369332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18FF2DB9-8D8D-4E6C-A572-76B71FE42B37}"/>
                </a:ext>
              </a:extLst>
            </p:cNvPr>
            <p:cNvSpPr/>
            <p:nvPr/>
          </p:nvSpPr>
          <p:spPr>
            <a:xfrm>
              <a:off x="6355967" y="271644"/>
              <a:ext cx="324000" cy="72000"/>
            </a:xfrm>
            <a:prstGeom prst="rect">
              <a:avLst/>
            </a:prstGeom>
            <a:solidFill>
              <a:srgbClr val="64F4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B6FF520A-EAC2-4678-BE80-15AC572487AC}"/>
                </a:ext>
              </a:extLst>
            </p:cNvPr>
            <p:cNvSpPr txBox="1"/>
            <p:nvPr/>
          </p:nvSpPr>
          <p:spPr>
            <a:xfrm>
              <a:off x="6619007" y="109447"/>
              <a:ext cx="6638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0.5V</a:t>
              </a:r>
              <a:endParaRPr lang="zh-CN" alt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765A7ECB-5731-410B-B072-19B703FFD30B}"/>
                  </a:ext>
                </a:extLst>
              </p:cNvPr>
              <p:cNvSpPr txBox="1"/>
              <p:nvPr/>
            </p:nvSpPr>
            <p:spPr>
              <a:xfrm>
                <a:off x="2840121" y="3020513"/>
                <a:ext cx="20997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dirty="0"/>
                  <a:t>a. </a:t>
                </a:r>
                <a:r>
                  <a:rPr lang="zh-CN" altLang="en-US" sz="1600" dirty="0"/>
                  <a:t>输入刺激价效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600" i="1">
                            <a:latin typeface="Cambria Math" panose="02040503050406030204" pitchFamily="18" charset="0"/>
                          </a:rPr>
                          <m:t>VAL</m:t>
                        </m:r>
                      </m:sub>
                    </m:sSub>
                  </m:oMath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765A7ECB-5731-410B-B072-19B703FFD3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0121" y="3020513"/>
                <a:ext cx="2099734" cy="338554"/>
              </a:xfrm>
              <a:prstGeom prst="rect">
                <a:avLst/>
              </a:prstGeom>
              <a:blipFill>
                <a:blip r:embed="rId7"/>
                <a:stretch>
                  <a:fillRect t="-8929" b="-232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971EDAA1-3C6D-4AA4-AF1D-A4643769FAB4}"/>
                  </a:ext>
                </a:extLst>
              </p:cNvPr>
              <p:cNvSpPr txBox="1"/>
              <p:nvPr/>
            </p:nvSpPr>
            <p:spPr>
              <a:xfrm>
                <a:off x="7114171" y="3020513"/>
                <a:ext cx="223770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/>
                  <a:t>b. NAL</a:t>
                </a:r>
                <a:r>
                  <a:rPr lang="zh-CN" altLang="en-US" sz="1600" dirty="0"/>
                  <a:t>单元输出强度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600" i="1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971EDAA1-3C6D-4AA4-AF1D-A4643769FA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4171" y="3020513"/>
                <a:ext cx="2237708" cy="338554"/>
              </a:xfrm>
              <a:prstGeom prst="rect">
                <a:avLst/>
              </a:prstGeom>
              <a:blipFill>
                <a:blip r:embed="rId8"/>
                <a:stretch>
                  <a:fillRect l="-1362" t="-8929" b="-232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E570FB6D-5D85-4165-B0D8-0D3C888D84CD}"/>
                  </a:ext>
                </a:extLst>
              </p:cNvPr>
              <p:cNvSpPr txBox="1"/>
              <p:nvPr/>
            </p:nvSpPr>
            <p:spPr>
              <a:xfrm>
                <a:off x="2840121" y="5879067"/>
                <a:ext cx="20997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dirty="0"/>
                  <a:t>c. </a:t>
                </a:r>
                <a:r>
                  <a:rPr lang="zh-CN" altLang="en-US" sz="1600" dirty="0"/>
                  <a:t>忆阻器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600" i="1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</m:oMath>
                </a14:m>
                <a:r>
                  <a:rPr lang="zh-CN" altLang="en-US" sz="1600" dirty="0"/>
                  <a:t>阻值</a:t>
                </a: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E570FB6D-5D85-4165-B0D8-0D3C888D84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0121" y="5879067"/>
                <a:ext cx="2099734" cy="338554"/>
              </a:xfrm>
              <a:prstGeom prst="rect">
                <a:avLst/>
              </a:prstGeom>
              <a:blipFill>
                <a:blip r:embed="rId9"/>
                <a:stretch>
                  <a:fillRect t="-8929" b="-232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20854C7D-1F53-43CA-8DC5-DAA26B2A187D}"/>
                  </a:ext>
                </a:extLst>
              </p:cNvPr>
              <p:cNvSpPr txBox="1"/>
              <p:nvPr/>
            </p:nvSpPr>
            <p:spPr>
              <a:xfrm>
                <a:off x="7148086" y="5879067"/>
                <a:ext cx="20997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dirty="0"/>
                  <a:t>d. </a:t>
                </a:r>
                <a:r>
                  <a:rPr lang="zh-CN" altLang="en-US" sz="1600" dirty="0"/>
                  <a:t>忆阻器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600" i="1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zh-CN" altLang="en-US" sz="1600" dirty="0"/>
                  <a:t>阻值</a:t>
                </a: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20854C7D-1F53-43CA-8DC5-DAA26B2A18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8086" y="5879067"/>
                <a:ext cx="2099734" cy="338554"/>
              </a:xfrm>
              <a:prstGeom prst="rect">
                <a:avLst/>
              </a:prstGeom>
              <a:blipFill>
                <a:blip r:embed="rId10"/>
                <a:stretch>
                  <a:fillRect t="-8929" b="-232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8906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AB0789B-FE31-42B6-96F7-77E7A6623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00" y="947737"/>
            <a:ext cx="9677400" cy="496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101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EC614C7-F8BA-4016-9914-903F954698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383" y="1589463"/>
            <a:ext cx="5143764" cy="3413717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9C2CEA8C-F8FE-40B5-96B7-F9C0B6D1D2A2}"/>
              </a:ext>
            </a:extLst>
          </p:cNvPr>
          <p:cNvGrpSpPr/>
          <p:nvPr/>
        </p:nvGrpSpPr>
        <p:grpSpPr>
          <a:xfrm>
            <a:off x="1583192" y="1009143"/>
            <a:ext cx="1796958" cy="307777"/>
            <a:chOff x="6355967" y="381827"/>
            <a:chExt cx="1796958" cy="307777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18FBB223-89DE-4DDA-ADFA-C87C1FE04C70}"/>
                </a:ext>
              </a:extLst>
            </p:cNvPr>
            <p:cNvSpPr/>
            <p:nvPr/>
          </p:nvSpPr>
          <p:spPr>
            <a:xfrm>
              <a:off x="6355967" y="499716"/>
              <a:ext cx="324000" cy="72000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05BB04C2-3ED9-4C12-8259-1132382189BF}"/>
                </a:ext>
              </a:extLst>
            </p:cNvPr>
            <p:cNvSpPr txBox="1"/>
            <p:nvPr/>
          </p:nvSpPr>
          <p:spPr>
            <a:xfrm>
              <a:off x="6704989" y="381827"/>
              <a:ext cx="144793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/>
                <a:t>拓展前脉冲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E8CA48AB-9486-4EBB-9698-9C00009C9DB9}"/>
              </a:ext>
            </a:extLst>
          </p:cNvPr>
          <p:cNvGrpSpPr/>
          <p:nvPr/>
        </p:nvGrpSpPr>
        <p:grpSpPr>
          <a:xfrm>
            <a:off x="3405172" y="1009143"/>
            <a:ext cx="1664574" cy="307777"/>
            <a:chOff x="6355967" y="381827"/>
            <a:chExt cx="1664574" cy="307777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79213AB6-32F4-4F82-8145-A0C314E56AC1}"/>
                </a:ext>
              </a:extLst>
            </p:cNvPr>
            <p:cNvSpPr/>
            <p:nvPr/>
          </p:nvSpPr>
          <p:spPr>
            <a:xfrm>
              <a:off x="6355967" y="499716"/>
              <a:ext cx="324000" cy="720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11C3C7C6-6184-4E17-994E-4E51C29FAC2B}"/>
                </a:ext>
              </a:extLst>
            </p:cNvPr>
            <p:cNvSpPr txBox="1"/>
            <p:nvPr/>
          </p:nvSpPr>
          <p:spPr>
            <a:xfrm>
              <a:off x="6679967" y="381827"/>
              <a:ext cx="134057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/>
                <a:t>拓展后脉冲</a:t>
              </a:r>
            </a:p>
          </p:txBody>
        </p:sp>
      </p:grpSp>
      <p:pic>
        <p:nvPicPr>
          <p:cNvPr id="13" name="图片 12">
            <a:extLst>
              <a:ext uri="{FF2B5EF4-FFF2-40B4-BE49-F238E27FC236}">
                <a16:creationId xmlns:a16="http://schemas.microsoft.com/office/drawing/2014/main" id="{3595A653-283D-447B-9775-71C4D09AD2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932" y="706820"/>
            <a:ext cx="4973444" cy="222270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1F0ADC97-C1CA-45AC-9D16-F35C10E57A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1854" y="3219092"/>
            <a:ext cx="5077522" cy="2274742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89F53703-683A-4079-BC8D-9F1FF578F8F2}"/>
              </a:ext>
            </a:extLst>
          </p:cNvPr>
          <p:cNvSpPr txBox="1"/>
          <p:nvPr/>
        </p:nvSpPr>
        <p:spPr>
          <a:xfrm>
            <a:off x="2084614" y="5155280"/>
            <a:ext cx="20190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拓展前后脉宽对比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7EFC0DC1-E287-4E82-BA48-059BBF621B57}"/>
                  </a:ext>
                </a:extLst>
              </p:cNvPr>
              <p:cNvSpPr txBox="1"/>
              <p:nvPr/>
            </p:nvSpPr>
            <p:spPr>
              <a:xfrm>
                <a:off x="7828156" y="5628388"/>
                <a:ext cx="2653989" cy="8529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b. </a:t>
                </a:r>
                <a:r>
                  <a:rPr lang="zh-CN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用于表明“信号存在”的表征信号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perm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（上图）与生成的脉冲信号（下图）</a:t>
                </a: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7EFC0DC1-E287-4E82-BA48-059BBF621B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8156" y="5628388"/>
                <a:ext cx="2653989" cy="852926"/>
              </a:xfrm>
              <a:prstGeom prst="rect">
                <a:avLst/>
              </a:prstGeom>
              <a:blipFill>
                <a:blip r:embed="rId5"/>
                <a:stretch>
                  <a:fillRect l="-1147" t="-2857" b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: 圆角 1">
            <a:extLst>
              <a:ext uri="{FF2B5EF4-FFF2-40B4-BE49-F238E27FC236}">
                <a16:creationId xmlns:a16="http://schemas.microsoft.com/office/drawing/2014/main" id="{056F9431-AB19-443A-A64E-240CB16B2429}"/>
              </a:ext>
            </a:extLst>
          </p:cNvPr>
          <p:cNvSpPr/>
          <p:nvPr/>
        </p:nvSpPr>
        <p:spPr>
          <a:xfrm>
            <a:off x="375684" y="404037"/>
            <a:ext cx="134679" cy="92149"/>
          </a:xfrm>
          <a:prstGeom prst="roundRect">
            <a:avLst/>
          </a:prstGeom>
          <a:noFill/>
          <a:ln>
            <a:solidFill>
              <a:srgbClr val="49A8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540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83992713-5699-4D6D-9478-4153E31625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3415"/>
            <a:ext cx="12192000" cy="574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292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6B63673-E3C9-49E6-A4D8-75A639AF34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029" y="199377"/>
            <a:ext cx="8869971" cy="208888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2E74EBB4-836C-4908-9A90-B7C197983035}"/>
              </a:ext>
            </a:extLst>
          </p:cNvPr>
          <p:cNvSpPr txBox="1"/>
          <p:nvPr/>
        </p:nvSpPr>
        <p:spPr>
          <a:xfrm>
            <a:off x="4839629" y="2277012"/>
            <a:ext cx="37616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a </a:t>
            </a:r>
            <a:r>
              <a:rPr lang="zh-CN" altLang="en-US" sz="2000" dirty="0"/>
              <a:t>系统中三个</a:t>
            </a:r>
            <a:r>
              <a:rPr lang="en-US" altLang="zh-CN" sz="2000" dirty="0"/>
              <a:t>NAL</a:t>
            </a:r>
            <a:r>
              <a:rPr lang="zh-CN" altLang="en-US" sz="2000" dirty="0"/>
              <a:t>单元输出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206077A-8B8F-4D67-99E9-36BFE194FA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6868" y="3510945"/>
            <a:ext cx="8772292" cy="173682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DB41ECC0-71A1-4F6A-91A8-D6AA508541D2}"/>
              </a:ext>
            </a:extLst>
          </p:cNvPr>
          <p:cNvSpPr txBox="1"/>
          <p:nvPr/>
        </p:nvSpPr>
        <p:spPr>
          <a:xfrm>
            <a:off x="4599257" y="5786443"/>
            <a:ext cx="37311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b MMAM</a:t>
            </a:r>
            <a:r>
              <a:rPr lang="zh-CN" altLang="en-US" sz="2000" dirty="0"/>
              <a:t>单元中忆阻阻值，直接表明多感官整合功能的实现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25C83F1F-D9AE-4944-B02A-C69F92E48101}"/>
              </a:ext>
            </a:extLst>
          </p:cNvPr>
          <p:cNvGrpSpPr/>
          <p:nvPr/>
        </p:nvGrpSpPr>
        <p:grpSpPr>
          <a:xfrm>
            <a:off x="242209" y="3525801"/>
            <a:ext cx="1834682" cy="554427"/>
            <a:chOff x="1947622" y="3875222"/>
            <a:chExt cx="1834682" cy="554427"/>
          </a:xfrm>
        </p:grpSpPr>
        <p:sp>
          <p:nvSpPr>
            <p:cNvPr id="9" name="Text 3">
              <a:extLst>
                <a:ext uri="{FF2B5EF4-FFF2-40B4-BE49-F238E27FC236}">
                  <a16:creationId xmlns:a16="http://schemas.microsoft.com/office/drawing/2014/main" id="{34E53702-B7F1-46A6-A958-97DC36A09362}"/>
                </a:ext>
              </a:extLst>
            </p:cNvPr>
            <p:cNvSpPr/>
            <p:nvPr/>
          </p:nvSpPr>
          <p:spPr>
            <a:xfrm>
              <a:off x="2022105" y="3875222"/>
              <a:ext cx="1760199" cy="55442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20000"/>
                </a:lnSpc>
                <a:buNone/>
              </a:pPr>
              <a:r>
                <a:rPr lang="en-US" altLang="zh-CN" dirty="0">
                  <a:solidFill>
                    <a:srgbClr val="FF33FF"/>
                  </a:solidFill>
                  <a:latin typeface="Times New Roman" panose="02020603050405020304" pitchFamily="18" charset="0"/>
                  <a:ea typeface="方正姚体" panose="02010601030101010101" pitchFamily="2" charset="-122"/>
                  <a:cs typeface="Times New Roman" panose="02020603050405020304" pitchFamily="18" charset="0"/>
                </a:rPr>
                <a:t>M21&amp;M12</a:t>
              </a:r>
              <a:endParaRPr lang="en-US" dirty="0">
                <a:solidFill>
                  <a:srgbClr val="FF33FF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F9C17A0E-0CE6-4871-A562-5129B04415A3}"/>
                </a:ext>
              </a:extLst>
            </p:cNvPr>
            <p:cNvSpPr/>
            <p:nvPr/>
          </p:nvSpPr>
          <p:spPr>
            <a:xfrm>
              <a:off x="1947622" y="4079105"/>
              <a:ext cx="360000" cy="144000"/>
            </a:xfrm>
            <a:prstGeom prst="rect">
              <a:avLst/>
            </a:prstGeom>
            <a:solidFill>
              <a:srgbClr val="FF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rgbClr val="FF33FF"/>
                </a:solidFill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A9B18204-0A36-4E41-A31B-402354F715E2}"/>
              </a:ext>
            </a:extLst>
          </p:cNvPr>
          <p:cNvGrpSpPr/>
          <p:nvPr/>
        </p:nvGrpSpPr>
        <p:grpSpPr>
          <a:xfrm>
            <a:off x="243522" y="4048373"/>
            <a:ext cx="1840865" cy="554427"/>
            <a:chOff x="1963929" y="4609296"/>
            <a:chExt cx="1840865" cy="554427"/>
          </a:xfrm>
        </p:grpSpPr>
        <p:sp>
          <p:nvSpPr>
            <p:cNvPr id="13" name="Text 3">
              <a:extLst>
                <a:ext uri="{FF2B5EF4-FFF2-40B4-BE49-F238E27FC236}">
                  <a16:creationId xmlns:a16="http://schemas.microsoft.com/office/drawing/2014/main" id="{81639E5F-D3C8-47DF-8F74-E749CB0884F8}"/>
                </a:ext>
              </a:extLst>
            </p:cNvPr>
            <p:cNvSpPr/>
            <p:nvPr/>
          </p:nvSpPr>
          <p:spPr>
            <a:xfrm>
              <a:off x="2029601" y="4609296"/>
              <a:ext cx="1775193" cy="55442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20000"/>
                </a:lnSpc>
                <a:buNone/>
              </a:pPr>
              <a:r>
                <a:rPr lang="en-US" altLang="zh-CN" dirty="0">
                  <a:solidFill>
                    <a:srgbClr val="0099FF"/>
                  </a:solidFill>
                  <a:latin typeface="Times New Roman" panose="02020603050405020304" pitchFamily="18" charset="0"/>
                  <a:ea typeface="方正姚体" panose="02010601030101010101" pitchFamily="2" charset="-122"/>
                  <a:cs typeface="Times New Roman" panose="02020603050405020304" pitchFamily="18" charset="0"/>
                </a:rPr>
                <a:t>M23&amp;M32</a:t>
              </a:r>
              <a:endParaRPr lang="en-US" dirty="0">
                <a:solidFill>
                  <a:srgbClr val="0099FF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E67B1FBE-FBEF-4828-946F-229522AE6647}"/>
                </a:ext>
              </a:extLst>
            </p:cNvPr>
            <p:cNvSpPr/>
            <p:nvPr/>
          </p:nvSpPr>
          <p:spPr>
            <a:xfrm>
              <a:off x="1963929" y="4837362"/>
              <a:ext cx="360000" cy="144000"/>
            </a:xfrm>
            <a:prstGeom prst="rect">
              <a:avLst/>
            </a:prstGeom>
            <a:solidFill>
              <a:srgbClr val="0099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rgbClr val="0099FF"/>
                </a:solidFill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A6E9C5EC-480A-4B81-869B-E468A49B5A9E}"/>
              </a:ext>
            </a:extLst>
          </p:cNvPr>
          <p:cNvGrpSpPr/>
          <p:nvPr/>
        </p:nvGrpSpPr>
        <p:grpSpPr>
          <a:xfrm>
            <a:off x="242209" y="4569741"/>
            <a:ext cx="1842177" cy="554427"/>
            <a:chOff x="1940125" y="5561687"/>
            <a:chExt cx="1842177" cy="554427"/>
          </a:xfrm>
        </p:grpSpPr>
        <p:sp>
          <p:nvSpPr>
            <p:cNvPr id="17" name="Text 3">
              <a:extLst>
                <a:ext uri="{FF2B5EF4-FFF2-40B4-BE49-F238E27FC236}">
                  <a16:creationId xmlns:a16="http://schemas.microsoft.com/office/drawing/2014/main" id="{855D59F0-54B8-4296-A8DE-D407EDCE6613}"/>
                </a:ext>
              </a:extLst>
            </p:cNvPr>
            <p:cNvSpPr/>
            <p:nvPr/>
          </p:nvSpPr>
          <p:spPr>
            <a:xfrm>
              <a:off x="2022105" y="5561687"/>
              <a:ext cx="1760197" cy="55442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20000"/>
                </a:lnSpc>
                <a:buNone/>
              </a:pPr>
              <a:r>
                <a:rPr lang="en-US" altLang="zh-CN" dirty="0">
                  <a:solidFill>
                    <a:srgbClr val="00FF00"/>
                  </a:solidFill>
                  <a:latin typeface="Times New Roman" panose="02020603050405020304" pitchFamily="18" charset="0"/>
                  <a:ea typeface="方正姚体" panose="02010601030101010101" pitchFamily="2" charset="-122"/>
                  <a:cs typeface="Times New Roman" panose="02020603050405020304" pitchFamily="18" charset="0"/>
                </a:rPr>
                <a:t>M31&amp;M13</a:t>
              </a:r>
              <a:endParaRPr lang="en-US" dirty="0">
                <a:solidFill>
                  <a:srgbClr val="00FF00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1B90CB27-10FF-4FA5-BC0E-D8AC959FE2B1}"/>
                </a:ext>
              </a:extLst>
            </p:cNvPr>
            <p:cNvSpPr/>
            <p:nvPr/>
          </p:nvSpPr>
          <p:spPr>
            <a:xfrm>
              <a:off x="1940125" y="5764800"/>
              <a:ext cx="360000" cy="144000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rgbClr val="00FF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818950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E94A476-030A-4E31-AFE3-103B25F7CE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583662"/>
            <a:ext cx="12191999" cy="290404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CCD5949-D24E-4C51-A46D-A7F38A1B09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066834"/>
            <a:ext cx="12262584" cy="122853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2877F165-B8AC-42EB-8104-575E46D94374}"/>
                  </a:ext>
                </a:extLst>
              </p:cNvPr>
              <p:cNvSpPr txBox="1"/>
              <p:nvPr/>
            </p:nvSpPr>
            <p:spPr>
              <a:xfrm>
                <a:off x="5271429" y="3577217"/>
                <a:ext cx="376167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/>
                  <a:t>a </a:t>
                </a:r>
                <a:r>
                  <a:rPr lang="zh-CN" altLang="en-US" sz="2000" dirty="0"/>
                  <a:t>生理反应信号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000" i="1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000" i="1"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2877F165-B8AC-42EB-8104-575E46D943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1429" y="3577217"/>
                <a:ext cx="3761678" cy="400110"/>
              </a:xfrm>
              <a:prstGeom prst="rect">
                <a:avLst/>
              </a:prstGeom>
              <a:blipFill>
                <a:blip r:embed="rId4"/>
                <a:stretch>
                  <a:fillRect l="-1783" t="-13846" b="-29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7F8BB6B-B73B-4AC3-92FF-457DDDCE8A4A}"/>
                  </a:ext>
                </a:extLst>
              </p:cNvPr>
              <p:cNvSpPr txBox="1"/>
              <p:nvPr/>
            </p:nvSpPr>
            <p:spPr>
              <a:xfrm>
                <a:off x="5466162" y="5474382"/>
                <a:ext cx="376167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/>
                  <a:t>b </a:t>
                </a:r>
                <a:r>
                  <a:rPr lang="zh-CN" altLang="en-US" sz="2000" dirty="0"/>
                  <a:t>唤醒信号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000" i="1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000" i="1"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7F8BB6B-B73B-4AC3-92FF-457DDDCE8A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6162" y="5474382"/>
                <a:ext cx="3761678" cy="400110"/>
              </a:xfrm>
              <a:prstGeom prst="rect">
                <a:avLst/>
              </a:prstGeom>
              <a:blipFill>
                <a:blip r:embed="rId5"/>
                <a:stretch>
                  <a:fillRect l="-1783" t="-12121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54533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4595F8E-ED40-4E65-9413-B4A134A19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5983" y="1634067"/>
            <a:ext cx="6271683" cy="3173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586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F937F7A-31DF-45CB-A597-090DBE93B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350" y="388520"/>
            <a:ext cx="8369300" cy="225308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2B16FB9-83DD-4AB7-9589-53E58FC36B74}"/>
              </a:ext>
            </a:extLst>
          </p:cNvPr>
          <p:cNvSpPr txBox="1"/>
          <p:nvPr/>
        </p:nvSpPr>
        <p:spPr>
          <a:xfrm>
            <a:off x="4445929" y="2641600"/>
            <a:ext cx="37616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a </a:t>
            </a:r>
            <a:r>
              <a:rPr lang="zh-CN" altLang="en-US" sz="2000" dirty="0">
                <a:solidFill>
                  <a:srgbClr val="2694FF"/>
                </a:solidFill>
              </a:rPr>
              <a:t>系统</a:t>
            </a:r>
            <a:r>
              <a:rPr lang="zh-CN" altLang="en-US" sz="2000" dirty="0"/>
              <a:t>中三个</a:t>
            </a:r>
            <a:r>
              <a:rPr lang="en-US" altLang="zh-CN" sz="2000" dirty="0"/>
              <a:t>NAL</a:t>
            </a:r>
            <a:r>
              <a:rPr lang="zh-CN" altLang="en-US" sz="2000" dirty="0"/>
              <a:t>单元输出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54DA80D-DA5D-408A-B5C8-9EB4521135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1350" y="3019544"/>
            <a:ext cx="8369300" cy="282643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C58261F6-D5D6-4EFA-AEE4-7A7CE7C7E752}"/>
              </a:ext>
            </a:extLst>
          </p:cNvPr>
          <p:cNvSpPr txBox="1"/>
          <p:nvPr/>
        </p:nvSpPr>
        <p:spPr>
          <a:xfrm>
            <a:off x="4230442" y="5914314"/>
            <a:ext cx="37311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b MMAM</a:t>
            </a:r>
            <a:r>
              <a:rPr lang="zh-CN" altLang="en-US" sz="2000" dirty="0"/>
              <a:t>单元中忆阻阻值，直接表明多感官整合功能的实现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BB7BAC36-5661-4408-A20A-E146417CA1E5}"/>
              </a:ext>
            </a:extLst>
          </p:cNvPr>
          <p:cNvGrpSpPr/>
          <p:nvPr/>
        </p:nvGrpSpPr>
        <p:grpSpPr>
          <a:xfrm>
            <a:off x="470809" y="3482597"/>
            <a:ext cx="1834682" cy="554427"/>
            <a:chOff x="1947622" y="3875222"/>
            <a:chExt cx="1834682" cy="554427"/>
          </a:xfrm>
        </p:grpSpPr>
        <p:sp>
          <p:nvSpPr>
            <p:cNvPr id="11" name="Text 3">
              <a:extLst>
                <a:ext uri="{FF2B5EF4-FFF2-40B4-BE49-F238E27FC236}">
                  <a16:creationId xmlns:a16="http://schemas.microsoft.com/office/drawing/2014/main" id="{D16D53D5-2AA6-4F27-B819-028D6D3E6550}"/>
                </a:ext>
              </a:extLst>
            </p:cNvPr>
            <p:cNvSpPr/>
            <p:nvPr/>
          </p:nvSpPr>
          <p:spPr>
            <a:xfrm>
              <a:off x="2022105" y="3875222"/>
              <a:ext cx="1760199" cy="55442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20000"/>
                </a:lnSpc>
                <a:buNone/>
              </a:pPr>
              <a:r>
                <a:rPr lang="en-US" altLang="zh-CN" dirty="0">
                  <a:solidFill>
                    <a:srgbClr val="FF33FF"/>
                  </a:solidFill>
                  <a:latin typeface="Times New Roman" panose="02020603050405020304" pitchFamily="18" charset="0"/>
                  <a:ea typeface="方正姚体" panose="02010601030101010101" pitchFamily="2" charset="-122"/>
                  <a:cs typeface="Times New Roman" panose="02020603050405020304" pitchFamily="18" charset="0"/>
                </a:rPr>
                <a:t>M21&amp;M12</a:t>
              </a:r>
              <a:endParaRPr lang="en-US" dirty="0">
                <a:solidFill>
                  <a:srgbClr val="FF33FF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3D986281-D4AE-47FA-85C8-00897D975A9D}"/>
                </a:ext>
              </a:extLst>
            </p:cNvPr>
            <p:cNvSpPr/>
            <p:nvPr/>
          </p:nvSpPr>
          <p:spPr>
            <a:xfrm>
              <a:off x="1947622" y="4079105"/>
              <a:ext cx="360000" cy="144000"/>
            </a:xfrm>
            <a:prstGeom prst="rect">
              <a:avLst/>
            </a:prstGeom>
            <a:solidFill>
              <a:srgbClr val="FF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rgbClr val="FF33FF"/>
                </a:solidFill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5548FC31-69FE-441D-9F4E-336D94319F5B}"/>
              </a:ext>
            </a:extLst>
          </p:cNvPr>
          <p:cNvGrpSpPr/>
          <p:nvPr/>
        </p:nvGrpSpPr>
        <p:grpSpPr>
          <a:xfrm>
            <a:off x="472122" y="4005169"/>
            <a:ext cx="1840865" cy="554427"/>
            <a:chOff x="1963929" y="4609296"/>
            <a:chExt cx="1840865" cy="554427"/>
          </a:xfrm>
        </p:grpSpPr>
        <p:sp>
          <p:nvSpPr>
            <p:cNvPr id="14" name="Text 3">
              <a:extLst>
                <a:ext uri="{FF2B5EF4-FFF2-40B4-BE49-F238E27FC236}">
                  <a16:creationId xmlns:a16="http://schemas.microsoft.com/office/drawing/2014/main" id="{CD4D64B9-4590-49F8-B540-D0A28BFF889D}"/>
                </a:ext>
              </a:extLst>
            </p:cNvPr>
            <p:cNvSpPr/>
            <p:nvPr/>
          </p:nvSpPr>
          <p:spPr>
            <a:xfrm>
              <a:off x="2029601" y="4609296"/>
              <a:ext cx="1775193" cy="55442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20000"/>
                </a:lnSpc>
                <a:buNone/>
              </a:pPr>
              <a:r>
                <a:rPr lang="en-US" altLang="zh-CN" dirty="0">
                  <a:solidFill>
                    <a:srgbClr val="0099FF"/>
                  </a:solidFill>
                  <a:latin typeface="Times New Roman" panose="02020603050405020304" pitchFamily="18" charset="0"/>
                  <a:ea typeface="方正姚体" panose="02010601030101010101" pitchFamily="2" charset="-122"/>
                  <a:cs typeface="Times New Roman" panose="02020603050405020304" pitchFamily="18" charset="0"/>
                </a:rPr>
                <a:t>M23&amp;M32</a:t>
              </a:r>
              <a:endParaRPr lang="en-US" dirty="0">
                <a:solidFill>
                  <a:srgbClr val="0099FF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0E762942-EE71-4FCC-81B0-191CA03874C2}"/>
                </a:ext>
              </a:extLst>
            </p:cNvPr>
            <p:cNvSpPr/>
            <p:nvPr/>
          </p:nvSpPr>
          <p:spPr>
            <a:xfrm>
              <a:off x="1963929" y="4837362"/>
              <a:ext cx="360000" cy="144000"/>
            </a:xfrm>
            <a:prstGeom prst="rect">
              <a:avLst/>
            </a:prstGeom>
            <a:solidFill>
              <a:srgbClr val="0099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rgbClr val="0099FF"/>
                </a:solidFill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AA25741F-DA95-4BB7-AB8A-722D0214F55E}"/>
              </a:ext>
            </a:extLst>
          </p:cNvPr>
          <p:cNvGrpSpPr/>
          <p:nvPr/>
        </p:nvGrpSpPr>
        <p:grpSpPr>
          <a:xfrm>
            <a:off x="470809" y="4526537"/>
            <a:ext cx="1842177" cy="554427"/>
            <a:chOff x="1940125" y="5561687"/>
            <a:chExt cx="1842177" cy="554427"/>
          </a:xfrm>
        </p:grpSpPr>
        <p:sp>
          <p:nvSpPr>
            <p:cNvPr id="17" name="Text 3">
              <a:extLst>
                <a:ext uri="{FF2B5EF4-FFF2-40B4-BE49-F238E27FC236}">
                  <a16:creationId xmlns:a16="http://schemas.microsoft.com/office/drawing/2014/main" id="{83210B39-8BEB-4719-A976-A544F1D86F06}"/>
                </a:ext>
              </a:extLst>
            </p:cNvPr>
            <p:cNvSpPr/>
            <p:nvPr/>
          </p:nvSpPr>
          <p:spPr>
            <a:xfrm>
              <a:off x="2022105" y="5561687"/>
              <a:ext cx="1760197" cy="55442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20000"/>
                </a:lnSpc>
                <a:buNone/>
              </a:pPr>
              <a:r>
                <a:rPr lang="en-US" altLang="zh-CN" dirty="0">
                  <a:solidFill>
                    <a:srgbClr val="00FF00"/>
                  </a:solidFill>
                  <a:latin typeface="Times New Roman" panose="02020603050405020304" pitchFamily="18" charset="0"/>
                  <a:ea typeface="方正姚体" panose="02010601030101010101" pitchFamily="2" charset="-122"/>
                  <a:cs typeface="Times New Roman" panose="02020603050405020304" pitchFamily="18" charset="0"/>
                </a:rPr>
                <a:t>M31&amp;M13</a:t>
              </a:r>
              <a:endParaRPr lang="en-US" dirty="0">
                <a:solidFill>
                  <a:srgbClr val="00FF00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91154BFF-675B-4680-979F-077A10DB0384}"/>
                </a:ext>
              </a:extLst>
            </p:cNvPr>
            <p:cNvSpPr/>
            <p:nvPr/>
          </p:nvSpPr>
          <p:spPr>
            <a:xfrm>
              <a:off x="1940125" y="5764800"/>
              <a:ext cx="360000" cy="144000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rgbClr val="00FF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480368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CCD5949-D24E-4C51-A46D-A7F38A1B09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066834"/>
            <a:ext cx="12262584" cy="122853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2877F165-B8AC-42EB-8104-575E46D94374}"/>
                  </a:ext>
                </a:extLst>
              </p:cNvPr>
              <p:cNvSpPr txBox="1"/>
              <p:nvPr/>
            </p:nvSpPr>
            <p:spPr>
              <a:xfrm>
                <a:off x="5271429" y="3577217"/>
                <a:ext cx="376167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/>
                  <a:t>a </a:t>
                </a:r>
                <a:r>
                  <a:rPr lang="zh-CN" altLang="en-US" sz="2000" dirty="0"/>
                  <a:t>生理反应信号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000" i="1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000" i="1"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2877F165-B8AC-42EB-8104-575E46D943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1429" y="3577217"/>
                <a:ext cx="3761678" cy="400110"/>
              </a:xfrm>
              <a:prstGeom prst="rect">
                <a:avLst/>
              </a:prstGeom>
              <a:blipFill>
                <a:blip r:embed="rId3"/>
                <a:stretch>
                  <a:fillRect l="-1783" t="-13846" b="-29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7F8BB6B-B73B-4AC3-92FF-457DDDCE8A4A}"/>
                  </a:ext>
                </a:extLst>
              </p:cNvPr>
              <p:cNvSpPr txBox="1"/>
              <p:nvPr/>
            </p:nvSpPr>
            <p:spPr>
              <a:xfrm>
                <a:off x="5466162" y="5474382"/>
                <a:ext cx="376167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/>
                  <a:t>b </a:t>
                </a:r>
                <a:r>
                  <a:rPr lang="zh-CN" altLang="en-US" sz="2000" dirty="0"/>
                  <a:t>唤醒信号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000" i="1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000" i="1"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7F8BB6B-B73B-4AC3-92FF-457DDDCE8A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6162" y="5474382"/>
                <a:ext cx="3761678" cy="400110"/>
              </a:xfrm>
              <a:prstGeom prst="rect">
                <a:avLst/>
              </a:prstGeom>
              <a:blipFill>
                <a:blip r:embed="rId4"/>
                <a:stretch>
                  <a:fillRect l="-1783" t="-12121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>
            <a:extLst>
              <a:ext uri="{FF2B5EF4-FFF2-40B4-BE49-F238E27FC236}">
                <a16:creationId xmlns:a16="http://schemas.microsoft.com/office/drawing/2014/main" id="{C6AF46E8-D0FA-40B2-A15C-FC892526BD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25410"/>
            <a:ext cx="12192000" cy="316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2014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4EF0F49-EBEC-4C1A-AC50-1B102451FD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605" y="-18269"/>
            <a:ext cx="8028878" cy="357752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DDDFF51-AA09-4D8B-81D7-DB41BE98E2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4723" y="3751963"/>
            <a:ext cx="7872760" cy="3106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6095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2720BE8-B424-47B7-AF4A-EB145FFB8F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6907" y="775478"/>
            <a:ext cx="12192000" cy="4920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0204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0408EAB-D660-4160-9171-37FF4D424089}"/>
              </a:ext>
            </a:extLst>
          </p:cNvPr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814" b="10663"/>
          <a:stretch/>
        </p:blipFill>
        <p:spPr bwMode="auto">
          <a:xfrm>
            <a:off x="4552301" y="2503170"/>
            <a:ext cx="2261870" cy="163068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ADFBAEF4-279F-40F6-89B9-7ECCF3BE6970}"/>
              </a:ext>
            </a:extLst>
          </p:cNvPr>
          <p:cNvSpPr/>
          <p:nvPr/>
        </p:nvSpPr>
        <p:spPr>
          <a:xfrm>
            <a:off x="4579620" y="2564130"/>
            <a:ext cx="102870" cy="15678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FD22ACF-992B-4406-9C52-9802951C14C8}"/>
              </a:ext>
            </a:extLst>
          </p:cNvPr>
          <p:cNvSpPr/>
          <p:nvPr/>
        </p:nvSpPr>
        <p:spPr>
          <a:xfrm>
            <a:off x="4631055" y="3926205"/>
            <a:ext cx="2183116" cy="2838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95C3558-FCBB-44F7-8AAE-0A79CF497E86}"/>
              </a:ext>
            </a:extLst>
          </p:cNvPr>
          <p:cNvSpPr txBox="1"/>
          <p:nvPr/>
        </p:nvSpPr>
        <p:spPr>
          <a:xfrm>
            <a:off x="5415904" y="3970194"/>
            <a:ext cx="6648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endParaRPr lang="zh-CN" alt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27E9FCE-19CD-4B2B-BE8C-1B2518B39905}"/>
              </a:ext>
            </a:extLst>
          </p:cNvPr>
          <p:cNvSpPr txBox="1"/>
          <p:nvPr/>
        </p:nvSpPr>
        <p:spPr>
          <a:xfrm rot="16200000">
            <a:off x="4104459" y="2981158"/>
            <a:ext cx="66485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Mn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CE58D65-1A49-432F-98C3-79D76481DF1F}"/>
              </a:ext>
            </a:extLst>
          </p:cNvPr>
          <p:cNvSpPr txBox="1"/>
          <p:nvPr/>
        </p:nvSpPr>
        <p:spPr>
          <a:xfrm>
            <a:off x="4086847" y="2588372"/>
            <a:ext cx="66485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50K</a:t>
            </a:r>
            <a:endParaRPr lang="zh-CN" alt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FA7510F-D204-4DD6-B51F-B1716B51789A}"/>
              </a:ext>
            </a:extLst>
          </p:cNvPr>
          <p:cNvSpPr txBox="1"/>
          <p:nvPr/>
        </p:nvSpPr>
        <p:spPr>
          <a:xfrm>
            <a:off x="4086847" y="3188927"/>
            <a:ext cx="66485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25K</a:t>
            </a:r>
            <a:endParaRPr lang="zh-CN" alt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64105EC-4A97-4DAE-90D5-4DCB088F1199}"/>
              </a:ext>
            </a:extLst>
          </p:cNvPr>
          <p:cNvSpPr txBox="1"/>
          <p:nvPr/>
        </p:nvSpPr>
        <p:spPr>
          <a:xfrm>
            <a:off x="4086847" y="3789482"/>
            <a:ext cx="66485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F1A96D2-07C2-4C10-8096-68098567C23D}"/>
              </a:ext>
            </a:extLst>
          </p:cNvPr>
          <p:cNvSpPr txBox="1"/>
          <p:nvPr/>
        </p:nvSpPr>
        <p:spPr>
          <a:xfrm>
            <a:off x="4180498" y="3877861"/>
            <a:ext cx="66485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03D8419-5315-4BFC-8E22-125ABF567B41}"/>
              </a:ext>
            </a:extLst>
          </p:cNvPr>
          <p:cNvSpPr txBox="1"/>
          <p:nvPr/>
        </p:nvSpPr>
        <p:spPr>
          <a:xfrm>
            <a:off x="5134921" y="3877861"/>
            <a:ext cx="66485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100ms</a:t>
            </a:r>
            <a:endParaRPr lang="zh-CN" alt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B2A6C91-3ECE-4C98-AD95-7812E02A02EB}"/>
              </a:ext>
            </a:extLst>
          </p:cNvPr>
          <p:cNvSpPr txBox="1"/>
          <p:nvPr/>
        </p:nvSpPr>
        <p:spPr>
          <a:xfrm>
            <a:off x="6089344" y="3877861"/>
            <a:ext cx="66485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200ms</a:t>
            </a:r>
            <a:endParaRPr lang="zh-CN" alt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05810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组合 32">
            <a:extLst>
              <a:ext uri="{FF2B5EF4-FFF2-40B4-BE49-F238E27FC236}">
                <a16:creationId xmlns:a16="http://schemas.microsoft.com/office/drawing/2014/main" id="{E128D05A-422C-45AD-BFCD-AA154ED7BF3F}"/>
              </a:ext>
            </a:extLst>
          </p:cNvPr>
          <p:cNvGrpSpPr/>
          <p:nvPr/>
        </p:nvGrpSpPr>
        <p:grpSpPr>
          <a:xfrm>
            <a:off x="1571009" y="1636027"/>
            <a:ext cx="4384740" cy="3032494"/>
            <a:chOff x="1197936" y="4438173"/>
            <a:chExt cx="4384740" cy="303249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4203EF08-DC0A-41AD-9B4C-D233D26F6695}"/>
                </a:ext>
              </a:extLst>
            </p:cNvPr>
            <p:cNvSpPr/>
            <p:nvPr/>
          </p:nvSpPr>
          <p:spPr>
            <a:xfrm>
              <a:off x="1210366" y="4438175"/>
              <a:ext cx="4142187" cy="3032492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27000"/>
              </a:schemeClr>
            </a:solidFill>
            <a:ln w="1905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A8EB41BC-9004-4673-8E04-38959E483D6E}"/>
                </a:ext>
              </a:extLst>
            </p:cNvPr>
            <p:cNvSpPr/>
            <p:nvPr/>
          </p:nvSpPr>
          <p:spPr>
            <a:xfrm>
              <a:off x="3281460" y="4438174"/>
              <a:ext cx="2063173" cy="771779"/>
            </a:xfrm>
            <a:prstGeom prst="rect">
              <a:avLst/>
            </a:prstGeom>
            <a:solidFill>
              <a:srgbClr val="F9D5BD"/>
            </a:solidFill>
            <a:ln w="1905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1540EFBB-662D-40DB-ADEA-24C778555098}"/>
                </a:ext>
              </a:extLst>
            </p:cNvPr>
            <p:cNvSpPr/>
            <p:nvPr/>
          </p:nvSpPr>
          <p:spPr>
            <a:xfrm>
              <a:off x="1197936" y="4438174"/>
              <a:ext cx="2083524" cy="77177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C199A0C7-B7D9-408F-99D5-04D984C9D1FD}"/>
                </a:ext>
              </a:extLst>
            </p:cNvPr>
            <p:cNvSpPr/>
            <p:nvPr/>
          </p:nvSpPr>
          <p:spPr>
            <a:xfrm>
              <a:off x="1322832" y="4572063"/>
              <a:ext cx="504000" cy="504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46ED5F19-C6F5-4AD5-8C0D-01FCE80247EA}"/>
                </a:ext>
              </a:extLst>
            </p:cNvPr>
            <p:cNvSpPr/>
            <p:nvPr/>
          </p:nvSpPr>
          <p:spPr>
            <a:xfrm>
              <a:off x="3395656" y="4579953"/>
              <a:ext cx="504000" cy="504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148F1B33-8872-4871-9371-E8309DDB60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56647" y="4604626"/>
              <a:ext cx="436370" cy="436370"/>
            </a:xfrm>
            <a:prstGeom prst="rect">
              <a:avLst/>
            </a:prstGeom>
          </p:spPr>
        </p:pic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DA0822BB-B594-4503-8714-50F76F92C0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29471" y="4604626"/>
              <a:ext cx="436370" cy="436370"/>
            </a:xfrm>
            <a:prstGeom prst="rect">
              <a:avLst/>
            </a:prstGeom>
          </p:spPr>
        </p:pic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4FEF8FD1-1B2F-4FE5-A227-6B315E8257BE}"/>
                </a:ext>
              </a:extLst>
            </p:cNvPr>
            <p:cNvSpPr txBox="1"/>
            <p:nvPr/>
          </p:nvSpPr>
          <p:spPr>
            <a:xfrm>
              <a:off x="1894144" y="4520004"/>
              <a:ext cx="158877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latin typeface="等线" panose="02010600030101010101" pitchFamily="2" charset="-122"/>
                  <a:ea typeface="等线" panose="02010600030101010101" pitchFamily="2" charset="-122"/>
                </a:rPr>
                <a:t>大接触面积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CD1C6BB7-BEB6-4499-91F6-FE288123BFA0}"/>
                    </a:ext>
                  </a:extLst>
                </p:cNvPr>
                <p:cNvSpPr txBox="1"/>
                <p:nvPr/>
              </p:nvSpPr>
              <p:spPr>
                <a:xfrm>
                  <a:off x="1916379" y="4770713"/>
                  <a:ext cx="158877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</a:rPr>
                            <m:t>V</m:t>
                          </m:r>
                        </m:e>
                        <m:sub>
                          <m:r>
                            <a:rPr lang="en-US" altLang="zh-CN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</a:rPr>
                            <m:t>𝑣𝑎𝑙</m:t>
                          </m:r>
                        </m:sub>
                      </m:sSub>
                    </m:oMath>
                  </a14:m>
                  <a:r>
                    <a:rPr lang="en-US" altLang="zh-CN" sz="1600" dirty="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等线" panose="02010600030101010101" pitchFamily="2" charset="-122"/>
                      <a:cs typeface="Times New Roman" panose="02020603050405020304" pitchFamily="18" charset="0"/>
                    </a:rPr>
                    <a:t>=-0.8V</a:t>
                  </a:r>
                  <a:endParaRPr lang="zh-CN" altLang="en-US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CD1C6BB7-BEB6-4499-91F6-FE288123BF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16379" y="4770713"/>
                  <a:ext cx="1588770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180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F2D6B64F-918F-4E8E-B98B-439E007917B2}"/>
                </a:ext>
              </a:extLst>
            </p:cNvPr>
            <p:cNvSpPr txBox="1"/>
            <p:nvPr/>
          </p:nvSpPr>
          <p:spPr>
            <a:xfrm>
              <a:off x="3971671" y="4518554"/>
              <a:ext cx="158877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latin typeface="等线" panose="02010600030101010101" pitchFamily="2" charset="-122"/>
                  <a:ea typeface="等线" panose="02010600030101010101" pitchFamily="2" charset="-122"/>
                </a:rPr>
                <a:t>小接触面积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06F65ABC-3E9B-455E-A52A-C83EA42796F2}"/>
                    </a:ext>
                  </a:extLst>
                </p:cNvPr>
                <p:cNvSpPr txBox="1"/>
                <p:nvPr/>
              </p:nvSpPr>
              <p:spPr>
                <a:xfrm>
                  <a:off x="3993906" y="4770713"/>
                  <a:ext cx="158877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</a:rPr>
                            <m:t>V</m:t>
                          </m:r>
                        </m:e>
                        <m:sub>
                          <m:r>
                            <a:rPr lang="en-US" altLang="zh-CN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</a:rPr>
                            <m:t>𝑣𝑎𝑙</m:t>
                          </m:r>
                        </m:sub>
                      </m:sSub>
                    </m:oMath>
                  </a14:m>
                  <a:r>
                    <a:rPr lang="en-US" altLang="zh-CN" sz="1600" dirty="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等线" panose="02010600030101010101" pitchFamily="2" charset="-122"/>
                      <a:cs typeface="Times New Roman" panose="02020603050405020304" pitchFamily="18" charset="0"/>
                    </a:rPr>
                    <a:t>=-0.2V</a:t>
                  </a:r>
                  <a:endParaRPr lang="zh-CN" altLang="en-US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06F65ABC-3E9B-455E-A52A-C83EA42796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93906" y="4770713"/>
                  <a:ext cx="1588770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180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B26C32C1-92D7-4133-A805-B23847E96983}"/>
                </a:ext>
              </a:extLst>
            </p:cNvPr>
            <p:cNvSpPr/>
            <p:nvPr/>
          </p:nvSpPr>
          <p:spPr>
            <a:xfrm>
              <a:off x="1197936" y="4438173"/>
              <a:ext cx="4146698" cy="3032493"/>
            </a:xfrm>
            <a:prstGeom prst="rect">
              <a:avLst/>
            </a:prstGeom>
            <a:noFill/>
            <a:ln w="19050">
              <a:solidFill>
                <a:schemeClr val="accent2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78" name="矩形 77">
            <a:extLst>
              <a:ext uri="{FF2B5EF4-FFF2-40B4-BE49-F238E27FC236}">
                <a16:creationId xmlns:a16="http://schemas.microsoft.com/office/drawing/2014/main" id="{35FF5191-BC9E-4534-A157-5555BAB238D1}"/>
              </a:ext>
            </a:extLst>
          </p:cNvPr>
          <p:cNvSpPr/>
          <p:nvPr/>
        </p:nvSpPr>
        <p:spPr>
          <a:xfrm>
            <a:off x="1695905" y="3117784"/>
            <a:ext cx="3904795" cy="1499936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555C7649-BBEA-4C3D-8049-EF1DAD3BD18B}"/>
              </a:ext>
            </a:extLst>
          </p:cNvPr>
          <p:cNvGrpSpPr/>
          <p:nvPr/>
        </p:nvGrpSpPr>
        <p:grpSpPr>
          <a:xfrm>
            <a:off x="2614985" y="2424250"/>
            <a:ext cx="2016007" cy="436628"/>
            <a:chOff x="1938250" y="2830756"/>
            <a:chExt cx="2016007" cy="436628"/>
          </a:xfrm>
        </p:grpSpPr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881E6F1A-CA00-4AA5-9133-A25850CDD88E}"/>
                </a:ext>
              </a:extLst>
            </p:cNvPr>
            <p:cNvGrpSpPr/>
            <p:nvPr/>
          </p:nvGrpSpPr>
          <p:grpSpPr>
            <a:xfrm>
              <a:off x="2000584" y="2830756"/>
              <a:ext cx="1894849" cy="436628"/>
              <a:chOff x="1817208" y="2545324"/>
              <a:chExt cx="1894849" cy="436628"/>
            </a:xfrm>
          </p:grpSpPr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05BC3FDF-821E-4417-9379-7862FDD70D85}"/>
                  </a:ext>
                </a:extLst>
              </p:cNvPr>
              <p:cNvSpPr/>
              <p:nvPr/>
            </p:nvSpPr>
            <p:spPr>
              <a:xfrm>
                <a:off x="1817208" y="2547571"/>
                <a:ext cx="432000" cy="43200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FCDBBFF5-B4AD-4B17-86B4-3B5C26F9ED65}"/>
                  </a:ext>
                </a:extLst>
              </p:cNvPr>
              <p:cNvSpPr/>
              <p:nvPr/>
            </p:nvSpPr>
            <p:spPr>
              <a:xfrm>
                <a:off x="2589370" y="2549952"/>
                <a:ext cx="432000" cy="432000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FF2D3FAE-FDB2-44ED-A583-581BB6B864F8}"/>
                  </a:ext>
                </a:extLst>
              </p:cNvPr>
              <p:cNvSpPr/>
              <p:nvPr/>
            </p:nvSpPr>
            <p:spPr>
              <a:xfrm>
                <a:off x="3280057" y="2545324"/>
                <a:ext cx="432000" cy="432000"/>
              </a:xfrm>
              <a:prstGeom prst="ellipse">
                <a:avLst/>
              </a:prstGeom>
              <a:solidFill>
                <a:srgbClr val="FF0000">
                  <a:alpha val="3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8" name="直接箭头连接符 37">
                <a:extLst>
                  <a:ext uri="{FF2B5EF4-FFF2-40B4-BE49-F238E27FC236}">
                    <a16:creationId xmlns:a16="http://schemas.microsoft.com/office/drawing/2014/main" id="{AA39E8F0-F8CC-4061-B008-4E4F38B7EDFB}"/>
                  </a:ext>
                </a:extLst>
              </p:cNvPr>
              <p:cNvCxnSpPr>
                <a:cxnSpLocks/>
                <a:stCxn id="34" idx="6"/>
                <a:endCxn id="35" idx="2"/>
              </p:cNvCxnSpPr>
              <p:nvPr/>
            </p:nvCxnSpPr>
            <p:spPr>
              <a:xfrm>
                <a:off x="2249208" y="2763571"/>
                <a:ext cx="340162" cy="2381"/>
              </a:xfrm>
              <a:prstGeom prst="straightConnector1">
                <a:avLst/>
              </a:prstGeom>
              <a:ln w="222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箭头连接符 38">
                <a:extLst>
                  <a:ext uri="{FF2B5EF4-FFF2-40B4-BE49-F238E27FC236}">
                    <a16:creationId xmlns:a16="http://schemas.microsoft.com/office/drawing/2014/main" id="{2B4D4EA6-D25E-400A-AF84-EDADF047120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21370" y="2760775"/>
                <a:ext cx="258687" cy="0"/>
              </a:xfrm>
              <a:prstGeom prst="straightConnector1">
                <a:avLst/>
              </a:prstGeom>
              <a:ln w="222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74BBB466-2D94-4DD7-BCB1-B2225A5416BA}"/>
                </a:ext>
              </a:extLst>
            </p:cNvPr>
            <p:cNvSpPr txBox="1"/>
            <p:nvPr/>
          </p:nvSpPr>
          <p:spPr>
            <a:xfrm>
              <a:off x="1938250" y="2896304"/>
              <a:ext cx="55378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chemeClr val="accent6">
                      <a:lumMod val="75000"/>
                    </a:schemeClr>
                  </a:solidFill>
                </a:rPr>
                <a:t>34</a:t>
              </a:r>
              <a:r>
                <a:rPr lang="zh-CN" altLang="en-US" sz="900" dirty="0">
                  <a:solidFill>
                    <a:schemeClr val="accent6">
                      <a:lumMod val="75000"/>
                    </a:schemeClr>
                  </a:solidFill>
                </a:rPr>
                <a:t>℃</a:t>
              </a:r>
              <a:endParaRPr lang="zh-CN" altLang="en-US" sz="140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6660EF4F-B4D5-42D7-AD4F-F46D26544D75}"/>
                </a:ext>
              </a:extLst>
            </p:cNvPr>
            <p:cNvSpPr txBox="1"/>
            <p:nvPr/>
          </p:nvSpPr>
          <p:spPr>
            <a:xfrm>
              <a:off x="2733361" y="2889055"/>
              <a:ext cx="49581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chemeClr val="accent2">
                      <a:lumMod val="75000"/>
                    </a:schemeClr>
                  </a:solidFill>
                </a:rPr>
                <a:t>39</a:t>
              </a:r>
              <a:r>
                <a:rPr lang="zh-CN" altLang="en-US" sz="900" dirty="0">
                  <a:solidFill>
                    <a:schemeClr val="accent2">
                      <a:lumMod val="75000"/>
                    </a:schemeClr>
                  </a:solidFill>
                </a:rPr>
                <a:t>℃</a:t>
              </a:r>
              <a:endParaRPr lang="zh-CN" altLang="en-US" sz="140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26B44D37-74F0-45CB-A9F7-DD27CA15854B}"/>
                </a:ext>
              </a:extLst>
            </p:cNvPr>
            <p:cNvSpPr txBox="1"/>
            <p:nvPr/>
          </p:nvSpPr>
          <p:spPr>
            <a:xfrm>
              <a:off x="3404609" y="2889054"/>
              <a:ext cx="54964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rgbClr val="7A0000"/>
                  </a:solidFill>
                </a:rPr>
                <a:t>63</a:t>
              </a:r>
              <a:r>
                <a:rPr lang="zh-CN" altLang="en-US" sz="900" dirty="0">
                  <a:solidFill>
                    <a:srgbClr val="7A0000"/>
                  </a:solidFill>
                </a:rPr>
                <a:t>℃</a:t>
              </a:r>
              <a:endParaRPr lang="zh-CN" altLang="en-US" sz="1400" dirty="0">
                <a:solidFill>
                  <a:srgbClr val="7A0000"/>
                </a:solidFill>
              </a:endParaRPr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14052C56-9CA5-4ADC-81A1-5632DBA60C91}"/>
              </a:ext>
            </a:extLst>
          </p:cNvPr>
          <p:cNvGrpSpPr/>
          <p:nvPr/>
        </p:nvGrpSpPr>
        <p:grpSpPr>
          <a:xfrm>
            <a:off x="1736372" y="3384463"/>
            <a:ext cx="1329614" cy="989734"/>
            <a:chOff x="1646389" y="3325016"/>
            <a:chExt cx="1329614" cy="989734"/>
          </a:xfrm>
        </p:grpSpPr>
        <p:grpSp>
          <p:nvGrpSpPr>
            <p:cNvPr id="55" name="组合 54">
              <a:extLst>
                <a:ext uri="{FF2B5EF4-FFF2-40B4-BE49-F238E27FC236}">
                  <a16:creationId xmlns:a16="http://schemas.microsoft.com/office/drawing/2014/main" id="{B417CF55-F304-44ED-AD7E-8758038EDF98}"/>
                </a:ext>
              </a:extLst>
            </p:cNvPr>
            <p:cNvGrpSpPr/>
            <p:nvPr/>
          </p:nvGrpSpPr>
          <p:grpSpPr>
            <a:xfrm>
              <a:off x="1646389" y="3429000"/>
              <a:ext cx="108000" cy="785862"/>
              <a:chOff x="1631474" y="3271520"/>
              <a:chExt cx="108000" cy="785862"/>
            </a:xfrm>
          </p:grpSpPr>
          <p:sp>
            <p:nvSpPr>
              <p:cNvPr id="48" name="椭圆 47">
                <a:extLst>
                  <a:ext uri="{FF2B5EF4-FFF2-40B4-BE49-F238E27FC236}">
                    <a16:creationId xmlns:a16="http://schemas.microsoft.com/office/drawing/2014/main" id="{8002251B-FC4C-4EB8-AA86-37A7275CFAE8}"/>
                  </a:ext>
                </a:extLst>
              </p:cNvPr>
              <p:cNvSpPr/>
              <p:nvPr/>
            </p:nvSpPr>
            <p:spPr>
              <a:xfrm>
                <a:off x="1631474" y="3271520"/>
                <a:ext cx="108000" cy="108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9" name="椭圆 48">
                <a:extLst>
                  <a:ext uri="{FF2B5EF4-FFF2-40B4-BE49-F238E27FC236}">
                    <a16:creationId xmlns:a16="http://schemas.microsoft.com/office/drawing/2014/main" id="{BCE71FE2-AFBA-47E0-8781-B9C13B7F93D8}"/>
                  </a:ext>
                </a:extLst>
              </p:cNvPr>
              <p:cNvSpPr/>
              <p:nvPr/>
            </p:nvSpPr>
            <p:spPr>
              <a:xfrm>
                <a:off x="1631474" y="3610451"/>
                <a:ext cx="108000" cy="108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椭圆 49">
                <a:extLst>
                  <a:ext uri="{FF2B5EF4-FFF2-40B4-BE49-F238E27FC236}">
                    <a16:creationId xmlns:a16="http://schemas.microsoft.com/office/drawing/2014/main" id="{D1501CAA-B9FF-4E37-82DE-B717357B9C37}"/>
                  </a:ext>
                </a:extLst>
              </p:cNvPr>
              <p:cNvSpPr/>
              <p:nvPr/>
            </p:nvSpPr>
            <p:spPr>
              <a:xfrm>
                <a:off x="1631474" y="3949382"/>
                <a:ext cx="108000" cy="108000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12E5F73F-0CB5-4877-BF63-65789FE0F27F}"/>
                </a:ext>
              </a:extLst>
            </p:cNvPr>
            <p:cNvSpPr txBox="1"/>
            <p:nvPr/>
          </p:nvSpPr>
          <p:spPr>
            <a:xfrm>
              <a:off x="1804817" y="3329111"/>
              <a:ext cx="11582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等线" panose="02010600030101010101" pitchFamily="2" charset="-122"/>
                  <a:ea typeface="等线" panose="02010600030101010101" pitchFamily="2" charset="-122"/>
                </a:rPr>
                <a:t>无响应</a:t>
              </a:r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04666978-C586-491E-84E6-CBFD4DD1CDAC}"/>
                </a:ext>
              </a:extLst>
            </p:cNvPr>
            <p:cNvSpPr txBox="1"/>
            <p:nvPr/>
          </p:nvSpPr>
          <p:spPr>
            <a:xfrm>
              <a:off x="1814757" y="3664183"/>
              <a:ext cx="11582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等线" panose="02010600030101010101" pitchFamily="2" charset="-122"/>
                  <a:ea typeface="等线" panose="02010600030101010101" pitchFamily="2" charset="-122"/>
                </a:rPr>
                <a:t>无响应</a:t>
              </a:r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7FE12CA0-E19F-44D2-9E66-D11CD14C8E6C}"/>
                </a:ext>
              </a:extLst>
            </p:cNvPr>
            <p:cNvSpPr txBox="1"/>
            <p:nvPr/>
          </p:nvSpPr>
          <p:spPr>
            <a:xfrm>
              <a:off x="1817763" y="4006973"/>
              <a:ext cx="11582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等线" panose="02010600030101010101" pitchFamily="2" charset="-122"/>
                  <a:ea typeface="等线" panose="02010600030101010101" pitchFamily="2" charset="-122"/>
                </a:rPr>
                <a:t>强烈痛觉</a:t>
              </a:r>
            </a:p>
          </p:txBody>
        </p: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1713D25B-D69F-4FCB-B8F1-609DA8DE14C0}"/>
                </a:ext>
              </a:extLst>
            </p:cNvPr>
            <p:cNvSpPr/>
            <p:nvPr/>
          </p:nvSpPr>
          <p:spPr>
            <a:xfrm>
              <a:off x="1814757" y="3329111"/>
              <a:ext cx="970521" cy="677862"/>
            </a:xfrm>
            <a:prstGeom prst="rect">
              <a:avLst/>
            </a:prstGeom>
            <a:noFill/>
            <a:ln w="12700">
              <a:solidFill>
                <a:srgbClr val="0000FF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C5D97880-2BC3-461B-B4EA-D9127E630DDD}"/>
                </a:ext>
              </a:extLst>
            </p:cNvPr>
            <p:cNvSpPr txBox="1"/>
            <p:nvPr/>
          </p:nvSpPr>
          <p:spPr>
            <a:xfrm>
              <a:off x="2455079" y="3325016"/>
              <a:ext cx="369332" cy="769441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zh-CN" altLang="en-US" sz="12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阈值特性</a:t>
              </a:r>
            </a:p>
          </p:txBody>
        </p:sp>
      </p:grp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DCD52AD1-A4E5-4E48-9FE6-43599C6CD756}"/>
              </a:ext>
            </a:extLst>
          </p:cNvPr>
          <p:cNvCxnSpPr>
            <a:cxnSpLocks/>
          </p:cNvCxnSpPr>
          <p:nvPr/>
        </p:nvCxnSpPr>
        <p:spPr>
          <a:xfrm>
            <a:off x="2999837" y="3495313"/>
            <a:ext cx="0" cy="724995"/>
          </a:xfrm>
          <a:prstGeom prst="line">
            <a:avLst/>
          </a:prstGeom>
          <a:ln w="22225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椭圆 75">
            <a:extLst>
              <a:ext uri="{FF2B5EF4-FFF2-40B4-BE49-F238E27FC236}">
                <a16:creationId xmlns:a16="http://schemas.microsoft.com/office/drawing/2014/main" id="{2D40D496-4E43-40BA-B562-FE760050A07E}"/>
              </a:ext>
            </a:extLst>
          </p:cNvPr>
          <p:cNvSpPr/>
          <p:nvPr/>
        </p:nvSpPr>
        <p:spPr>
          <a:xfrm>
            <a:off x="3099398" y="3505841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5A61C91E-2AC2-4E10-9C56-D1B029A90F36}"/>
              </a:ext>
            </a:extLst>
          </p:cNvPr>
          <p:cNvCxnSpPr>
            <a:cxnSpLocks/>
          </p:cNvCxnSpPr>
          <p:nvPr/>
        </p:nvCxnSpPr>
        <p:spPr>
          <a:xfrm>
            <a:off x="3257755" y="3559841"/>
            <a:ext cx="417636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文本框 78">
            <a:extLst>
              <a:ext uri="{FF2B5EF4-FFF2-40B4-BE49-F238E27FC236}">
                <a16:creationId xmlns:a16="http://schemas.microsoft.com/office/drawing/2014/main" id="{3BA50EC5-2C30-45E6-A153-DE77DB5B2B5F}"/>
              </a:ext>
            </a:extLst>
          </p:cNvPr>
          <p:cNvSpPr txBox="1"/>
          <p:nvPr/>
        </p:nvSpPr>
        <p:spPr>
          <a:xfrm>
            <a:off x="3146843" y="3346482"/>
            <a:ext cx="60308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b="1" dirty="0">
                <a:latin typeface="等线" panose="02010600030101010101" pitchFamily="2" charset="-122"/>
                <a:ea typeface="等线" panose="02010600030101010101" pitchFamily="2" charset="-122"/>
              </a:rPr>
              <a:t>施加一</a:t>
            </a: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EAF5D826-40B8-420D-8DAA-4B55DC4780CE}"/>
              </a:ext>
            </a:extLst>
          </p:cNvPr>
          <p:cNvSpPr txBox="1"/>
          <p:nvPr/>
        </p:nvSpPr>
        <p:spPr>
          <a:xfrm>
            <a:off x="3146843" y="3556364"/>
            <a:ext cx="62456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b="1" dirty="0">
                <a:latin typeface="等线" panose="02010600030101010101" pitchFamily="2" charset="-122"/>
                <a:ea typeface="等线" panose="02010600030101010101" pitchFamily="2" charset="-122"/>
              </a:rPr>
              <a:t>段时间</a:t>
            </a:r>
            <a:endParaRPr lang="zh-CN" altLang="en-US" sz="900" b="1" dirty="0"/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CDF89D2B-F732-4EF9-8E7D-796AAEC531E4}"/>
              </a:ext>
            </a:extLst>
          </p:cNvPr>
          <p:cNvSpPr txBox="1"/>
          <p:nvPr/>
        </p:nvSpPr>
        <p:spPr>
          <a:xfrm>
            <a:off x="3547542" y="3348553"/>
            <a:ext cx="1140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响应增强</a:t>
            </a: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C4042B6F-24B8-470E-BB67-1D291AFBE7B5}"/>
              </a:ext>
            </a:extLst>
          </p:cNvPr>
          <p:cNvSpPr txBox="1"/>
          <p:nvPr/>
        </p:nvSpPr>
        <p:spPr>
          <a:xfrm>
            <a:off x="3418630" y="3590865"/>
            <a:ext cx="12674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（痛觉过敏）</a:t>
            </a:r>
          </a:p>
        </p:txBody>
      </p:sp>
      <p:sp>
        <p:nvSpPr>
          <p:cNvPr id="85" name="椭圆 84">
            <a:extLst>
              <a:ext uri="{FF2B5EF4-FFF2-40B4-BE49-F238E27FC236}">
                <a16:creationId xmlns:a16="http://schemas.microsoft.com/office/drawing/2014/main" id="{C93EB533-FFC0-47AC-B222-FC8304AC5FEF}"/>
              </a:ext>
            </a:extLst>
          </p:cNvPr>
          <p:cNvSpPr/>
          <p:nvPr/>
        </p:nvSpPr>
        <p:spPr>
          <a:xfrm>
            <a:off x="3095671" y="4179568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B4537B93-1974-43CE-8715-EA45B066AFE5}"/>
              </a:ext>
            </a:extLst>
          </p:cNvPr>
          <p:cNvCxnSpPr>
            <a:cxnSpLocks/>
          </p:cNvCxnSpPr>
          <p:nvPr/>
        </p:nvCxnSpPr>
        <p:spPr>
          <a:xfrm>
            <a:off x="3261711" y="4237313"/>
            <a:ext cx="417636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文本框 86">
            <a:extLst>
              <a:ext uri="{FF2B5EF4-FFF2-40B4-BE49-F238E27FC236}">
                <a16:creationId xmlns:a16="http://schemas.microsoft.com/office/drawing/2014/main" id="{F3DD688D-F5A6-4003-997C-FC0CCDBFAA71}"/>
              </a:ext>
            </a:extLst>
          </p:cNvPr>
          <p:cNvSpPr txBox="1"/>
          <p:nvPr/>
        </p:nvSpPr>
        <p:spPr>
          <a:xfrm>
            <a:off x="3218744" y="4014366"/>
            <a:ext cx="53883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b="1" dirty="0">
                <a:latin typeface="等线" panose="02010600030101010101" pitchFamily="2" charset="-122"/>
                <a:ea typeface="等线" panose="02010600030101010101" pitchFamily="2" charset="-122"/>
              </a:rPr>
              <a:t>撤下</a:t>
            </a: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BEA01477-DAEB-45C1-BA42-8343C58911F0}"/>
              </a:ext>
            </a:extLst>
          </p:cNvPr>
          <p:cNvSpPr txBox="1"/>
          <p:nvPr/>
        </p:nvSpPr>
        <p:spPr>
          <a:xfrm>
            <a:off x="3551306" y="3935340"/>
            <a:ext cx="1140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响应减弱</a:t>
            </a: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2E7A3B38-84F0-4816-A4CE-95F9CC729013}"/>
              </a:ext>
            </a:extLst>
          </p:cNvPr>
          <p:cNvSpPr txBox="1"/>
          <p:nvPr/>
        </p:nvSpPr>
        <p:spPr>
          <a:xfrm>
            <a:off x="3562330" y="4149108"/>
            <a:ext cx="12674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（弛豫）</a:t>
            </a:r>
          </a:p>
        </p:txBody>
      </p:sp>
      <p:cxnSp>
        <p:nvCxnSpPr>
          <p:cNvPr id="92" name="直接连接符 91">
            <a:extLst>
              <a:ext uri="{FF2B5EF4-FFF2-40B4-BE49-F238E27FC236}">
                <a16:creationId xmlns:a16="http://schemas.microsoft.com/office/drawing/2014/main" id="{C85BF926-D8DD-4654-897C-994B8A56C623}"/>
              </a:ext>
            </a:extLst>
          </p:cNvPr>
          <p:cNvCxnSpPr>
            <a:cxnSpLocks/>
          </p:cNvCxnSpPr>
          <p:nvPr/>
        </p:nvCxnSpPr>
        <p:spPr>
          <a:xfrm>
            <a:off x="4369561" y="3491452"/>
            <a:ext cx="0" cy="724995"/>
          </a:xfrm>
          <a:prstGeom prst="line">
            <a:avLst/>
          </a:prstGeom>
          <a:ln w="22225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4" name="组合 93">
            <a:extLst>
              <a:ext uri="{FF2B5EF4-FFF2-40B4-BE49-F238E27FC236}">
                <a16:creationId xmlns:a16="http://schemas.microsoft.com/office/drawing/2014/main" id="{60DE68A5-545C-4E5C-AB02-ECE2111A2077}"/>
              </a:ext>
            </a:extLst>
          </p:cNvPr>
          <p:cNvGrpSpPr/>
          <p:nvPr/>
        </p:nvGrpSpPr>
        <p:grpSpPr>
          <a:xfrm>
            <a:off x="4431193" y="3388179"/>
            <a:ext cx="1316668" cy="1023435"/>
            <a:chOff x="1646389" y="3291315"/>
            <a:chExt cx="1316668" cy="1023435"/>
          </a:xfrm>
        </p:grpSpPr>
        <p:grpSp>
          <p:nvGrpSpPr>
            <p:cNvPr id="95" name="组合 94">
              <a:extLst>
                <a:ext uri="{FF2B5EF4-FFF2-40B4-BE49-F238E27FC236}">
                  <a16:creationId xmlns:a16="http://schemas.microsoft.com/office/drawing/2014/main" id="{E17C3597-3AC8-4A27-B13E-B6DC0A54C7D4}"/>
                </a:ext>
              </a:extLst>
            </p:cNvPr>
            <p:cNvGrpSpPr/>
            <p:nvPr/>
          </p:nvGrpSpPr>
          <p:grpSpPr>
            <a:xfrm>
              <a:off x="1646389" y="3429000"/>
              <a:ext cx="108000" cy="785862"/>
              <a:chOff x="1631474" y="3271520"/>
              <a:chExt cx="108000" cy="785862"/>
            </a:xfrm>
          </p:grpSpPr>
          <p:sp>
            <p:nvSpPr>
              <p:cNvPr id="101" name="椭圆 100">
                <a:extLst>
                  <a:ext uri="{FF2B5EF4-FFF2-40B4-BE49-F238E27FC236}">
                    <a16:creationId xmlns:a16="http://schemas.microsoft.com/office/drawing/2014/main" id="{AC5922C1-C1D3-4ACF-99E3-85653B8A61E9}"/>
                  </a:ext>
                </a:extLst>
              </p:cNvPr>
              <p:cNvSpPr/>
              <p:nvPr/>
            </p:nvSpPr>
            <p:spPr>
              <a:xfrm>
                <a:off x="1631474" y="3271520"/>
                <a:ext cx="108000" cy="108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02" name="椭圆 101">
                <a:extLst>
                  <a:ext uri="{FF2B5EF4-FFF2-40B4-BE49-F238E27FC236}">
                    <a16:creationId xmlns:a16="http://schemas.microsoft.com/office/drawing/2014/main" id="{55E2AEBD-EB41-4D87-B148-CD77FEC6C528}"/>
                  </a:ext>
                </a:extLst>
              </p:cNvPr>
              <p:cNvSpPr/>
              <p:nvPr/>
            </p:nvSpPr>
            <p:spPr>
              <a:xfrm>
                <a:off x="1631474" y="3610451"/>
                <a:ext cx="108000" cy="108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3" name="椭圆 102">
                <a:extLst>
                  <a:ext uri="{FF2B5EF4-FFF2-40B4-BE49-F238E27FC236}">
                    <a16:creationId xmlns:a16="http://schemas.microsoft.com/office/drawing/2014/main" id="{A43BCE78-DAA6-4A35-8430-C030E917381D}"/>
                  </a:ext>
                </a:extLst>
              </p:cNvPr>
              <p:cNvSpPr/>
              <p:nvPr/>
            </p:nvSpPr>
            <p:spPr>
              <a:xfrm>
                <a:off x="1631474" y="3949382"/>
                <a:ext cx="108000" cy="108000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96" name="文本框 95">
              <a:extLst>
                <a:ext uri="{FF2B5EF4-FFF2-40B4-BE49-F238E27FC236}">
                  <a16:creationId xmlns:a16="http://schemas.microsoft.com/office/drawing/2014/main" id="{459A3BDF-4871-417E-94E9-0976281CD02D}"/>
                </a:ext>
              </a:extLst>
            </p:cNvPr>
            <p:cNvSpPr txBox="1"/>
            <p:nvPr/>
          </p:nvSpPr>
          <p:spPr>
            <a:xfrm>
              <a:off x="1804817" y="3329111"/>
              <a:ext cx="11582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等线" panose="02010600030101010101" pitchFamily="2" charset="-122"/>
                  <a:ea typeface="等线" panose="02010600030101010101" pitchFamily="2" charset="-122"/>
                </a:rPr>
                <a:t>无响应</a:t>
              </a:r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F7183273-0981-4374-859A-F431BD97C165}"/>
                </a:ext>
              </a:extLst>
            </p:cNvPr>
            <p:cNvSpPr txBox="1"/>
            <p:nvPr/>
          </p:nvSpPr>
          <p:spPr>
            <a:xfrm>
              <a:off x="1781577" y="3696989"/>
              <a:ext cx="11582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等线" panose="02010600030101010101" pitchFamily="2" charset="-122"/>
                  <a:ea typeface="等线" panose="02010600030101010101" pitchFamily="2" charset="-122"/>
                </a:rPr>
                <a:t>产生响应</a:t>
              </a:r>
            </a:p>
          </p:txBody>
        </p:sp>
        <p:sp>
          <p:nvSpPr>
            <p:cNvPr id="98" name="文本框 97">
              <a:extLst>
                <a:ext uri="{FF2B5EF4-FFF2-40B4-BE49-F238E27FC236}">
                  <a16:creationId xmlns:a16="http://schemas.microsoft.com/office/drawing/2014/main" id="{00A2DEE1-A0BB-488F-A6C1-4CAC776AFB6B}"/>
                </a:ext>
              </a:extLst>
            </p:cNvPr>
            <p:cNvSpPr txBox="1"/>
            <p:nvPr/>
          </p:nvSpPr>
          <p:spPr>
            <a:xfrm>
              <a:off x="1770235" y="4006973"/>
              <a:ext cx="11582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等线" panose="02010600030101010101" pitchFamily="2" charset="-122"/>
                  <a:ea typeface="等线" panose="02010600030101010101" pitchFamily="2" charset="-122"/>
                </a:rPr>
                <a:t>强烈痛觉</a:t>
              </a:r>
            </a:p>
          </p:txBody>
        </p:sp>
        <p:sp>
          <p:nvSpPr>
            <p:cNvPr id="99" name="矩形 98">
              <a:extLst>
                <a:ext uri="{FF2B5EF4-FFF2-40B4-BE49-F238E27FC236}">
                  <a16:creationId xmlns:a16="http://schemas.microsoft.com/office/drawing/2014/main" id="{C18D1269-BD00-452E-A442-F6A8F1E736D3}"/>
                </a:ext>
              </a:extLst>
            </p:cNvPr>
            <p:cNvSpPr/>
            <p:nvPr/>
          </p:nvSpPr>
          <p:spPr>
            <a:xfrm>
              <a:off x="1814757" y="3329111"/>
              <a:ext cx="970521" cy="317727"/>
            </a:xfrm>
            <a:prstGeom prst="rect">
              <a:avLst/>
            </a:prstGeom>
            <a:noFill/>
            <a:ln w="12700">
              <a:solidFill>
                <a:srgbClr val="0000FF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0" name="文本框 99">
              <a:extLst>
                <a:ext uri="{FF2B5EF4-FFF2-40B4-BE49-F238E27FC236}">
                  <a16:creationId xmlns:a16="http://schemas.microsoft.com/office/drawing/2014/main" id="{33BF67D4-011E-41F8-9653-B5AD625C17C5}"/>
                </a:ext>
              </a:extLst>
            </p:cNvPr>
            <p:cNvSpPr txBox="1"/>
            <p:nvPr/>
          </p:nvSpPr>
          <p:spPr>
            <a:xfrm>
              <a:off x="2404258" y="3291315"/>
              <a:ext cx="507831" cy="415498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zh-CN" altLang="en-US" sz="10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阈值特性</a:t>
              </a:r>
            </a:p>
          </p:txBody>
        </p:sp>
      </p:grpSp>
      <p:sp>
        <p:nvSpPr>
          <p:cNvPr id="106" name="矩形 105">
            <a:extLst>
              <a:ext uri="{FF2B5EF4-FFF2-40B4-BE49-F238E27FC236}">
                <a16:creationId xmlns:a16="http://schemas.microsoft.com/office/drawing/2014/main" id="{1BE0AB79-6619-41F6-AE3B-3B3948211CD1}"/>
              </a:ext>
            </a:extLst>
          </p:cNvPr>
          <p:cNvSpPr/>
          <p:nvPr/>
        </p:nvSpPr>
        <p:spPr>
          <a:xfrm>
            <a:off x="4599561" y="3793540"/>
            <a:ext cx="970521" cy="317727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7E04E5BE-2613-4419-A01A-53A97B808516}"/>
              </a:ext>
            </a:extLst>
          </p:cNvPr>
          <p:cNvSpPr txBox="1"/>
          <p:nvPr/>
        </p:nvSpPr>
        <p:spPr>
          <a:xfrm>
            <a:off x="5128888" y="3747673"/>
            <a:ext cx="507831" cy="4154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zh-CN" altLang="en-US" sz="105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异常痛</a:t>
            </a:r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D4D9EB79-7D97-408B-82A9-CFE056081F85}"/>
              </a:ext>
            </a:extLst>
          </p:cNvPr>
          <p:cNvSpPr/>
          <p:nvPr/>
        </p:nvSpPr>
        <p:spPr>
          <a:xfrm>
            <a:off x="4591508" y="4141788"/>
            <a:ext cx="970521" cy="438738"/>
          </a:xfrm>
          <a:prstGeom prst="rect">
            <a:avLst/>
          </a:prstGeom>
          <a:noFill/>
          <a:ln w="12700"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41F27C91-8CDC-4EC2-AA04-7853EC1C6F7E}"/>
              </a:ext>
            </a:extLst>
          </p:cNvPr>
          <p:cNvSpPr txBox="1"/>
          <p:nvPr/>
        </p:nvSpPr>
        <p:spPr>
          <a:xfrm>
            <a:off x="4528419" y="4328935"/>
            <a:ext cx="1037205" cy="25391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5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“永不适应”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905CCD4A-15B0-4CD3-9170-61F32C7336FB}"/>
              </a:ext>
            </a:extLst>
          </p:cNvPr>
          <p:cNvGrpSpPr/>
          <p:nvPr/>
        </p:nvGrpSpPr>
        <p:grpSpPr>
          <a:xfrm>
            <a:off x="1817993" y="2918108"/>
            <a:ext cx="4093258" cy="399612"/>
            <a:chOff x="1736372" y="2913119"/>
            <a:chExt cx="4093258" cy="399612"/>
          </a:xfrm>
        </p:grpSpPr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83F258AD-C44B-4D67-927D-7005F47A00CB}"/>
                </a:ext>
              </a:extLst>
            </p:cNvPr>
            <p:cNvSpPr/>
            <p:nvPr/>
          </p:nvSpPr>
          <p:spPr>
            <a:xfrm>
              <a:off x="1736372" y="2913119"/>
              <a:ext cx="3631918" cy="39961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5356C9B0-6504-49BE-B732-0EF7F7FD516E}"/>
                </a:ext>
              </a:extLst>
            </p:cNvPr>
            <p:cNvSpPr txBox="1"/>
            <p:nvPr/>
          </p:nvSpPr>
          <p:spPr>
            <a:xfrm>
              <a:off x="1862018" y="2954518"/>
              <a:ext cx="122513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400" b="1" dirty="0">
                  <a:latin typeface="等线" panose="02010600030101010101" pitchFamily="2" charset="-122"/>
                  <a:ea typeface="等线" panose="02010600030101010101" pitchFamily="2" charset="-122"/>
                </a:rPr>
                <a:t>起始状态</a:t>
              </a:r>
            </a:p>
          </p:txBody>
        </p: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2A9308D0-FEB1-471F-8933-439D7E699582}"/>
                </a:ext>
              </a:extLst>
            </p:cNvPr>
            <p:cNvSpPr txBox="1"/>
            <p:nvPr/>
          </p:nvSpPr>
          <p:spPr>
            <a:xfrm>
              <a:off x="3148714" y="2961287"/>
              <a:ext cx="122513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400" b="1" dirty="0">
                  <a:latin typeface="等线" panose="02010600030101010101" pitchFamily="2" charset="-122"/>
                  <a:ea typeface="等线" panose="02010600030101010101" pitchFamily="2" charset="-122"/>
                </a:rPr>
                <a:t>施加过程</a:t>
              </a:r>
            </a:p>
          </p:txBody>
        </p:sp>
        <p:sp>
          <p:nvSpPr>
            <p:cNvPr id="93" name="文本框 92">
              <a:extLst>
                <a:ext uri="{FF2B5EF4-FFF2-40B4-BE49-F238E27FC236}">
                  <a16:creationId xmlns:a16="http://schemas.microsoft.com/office/drawing/2014/main" id="{FE100758-CDD7-4E31-9A84-CB6B3166B544}"/>
                </a:ext>
              </a:extLst>
            </p:cNvPr>
            <p:cNvSpPr txBox="1"/>
            <p:nvPr/>
          </p:nvSpPr>
          <p:spPr>
            <a:xfrm>
              <a:off x="4604498" y="2962545"/>
              <a:ext cx="122513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400" b="1" dirty="0">
                  <a:latin typeface="等线" panose="02010600030101010101" pitchFamily="2" charset="-122"/>
                  <a:ea typeface="等线" panose="02010600030101010101" pitchFamily="2" charset="-122"/>
                </a:rPr>
                <a:t>结果</a:t>
              </a:r>
            </a:p>
          </p:txBody>
        </p:sp>
        <p:cxnSp>
          <p:nvCxnSpPr>
            <p:cNvPr id="66" name="直接箭头连接符 65">
              <a:extLst>
                <a:ext uri="{FF2B5EF4-FFF2-40B4-BE49-F238E27FC236}">
                  <a16:creationId xmlns:a16="http://schemas.microsoft.com/office/drawing/2014/main" id="{1FBD2A97-D135-40E4-8139-322A3B94A5E0}"/>
                </a:ext>
              </a:extLst>
            </p:cNvPr>
            <p:cNvCxnSpPr>
              <a:cxnSpLocks/>
            </p:cNvCxnSpPr>
            <p:nvPr/>
          </p:nvCxnSpPr>
          <p:spPr>
            <a:xfrm>
              <a:off x="2795738" y="3112795"/>
              <a:ext cx="340162" cy="2381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箭头连接符 66">
              <a:extLst>
                <a:ext uri="{FF2B5EF4-FFF2-40B4-BE49-F238E27FC236}">
                  <a16:creationId xmlns:a16="http://schemas.microsoft.com/office/drawing/2014/main" id="{8DBAA0F0-4C28-4145-B9CF-C95957956F37}"/>
                </a:ext>
              </a:extLst>
            </p:cNvPr>
            <p:cNvCxnSpPr>
              <a:cxnSpLocks/>
            </p:cNvCxnSpPr>
            <p:nvPr/>
          </p:nvCxnSpPr>
          <p:spPr>
            <a:xfrm>
              <a:off x="4274431" y="3113985"/>
              <a:ext cx="350992" cy="0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270252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222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3659</TotalTime>
  <Words>660</Words>
  <Application>Microsoft Office PowerPoint</Application>
  <PresentationFormat>宽屏</PresentationFormat>
  <Paragraphs>260</Paragraphs>
  <Slides>18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9" baseType="lpstr">
      <vt:lpstr>等线</vt:lpstr>
      <vt:lpstr>黑体</vt:lpstr>
      <vt:lpstr>思源黑体 CN Normal</vt:lpstr>
      <vt:lpstr>宋体</vt:lpstr>
      <vt:lpstr>Arial</vt:lpstr>
      <vt:lpstr>Arial Black</vt:lpstr>
      <vt:lpstr>Calibri</vt:lpstr>
      <vt:lpstr>Calibri Light</vt:lpstr>
      <vt:lpstr>Cambria Math</vt:lpstr>
      <vt:lpstr>Times New Roman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帐户</dc:creator>
  <cp:lastModifiedBy>沛溪 中村</cp:lastModifiedBy>
  <cp:revision>129</cp:revision>
  <dcterms:created xsi:type="dcterms:W3CDTF">2025-07-05T05:59:44Z</dcterms:created>
  <dcterms:modified xsi:type="dcterms:W3CDTF">2026-05-28T11:57:47Z</dcterms:modified>
</cp:coreProperties>
</file>